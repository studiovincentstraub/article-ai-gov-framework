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62" r:id="rId5"/>
    <p:sldId id="268" r:id="rId6"/>
    <p:sldId id="269" r:id="rId7"/>
    <p:sldId id="265" r:id="rId8"/>
    <p:sldId id="270" r:id="rId9"/>
    <p:sldId id="266" r:id="rId10"/>
    <p:sldId id="267" r:id="rId11"/>
    <p:sldId id="272" r:id="rId12"/>
    <p:sldId id="277" r:id="rId13"/>
    <p:sldId id="274" r:id="rId14"/>
    <p:sldId id="276" r:id="rId15"/>
    <p:sldId id="264"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95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1DEBB9-28C2-845A-8BC9-16E46EEAC315}" v="15" dt="2023-08-09T16:05:25.274"/>
    <p1510:client id="{659FFE8D-22C7-6B89-269C-FD3E01D72A9D}" v="144" dt="2023-08-03T14:37:00.003"/>
    <p1510:client id="{9FC5664D-CCAE-904D-8E39-90950A856DF8}" vWet="4" dt="2023-08-03T14:20:25.3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t Straub" userId="S::vstraub@turing.ac.uk::cc81dce8-242d-424d-a3c5-7390e8e80d05" providerId="AD" clId="Web-{061DEBB9-28C2-845A-8BC9-16E46EEAC315}"/>
    <pc:docChg chg="modSld">
      <pc:chgData name="Vincent Straub" userId="S::vstraub@turing.ac.uk::cc81dce8-242d-424d-a3c5-7390e8e80d05" providerId="AD" clId="Web-{061DEBB9-28C2-845A-8BC9-16E46EEAC315}" dt="2023-08-09T16:05:25.274" v="11" actId="1076"/>
      <pc:docMkLst>
        <pc:docMk/>
      </pc:docMkLst>
      <pc:sldChg chg="addSp delSp modSp">
        <pc:chgData name="Vincent Straub" userId="S::vstraub@turing.ac.uk::cc81dce8-242d-424d-a3c5-7390e8e80d05" providerId="AD" clId="Web-{061DEBB9-28C2-845A-8BC9-16E46EEAC315}" dt="2023-08-09T16:05:25.274" v="11" actId="1076"/>
        <pc:sldMkLst>
          <pc:docMk/>
          <pc:sldMk cId="773294712" sldId="264"/>
        </pc:sldMkLst>
        <pc:spChg chg="add del">
          <ac:chgData name="Vincent Straub" userId="S::vstraub@turing.ac.uk::cc81dce8-242d-424d-a3c5-7390e8e80d05" providerId="AD" clId="Web-{061DEBB9-28C2-845A-8BC9-16E46EEAC315}" dt="2023-08-09T16:05:19.977" v="9"/>
          <ac:spMkLst>
            <pc:docMk/>
            <pc:sldMk cId="773294712" sldId="264"/>
            <ac:spMk id="14" creationId="{00000000-0000-0000-0000-000000000000}"/>
          </ac:spMkLst>
        </pc:spChg>
        <pc:picChg chg="add del mod ord">
          <ac:chgData name="Vincent Straub" userId="S::vstraub@turing.ac.uk::cc81dce8-242d-424d-a3c5-7390e8e80d05" providerId="AD" clId="Web-{061DEBB9-28C2-845A-8BC9-16E46EEAC315}" dt="2023-08-09T16:03:59.694" v="1"/>
          <ac:picMkLst>
            <pc:docMk/>
            <pc:sldMk cId="773294712" sldId="264"/>
            <ac:picMk id="2" creationId="{3374EEC9-CDAB-2D3F-2E3D-68CDBB2D7B1C}"/>
          </ac:picMkLst>
        </pc:picChg>
        <pc:picChg chg="add del mod ord">
          <ac:chgData name="Vincent Straub" userId="S::vstraub@turing.ac.uk::cc81dce8-242d-424d-a3c5-7390e8e80d05" providerId="AD" clId="Web-{061DEBB9-28C2-845A-8BC9-16E46EEAC315}" dt="2023-08-09T16:05:14.102" v="6"/>
          <ac:picMkLst>
            <pc:docMk/>
            <pc:sldMk cId="773294712" sldId="264"/>
            <ac:picMk id="3" creationId="{08BBC6A9-10D4-A95F-A58F-B0192B957044}"/>
          </ac:picMkLst>
        </pc:picChg>
        <pc:picChg chg="add mod">
          <ac:chgData name="Vincent Straub" userId="S::vstraub@turing.ac.uk::cc81dce8-242d-424d-a3c5-7390e8e80d05" providerId="AD" clId="Web-{061DEBB9-28C2-845A-8BC9-16E46EEAC315}" dt="2023-08-09T16:05:25.274" v="11" actId="1076"/>
          <ac:picMkLst>
            <pc:docMk/>
            <pc:sldMk cId="773294712" sldId="264"/>
            <ac:picMk id="8" creationId="{CF4B4F8E-59B1-3325-A832-837EAC5FC728}"/>
          </ac:picMkLst>
        </pc:picChg>
        <pc:picChg chg="add del">
          <ac:chgData name="Vincent Straub" userId="S::vstraub@turing.ac.uk::cc81dce8-242d-424d-a3c5-7390e8e80d05" providerId="AD" clId="Web-{061DEBB9-28C2-845A-8BC9-16E46EEAC315}" dt="2023-08-09T16:05:18.337" v="8"/>
          <ac:picMkLst>
            <pc:docMk/>
            <pc:sldMk cId="773294712" sldId="264"/>
            <ac:picMk id="9" creationId="{702D7060-39F3-C223-267F-5916271CBD96}"/>
          </ac:picMkLst>
        </pc:picChg>
      </pc:sldChg>
    </pc:docChg>
  </pc:docChgLst>
  <pc:docChgLst>
    <pc:chgData name="Vincent Straub" userId="S::vstraub@turing.ac.uk::cc81dce8-242d-424d-a3c5-7390e8e80d05" providerId="AD" clId="Web-{1E9170E9-8079-FF9B-573F-2788E3EFE7CE}"/>
    <pc:docChg chg="addSld modSld sldOrd">
      <pc:chgData name="Vincent Straub" userId="S::vstraub@turing.ac.uk::cc81dce8-242d-424d-a3c5-7390e8e80d05" providerId="AD" clId="Web-{1E9170E9-8079-FF9B-573F-2788E3EFE7CE}" dt="2023-06-29T12:45:52.954" v="6" actId="20577"/>
      <pc:docMkLst>
        <pc:docMk/>
      </pc:docMkLst>
      <pc:sldChg chg="delSp modSp new ord">
        <pc:chgData name="Vincent Straub" userId="S::vstraub@turing.ac.uk::cc81dce8-242d-424d-a3c5-7390e8e80d05" providerId="AD" clId="Web-{1E9170E9-8079-FF9B-573F-2788E3EFE7CE}" dt="2023-06-29T12:45:52.954" v="6" actId="20577"/>
        <pc:sldMkLst>
          <pc:docMk/>
          <pc:sldMk cId="1789649841" sldId="269"/>
        </pc:sldMkLst>
        <pc:spChg chg="mod">
          <ac:chgData name="Vincent Straub" userId="S::vstraub@turing.ac.uk::cc81dce8-242d-424d-a3c5-7390e8e80d05" providerId="AD" clId="Web-{1E9170E9-8079-FF9B-573F-2788E3EFE7CE}" dt="2023-06-29T12:45:52.954" v="6" actId="20577"/>
          <ac:spMkLst>
            <pc:docMk/>
            <pc:sldMk cId="1789649841" sldId="269"/>
            <ac:spMk id="3" creationId="{A4754539-D490-D1BE-FF40-D3286D9950A7}"/>
          </ac:spMkLst>
        </pc:spChg>
        <pc:spChg chg="del">
          <ac:chgData name="Vincent Straub" userId="S::vstraub@turing.ac.uk::cc81dce8-242d-424d-a3c5-7390e8e80d05" providerId="AD" clId="Web-{1E9170E9-8079-FF9B-573F-2788E3EFE7CE}" dt="2023-06-29T12:45:50.485" v="5"/>
          <ac:spMkLst>
            <pc:docMk/>
            <pc:sldMk cId="1789649841" sldId="269"/>
            <ac:spMk id="4" creationId="{4C59224B-8FDC-67ED-F86F-271FD6A520F2}"/>
          </ac:spMkLst>
        </pc:spChg>
      </pc:sldChg>
    </pc:docChg>
  </pc:docChgLst>
  <pc:docChgLst>
    <pc:chgData name="Vincent Straub" userId="S::vstraub@turing.ac.uk::cc81dce8-242d-424d-a3c5-7390e8e80d05" providerId="AD" clId="Web-{CF20096F-E4CF-EDC6-CFD6-3EF1A71CD85A}"/>
    <pc:docChg chg="delSld modSld">
      <pc:chgData name="Vincent Straub" userId="S::vstraub@turing.ac.uk::cc81dce8-242d-424d-a3c5-7390e8e80d05" providerId="AD" clId="Web-{CF20096F-E4CF-EDC6-CFD6-3EF1A71CD85A}" dt="2022-07-19T13:23:12.146" v="26"/>
      <pc:docMkLst>
        <pc:docMk/>
      </pc:docMkLst>
      <pc:sldChg chg="modSp">
        <pc:chgData name="Vincent Straub" userId="S::vstraub@turing.ac.uk::cc81dce8-242d-424d-a3c5-7390e8e80d05" providerId="AD" clId="Web-{CF20096F-E4CF-EDC6-CFD6-3EF1A71CD85A}" dt="2022-07-19T13:04:51.698" v="1" actId="20577"/>
        <pc:sldMkLst>
          <pc:docMk/>
          <pc:sldMk cId="4099870511" sldId="262"/>
        </pc:sldMkLst>
        <pc:spChg chg="mod">
          <ac:chgData name="Vincent Straub" userId="S::vstraub@turing.ac.uk::cc81dce8-242d-424d-a3c5-7390e8e80d05" providerId="AD" clId="Web-{CF20096F-E4CF-EDC6-CFD6-3EF1A71CD85A}" dt="2022-07-19T13:04:51.698" v="1" actId="20577"/>
          <ac:spMkLst>
            <pc:docMk/>
            <pc:sldMk cId="4099870511" sldId="262"/>
            <ac:spMk id="15" creationId="{AFF0EC38-EA29-4994-B3B4-31D28A776EDA}"/>
          </ac:spMkLst>
        </pc:spChg>
      </pc:sldChg>
      <pc:sldChg chg="modSp">
        <pc:chgData name="Vincent Straub" userId="S::vstraub@turing.ac.uk::cc81dce8-242d-424d-a3c5-7390e8e80d05" providerId="AD" clId="Web-{CF20096F-E4CF-EDC6-CFD6-3EF1A71CD85A}" dt="2022-07-19T13:14:40.680" v="25" actId="20577"/>
        <pc:sldMkLst>
          <pc:docMk/>
          <pc:sldMk cId="892283678" sldId="289"/>
        </pc:sldMkLst>
        <pc:spChg chg="mod">
          <ac:chgData name="Vincent Straub" userId="S::vstraub@turing.ac.uk::cc81dce8-242d-424d-a3c5-7390e8e80d05" providerId="AD" clId="Web-{CF20096F-E4CF-EDC6-CFD6-3EF1A71CD85A}" dt="2022-07-19T13:14:40.680" v="25" actId="20577"/>
          <ac:spMkLst>
            <pc:docMk/>
            <pc:sldMk cId="892283678" sldId="289"/>
            <ac:spMk id="18" creationId="{8F083CAF-8AB1-D6C9-1187-5432806EE96C}"/>
          </ac:spMkLst>
        </pc:spChg>
      </pc:sldChg>
      <pc:sldChg chg="del">
        <pc:chgData name="Vincent Straub" userId="S::vstraub@turing.ac.uk::cc81dce8-242d-424d-a3c5-7390e8e80d05" providerId="AD" clId="Web-{CF20096F-E4CF-EDC6-CFD6-3EF1A71CD85A}" dt="2022-07-19T13:23:12.146" v="26"/>
        <pc:sldMkLst>
          <pc:docMk/>
          <pc:sldMk cId="4010644482" sldId="307"/>
        </pc:sldMkLst>
      </pc:sldChg>
      <pc:sldChg chg="modSp">
        <pc:chgData name="Vincent Straub" userId="S::vstraub@turing.ac.uk::cc81dce8-242d-424d-a3c5-7390e8e80d05" providerId="AD" clId="Web-{CF20096F-E4CF-EDC6-CFD6-3EF1A71CD85A}" dt="2022-07-19T13:06:34.669" v="2" actId="20577"/>
        <pc:sldMkLst>
          <pc:docMk/>
          <pc:sldMk cId="3058255167" sldId="315"/>
        </pc:sldMkLst>
        <pc:spChg chg="mod">
          <ac:chgData name="Vincent Straub" userId="S::vstraub@turing.ac.uk::cc81dce8-242d-424d-a3c5-7390e8e80d05" providerId="AD" clId="Web-{CF20096F-E4CF-EDC6-CFD6-3EF1A71CD85A}" dt="2022-07-19T13:06:34.669" v="2" actId="20577"/>
          <ac:spMkLst>
            <pc:docMk/>
            <pc:sldMk cId="3058255167" sldId="315"/>
            <ac:spMk id="3" creationId="{7B15C4DB-93FC-78CB-F24A-B3DA63E2F29F}"/>
          </ac:spMkLst>
        </pc:spChg>
      </pc:sldChg>
    </pc:docChg>
  </pc:docChgLst>
  <pc:docChgLst>
    <pc:chgData name="Vincent Straub" userId="S::vstraub@turing.ac.uk::cc81dce8-242d-424d-a3c5-7390e8e80d05" providerId="AD" clId="Web-{E34BD5E9-B43D-212E-C1A0-4747A9C5F1E1}"/>
    <pc:docChg chg="delSld modSld sldOrd">
      <pc:chgData name="Vincent Straub" userId="S::vstraub@turing.ac.uk::cc81dce8-242d-424d-a3c5-7390e8e80d05" providerId="AD" clId="Web-{E34BD5E9-B43D-212E-C1A0-4747A9C5F1E1}" dt="2023-07-17T13:08:31.520" v="63" actId="20577"/>
      <pc:docMkLst>
        <pc:docMk/>
      </pc:docMkLst>
      <pc:sldChg chg="modSp">
        <pc:chgData name="Vincent Straub" userId="S::vstraub@turing.ac.uk::cc81dce8-242d-424d-a3c5-7390e8e80d05" providerId="AD" clId="Web-{E34BD5E9-B43D-212E-C1A0-4747A9C5F1E1}" dt="2023-07-17T13:07:41.535" v="49" actId="1076"/>
        <pc:sldMkLst>
          <pc:docMk/>
          <pc:sldMk cId="4099870511" sldId="262"/>
        </pc:sldMkLst>
        <pc:spChg chg="mod">
          <ac:chgData name="Vincent Straub" userId="S::vstraub@turing.ac.uk::cc81dce8-242d-424d-a3c5-7390e8e80d05" providerId="AD" clId="Web-{E34BD5E9-B43D-212E-C1A0-4747A9C5F1E1}" dt="2023-07-17T13:07:38.160" v="48" actId="20577"/>
          <ac:spMkLst>
            <pc:docMk/>
            <pc:sldMk cId="4099870511" sldId="262"/>
            <ac:spMk id="15" creationId="{AFF0EC38-EA29-4994-B3B4-31D28A776EDA}"/>
          </ac:spMkLst>
        </pc:spChg>
        <pc:picChg chg="mod">
          <ac:chgData name="Vincent Straub" userId="S::vstraub@turing.ac.uk::cc81dce8-242d-424d-a3c5-7390e8e80d05" providerId="AD" clId="Web-{E34BD5E9-B43D-212E-C1A0-4747A9C5F1E1}" dt="2023-07-17T13:07:41.535" v="49" actId="1076"/>
          <ac:picMkLst>
            <pc:docMk/>
            <pc:sldMk cId="4099870511" sldId="262"/>
            <ac:picMk id="3" creationId="{BB63702F-50FB-134D-FAC3-07A9819927A4}"/>
          </ac:picMkLst>
        </pc:picChg>
      </pc:sldChg>
      <pc:sldChg chg="modSp">
        <pc:chgData name="Vincent Straub" userId="S::vstraub@turing.ac.uk::cc81dce8-242d-424d-a3c5-7390e8e80d05" providerId="AD" clId="Web-{E34BD5E9-B43D-212E-C1A0-4747A9C5F1E1}" dt="2023-07-17T13:07:09.753" v="41" actId="20577"/>
        <pc:sldMkLst>
          <pc:docMk/>
          <pc:sldMk cId="773294712" sldId="264"/>
        </pc:sldMkLst>
        <pc:spChg chg="mod">
          <ac:chgData name="Vincent Straub" userId="S::vstraub@turing.ac.uk::cc81dce8-242d-424d-a3c5-7390e8e80d05" providerId="AD" clId="Web-{E34BD5E9-B43D-212E-C1A0-4747A9C5F1E1}" dt="2023-07-17T13:07:09.753" v="41" actId="20577"/>
          <ac:spMkLst>
            <pc:docMk/>
            <pc:sldMk cId="773294712" sldId="264"/>
            <ac:spMk id="7" creationId="{00000000-0000-0000-0000-000000000000}"/>
          </ac:spMkLst>
        </pc:spChg>
      </pc:sldChg>
      <pc:sldChg chg="addSp modSp ord">
        <pc:chgData name="Vincent Straub" userId="S::vstraub@turing.ac.uk::cc81dce8-242d-424d-a3c5-7390e8e80d05" providerId="AD" clId="Web-{E34BD5E9-B43D-212E-C1A0-4747A9C5F1E1}" dt="2023-07-17T13:08:31.520" v="63" actId="20577"/>
        <pc:sldMkLst>
          <pc:docMk/>
          <pc:sldMk cId="1119496881" sldId="268"/>
        </pc:sldMkLst>
        <pc:spChg chg="add mod">
          <ac:chgData name="Vincent Straub" userId="S::vstraub@turing.ac.uk::cc81dce8-242d-424d-a3c5-7390e8e80d05" providerId="AD" clId="Web-{E34BD5E9-B43D-212E-C1A0-4747A9C5F1E1}" dt="2023-07-17T13:08:31.520" v="63" actId="20577"/>
          <ac:spMkLst>
            <pc:docMk/>
            <pc:sldMk cId="1119496881" sldId="268"/>
            <ac:spMk id="2" creationId="{67E89689-736E-A0AF-ABCB-C814D7938F11}"/>
          </ac:spMkLst>
        </pc:spChg>
        <pc:picChg chg="mod">
          <ac:chgData name="Vincent Straub" userId="S::vstraub@turing.ac.uk::cc81dce8-242d-424d-a3c5-7390e8e80d05" providerId="AD" clId="Web-{E34BD5E9-B43D-212E-C1A0-4747A9C5F1E1}" dt="2023-07-17T13:08:14.239" v="53" actId="1076"/>
          <ac:picMkLst>
            <pc:docMk/>
            <pc:sldMk cId="1119496881" sldId="268"/>
            <ac:picMk id="522" creationId="{6F490628-E2C2-7567-FC47-BE5CB3297E2A}"/>
          </ac:picMkLst>
        </pc:picChg>
      </pc:sldChg>
      <pc:sldChg chg="del">
        <pc:chgData name="Vincent Straub" userId="S::vstraub@turing.ac.uk::cc81dce8-242d-424d-a3c5-7390e8e80d05" providerId="AD" clId="Web-{E34BD5E9-B43D-212E-C1A0-4747A9C5F1E1}" dt="2023-07-17T13:07:53.051" v="52"/>
        <pc:sldMkLst>
          <pc:docMk/>
          <pc:sldMk cId="1789649841" sldId="269"/>
        </pc:sldMkLst>
      </pc:sldChg>
    </pc:docChg>
  </pc:docChgLst>
  <pc:docChgLst>
    <pc:chgData name="Vincent Straub" userId="S::vstraub@turing.ac.uk::cc81dce8-242d-424d-a3c5-7390e8e80d05" providerId="AD" clId="Web-{659FFE8D-22C7-6B89-269C-FD3E01D72A9D}"/>
    <pc:docChg chg="modSld">
      <pc:chgData name="Vincent Straub" userId="S::vstraub@turing.ac.uk::cc81dce8-242d-424d-a3c5-7390e8e80d05" providerId="AD" clId="Web-{659FFE8D-22C7-6B89-269C-FD3E01D72A9D}" dt="2023-08-03T14:37:00.003" v="95"/>
      <pc:docMkLst>
        <pc:docMk/>
      </pc:docMkLst>
      <pc:sldChg chg="modSp">
        <pc:chgData name="Vincent Straub" userId="S::vstraub@turing.ac.uk::cc81dce8-242d-424d-a3c5-7390e8e80d05" providerId="AD" clId="Web-{659FFE8D-22C7-6B89-269C-FD3E01D72A9D}" dt="2023-08-03T14:29:40.415" v="4" actId="20577"/>
        <pc:sldMkLst>
          <pc:docMk/>
          <pc:sldMk cId="1063637140" sldId="265"/>
        </pc:sldMkLst>
        <pc:spChg chg="mod">
          <ac:chgData name="Vincent Straub" userId="S::vstraub@turing.ac.uk::cc81dce8-242d-424d-a3c5-7390e8e80d05" providerId="AD" clId="Web-{659FFE8D-22C7-6B89-269C-FD3E01D72A9D}" dt="2023-08-03T14:29:40.415" v="4" actId="20577"/>
          <ac:spMkLst>
            <pc:docMk/>
            <pc:sldMk cId="1063637140" sldId="265"/>
            <ac:spMk id="10" creationId="{366BFF05-B742-A0A4-C5AA-DE8258431665}"/>
          </ac:spMkLst>
        </pc:spChg>
      </pc:sldChg>
      <pc:sldChg chg="modSp">
        <pc:chgData name="Vincent Straub" userId="S::vstraub@turing.ac.uk::cc81dce8-242d-424d-a3c5-7390e8e80d05" providerId="AD" clId="Web-{659FFE8D-22C7-6B89-269C-FD3E01D72A9D}" dt="2023-08-03T14:37:00.003" v="95"/>
        <pc:sldMkLst>
          <pc:docMk/>
          <pc:sldMk cId="2018860374" sldId="274"/>
        </pc:sldMkLst>
        <pc:spChg chg="mod">
          <ac:chgData name="Vincent Straub" userId="S::vstraub@turing.ac.uk::cc81dce8-242d-424d-a3c5-7390e8e80d05" providerId="AD" clId="Web-{659FFE8D-22C7-6B89-269C-FD3E01D72A9D}" dt="2023-08-03T14:37:00.003" v="95"/>
          <ac:spMkLst>
            <pc:docMk/>
            <pc:sldMk cId="2018860374" sldId="274"/>
            <ac:spMk id="5" creationId="{0D4CF539-BC3B-02ED-0D33-A6D6EB66CE63}"/>
          </ac:spMkLst>
        </pc:spChg>
      </pc:sldChg>
      <pc:sldChg chg="modSp">
        <pc:chgData name="Vincent Straub" userId="S::vstraub@turing.ac.uk::cc81dce8-242d-424d-a3c5-7390e8e80d05" providerId="AD" clId="Web-{659FFE8D-22C7-6B89-269C-FD3E01D72A9D}" dt="2023-08-03T14:32:25.934" v="30" actId="20577"/>
        <pc:sldMkLst>
          <pc:docMk/>
          <pc:sldMk cId="2864188838" sldId="277"/>
        </pc:sldMkLst>
        <pc:spChg chg="mod">
          <ac:chgData name="Vincent Straub" userId="S::vstraub@turing.ac.uk::cc81dce8-242d-424d-a3c5-7390e8e80d05" providerId="AD" clId="Web-{659FFE8D-22C7-6B89-269C-FD3E01D72A9D}" dt="2023-08-03T14:32:25.934" v="30" actId="20577"/>
          <ac:spMkLst>
            <pc:docMk/>
            <pc:sldMk cId="2864188838" sldId="277"/>
            <ac:spMk id="4" creationId="{4E1B11C4-0230-A5BD-DE2A-EA2447F6CFCC}"/>
          </ac:spMkLst>
        </pc:spChg>
      </pc:sldChg>
    </pc:docChg>
  </pc:docChgLst>
  <pc:docChgLst>
    <pc:chgData name="Vincent Straub" userId="S::vstraub@turing.ac.uk::cc81dce8-242d-424d-a3c5-7390e8e80d05" providerId="AD" clId="Web-{B56B2191-8386-3F45-7F90-E596365BAE15}"/>
    <pc:docChg chg="modSld">
      <pc:chgData name="Vincent Straub" userId="S::vstraub@turing.ac.uk::cc81dce8-242d-424d-a3c5-7390e8e80d05" providerId="AD" clId="Web-{B56B2191-8386-3F45-7F90-E596365BAE15}" dt="2022-07-13T15:46:14.101" v="7"/>
      <pc:docMkLst>
        <pc:docMk/>
      </pc:docMkLst>
      <pc:sldChg chg="addSp delSp modSp mod setBg">
        <pc:chgData name="Vincent Straub" userId="S::vstraub@turing.ac.uk::cc81dce8-242d-424d-a3c5-7390e8e80d05" providerId="AD" clId="Web-{B56B2191-8386-3F45-7F90-E596365BAE15}" dt="2022-07-13T15:46:14.101" v="7"/>
        <pc:sldMkLst>
          <pc:docMk/>
          <pc:sldMk cId="2843635817" sldId="259"/>
        </pc:sldMkLst>
        <pc:spChg chg="del">
          <ac:chgData name="Vincent Straub" userId="S::vstraub@turing.ac.uk::cc81dce8-242d-424d-a3c5-7390e8e80d05" providerId="AD" clId="Web-{B56B2191-8386-3F45-7F90-E596365BAE15}" dt="2022-07-13T15:43:50.098" v="1"/>
          <ac:spMkLst>
            <pc:docMk/>
            <pc:sldMk cId="2843635817" sldId="259"/>
            <ac:spMk id="2" creationId="{8DB046C2-00D9-B5CC-A799-C504639A57EE}"/>
          </ac:spMkLst>
        </pc:spChg>
        <pc:spChg chg="del">
          <ac:chgData name="Vincent Straub" userId="S::vstraub@turing.ac.uk::cc81dce8-242d-424d-a3c5-7390e8e80d05" providerId="AD" clId="Web-{B56B2191-8386-3F45-7F90-E596365BAE15}" dt="2022-07-13T15:43:26.410" v="0"/>
          <ac:spMkLst>
            <pc:docMk/>
            <pc:sldMk cId="2843635817" sldId="259"/>
            <ac:spMk id="3" creationId="{4AB4C76E-BF94-BAF9-2C1E-3BD1EA419079}"/>
          </ac:spMkLst>
        </pc:spChg>
        <pc:graphicFrameChg chg="add del mod">
          <ac:chgData name="Vincent Straub" userId="S::vstraub@turing.ac.uk::cc81dce8-242d-424d-a3c5-7390e8e80d05" providerId="AD" clId="Web-{B56B2191-8386-3F45-7F90-E596365BAE15}" dt="2022-07-13T15:44:14.052" v="5"/>
          <ac:graphicFrameMkLst>
            <pc:docMk/>
            <pc:sldMk cId="2843635817" sldId="259"/>
            <ac:graphicFrameMk id="5" creationId="{0FDDAF2E-EB79-92E3-7310-11B82F59163F}"/>
          </ac:graphicFrameMkLst>
        </pc:graphicFrameChg>
        <pc:graphicFrameChg chg="add del mod">
          <ac:chgData name="Vincent Straub" userId="S::vstraub@turing.ac.uk::cc81dce8-242d-424d-a3c5-7390e8e80d05" providerId="AD" clId="Web-{B56B2191-8386-3F45-7F90-E596365BAE15}" dt="2022-07-13T15:46:14.101" v="7"/>
          <ac:graphicFrameMkLst>
            <pc:docMk/>
            <pc:sldMk cId="2843635817" sldId="259"/>
            <ac:graphicFrameMk id="7" creationId="{1E9EA913-5D8A-6731-DB89-12227ED513BA}"/>
          </ac:graphicFrameMkLst>
        </pc:graphicFrameChg>
      </pc:sldChg>
    </pc:docChg>
  </pc:docChgLst>
  <pc:docChgLst>
    <pc:chgData name="Vincent Straub" userId="cc81dce8-242d-424d-a3c5-7390e8e80d05" providerId="ADAL" clId="{B67718C7-85B5-4F46-8F0D-62F3F1A556F5}"/>
    <pc:docChg chg="undo redo custSel addSld delSld modSld sldOrd">
      <pc:chgData name="Vincent Straub" userId="cc81dce8-242d-424d-a3c5-7390e8e80d05" providerId="ADAL" clId="{B67718C7-85B5-4F46-8F0D-62F3F1A556F5}" dt="2022-07-20T11:48:36.188" v="7258"/>
      <pc:docMkLst>
        <pc:docMk/>
      </pc:docMkLst>
      <pc:sldChg chg="addSp modSp add mod setBg modNotesTx">
        <pc:chgData name="Vincent Straub" userId="cc81dce8-242d-424d-a3c5-7390e8e80d05" providerId="ADAL" clId="{B67718C7-85B5-4F46-8F0D-62F3F1A556F5}" dt="2022-07-19T12:29:36.970" v="6884" actId="20577"/>
        <pc:sldMkLst>
          <pc:docMk/>
          <pc:sldMk cId="2435203686" sldId="257"/>
        </pc:sldMkLst>
        <pc:spChg chg="add mod">
          <ac:chgData name="Vincent Straub" userId="cc81dce8-242d-424d-a3c5-7390e8e80d05" providerId="ADAL" clId="{B67718C7-85B5-4F46-8F0D-62F3F1A556F5}" dt="2022-07-19T12:16:11.243" v="6221"/>
          <ac:spMkLst>
            <pc:docMk/>
            <pc:sldMk cId="2435203686" sldId="257"/>
            <ac:spMk id="4" creationId="{F7EB7FD3-C77E-4050-F40F-AD02CBECC747}"/>
          </ac:spMkLst>
        </pc:spChg>
        <pc:spChg chg="mod">
          <ac:chgData name="Vincent Straub" userId="cc81dce8-242d-424d-a3c5-7390e8e80d05" providerId="ADAL" clId="{B67718C7-85B5-4F46-8F0D-62F3F1A556F5}" dt="2022-07-19T10:58:14.710" v="3215" actId="1035"/>
          <ac:spMkLst>
            <pc:docMk/>
            <pc:sldMk cId="2435203686" sldId="257"/>
            <ac:spMk id="21" creationId="{B4809B6A-7C45-D513-4B13-94235158B64D}"/>
          </ac:spMkLst>
        </pc:spChg>
      </pc:sldChg>
      <pc:sldChg chg="del">
        <pc:chgData name="Vincent Straub" userId="cc81dce8-242d-424d-a3c5-7390e8e80d05" providerId="ADAL" clId="{B67718C7-85B5-4F46-8F0D-62F3F1A556F5}" dt="2022-07-14T12:14:51.415" v="67" actId="2696"/>
        <pc:sldMkLst>
          <pc:docMk/>
          <pc:sldMk cId="1731758384" sldId="258"/>
        </pc:sldMkLst>
      </pc:sldChg>
      <pc:sldChg chg="addSp delSp modSp del mod">
        <pc:chgData name="Vincent Straub" userId="cc81dce8-242d-424d-a3c5-7390e8e80d05" providerId="ADAL" clId="{B67718C7-85B5-4F46-8F0D-62F3F1A556F5}" dt="2022-07-19T10:55:55.995" v="3179" actId="2696"/>
        <pc:sldMkLst>
          <pc:docMk/>
          <pc:sldMk cId="2843635817" sldId="259"/>
        </pc:sldMkLst>
        <pc:spChg chg="add mod">
          <ac:chgData name="Vincent Straub" userId="cc81dce8-242d-424d-a3c5-7390e8e80d05" providerId="ADAL" clId="{B67718C7-85B5-4F46-8F0D-62F3F1A556F5}" dt="2022-07-14T13:39:03.155" v="2149" actId="1035"/>
          <ac:spMkLst>
            <pc:docMk/>
            <pc:sldMk cId="2843635817" sldId="259"/>
            <ac:spMk id="4" creationId="{2C338E6B-A4E5-A459-877A-B19BB5D63FAC}"/>
          </ac:spMkLst>
        </pc:spChg>
        <pc:spChg chg="add mod">
          <ac:chgData name="Vincent Straub" userId="cc81dce8-242d-424d-a3c5-7390e8e80d05" providerId="ADAL" clId="{B67718C7-85B5-4F46-8F0D-62F3F1A556F5}" dt="2022-07-19T10:52:03.695" v="3135" actId="207"/>
          <ac:spMkLst>
            <pc:docMk/>
            <pc:sldMk cId="2843635817" sldId="259"/>
            <ac:spMk id="9" creationId="{C700A616-1132-4DC1-B260-7615B474F632}"/>
          </ac:spMkLst>
        </pc:spChg>
        <pc:graphicFrameChg chg="add del mod">
          <ac:chgData name="Vincent Straub" userId="cc81dce8-242d-424d-a3c5-7390e8e80d05" providerId="ADAL" clId="{B67718C7-85B5-4F46-8F0D-62F3F1A556F5}" dt="2022-07-14T13:37:19.678" v="2109" actId="478"/>
          <ac:graphicFrameMkLst>
            <pc:docMk/>
            <pc:sldMk cId="2843635817" sldId="259"/>
            <ac:graphicFrameMk id="2" creationId="{67B4DF85-FF5D-0FAA-D56B-7057E0414ACC}"/>
          </ac:graphicFrameMkLst>
        </pc:graphicFrameChg>
        <pc:graphicFrameChg chg="add del mod">
          <ac:chgData name="Vincent Straub" userId="cc81dce8-242d-424d-a3c5-7390e8e80d05" providerId="ADAL" clId="{B67718C7-85B5-4F46-8F0D-62F3F1A556F5}" dt="2022-07-13T15:46:47.720" v="1"/>
          <ac:graphicFrameMkLst>
            <pc:docMk/>
            <pc:sldMk cId="2843635817" sldId="259"/>
            <ac:graphicFrameMk id="2" creationId="{F9950D36-AEBD-4ABA-02EA-B2EB381C36A1}"/>
          </ac:graphicFrameMkLst>
        </pc:graphicFrameChg>
        <pc:graphicFrameChg chg="add del mod">
          <ac:chgData name="Vincent Straub" userId="cc81dce8-242d-424d-a3c5-7390e8e80d05" providerId="ADAL" clId="{B67718C7-85B5-4F46-8F0D-62F3F1A556F5}" dt="2022-07-14T13:35:43.129" v="2074" actId="478"/>
          <ac:graphicFrameMkLst>
            <pc:docMk/>
            <pc:sldMk cId="2843635817" sldId="259"/>
            <ac:graphicFrameMk id="3" creationId="{62F5F420-00C7-48B6-D908-00480AC94777}"/>
          </ac:graphicFrameMkLst>
        </pc:graphicFrameChg>
        <pc:graphicFrameChg chg="add del mod">
          <ac:chgData name="Vincent Straub" userId="cc81dce8-242d-424d-a3c5-7390e8e80d05" providerId="ADAL" clId="{B67718C7-85B5-4F46-8F0D-62F3F1A556F5}" dt="2022-07-14T13:37:39.209" v="2111"/>
          <ac:graphicFrameMkLst>
            <pc:docMk/>
            <pc:sldMk cId="2843635817" sldId="259"/>
            <ac:graphicFrameMk id="5" creationId="{42CD021C-B7FE-D265-97D7-BFE431CB98D3}"/>
          </ac:graphicFrameMkLst>
        </pc:graphicFrameChg>
        <pc:graphicFrameChg chg="add del mod">
          <ac:chgData name="Vincent Straub" userId="cc81dce8-242d-424d-a3c5-7390e8e80d05" providerId="ADAL" clId="{B67718C7-85B5-4F46-8F0D-62F3F1A556F5}" dt="2022-07-13T15:59:37.768" v="34" actId="478"/>
          <ac:graphicFrameMkLst>
            <pc:docMk/>
            <pc:sldMk cId="2843635817" sldId="259"/>
            <ac:graphicFrameMk id="5" creationId="{E447AABA-BAAB-BD7B-18EA-2A704E93B327}"/>
          </ac:graphicFrameMkLst>
        </pc:graphicFrameChg>
        <pc:graphicFrameChg chg="add mod">
          <ac:chgData name="Vincent Straub" userId="cc81dce8-242d-424d-a3c5-7390e8e80d05" providerId="ADAL" clId="{B67718C7-85B5-4F46-8F0D-62F3F1A556F5}" dt="2022-07-14T13:38:32.301" v="2125" actId="1076"/>
          <ac:graphicFrameMkLst>
            <pc:docMk/>
            <pc:sldMk cId="2843635817" sldId="259"/>
            <ac:graphicFrameMk id="6" creationId="{58226F7C-0A6E-7D50-ED0E-42F916BBB844}"/>
          </ac:graphicFrameMkLst>
        </pc:graphicFrameChg>
        <pc:graphicFrameChg chg="add del mod">
          <ac:chgData name="Vincent Straub" userId="cc81dce8-242d-424d-a3c5-7390e8e80d05" providerId="ADAL" clId="{B67718C7-85B5-4F46-8F0D-62F3F1A556F5}" dt="2022-07-14T13:38:01.563" v="2115"/>
          <ac:graphicFrameMkLst>
            <pc:docMk/>
            <pc:sldMk cId="2843635817" sldId="259"/>
            <ac:graphicFrameMk id="7" creationId="{8DC00C4A-3D41-C24F-CB13-504842D27799}"/>
          </ac:graphicFrameMkLst>
        </pc:graphicFrameChg>
        <pc:graphicFrameChg chg="add mod">
          <ac:chgData name="Vincent Straub" userId="cc81dce8-242d-424d-a3c5-7390e8e80d05" providerId="ADAL" clId="{B67718C7-85B5-4F46-8F0D-62F3F1A556F5}" dt="2022-07-14T13:38:57.596" v="2144" actId="1035"/>
          <ac:graphicFrameMkLst>
            <pc:docMk/>
            <pc:sldMk cId="2843635817" sldId="259"/>
            <ac:graphicFrameMk id="8" creationId="{5D0376E1-66B1-DE0E-8AB0-3F975A7882A7}"/>
          </ac:graphicFrameMkLst>
        </pc:graphicFrameChg>
      </pc:sldChg>
      <pc:sldChg chg="addSp delSp modSp del mod">
        <pc:chgData name="Vincent Straub" userId="cc81dce8-242d-424d-a3c5-7390e8e80d05" providerId="ADAL" clId="{B67718C7-85B5-4F46-8F0D-62F3F1A556F5}" dt="2022-07-19T10:50:43.025" v="3098" actId="2696"/>
        <pc:sldMkLst>
          <pc:docMk/>
          <pc:sldMk cId="2709432554" sldId="260"/>
        </pc:sldMkLst>
        <pc:spChg chg="del">
          <ac:chgData name="Vincent Straub" userId="cc81dce8-242d-424d-a3c5-7390e8e80d05" providerId="ADAL" clId="{B67718C7-85B5-4F46-8F0D-62F3F1A556F5}" dt="2022-07-13T15:59:03.853" v="25" actId="478"/>
          <ac:spMkLst>
            <pc:docMk/>
            <pc:sldMk cId="2709432554" sldId="260"/>
            <ac:spMk id="2" creationId="{BCA87A04-FD3E-BF35-00AD-2CDEEE842FCD}"/>
          </ac:spMkLst>
        </pc:spChg>
        <pc:spChg chg="del">
          <ac:chgData name="Vincent Straub" userId="cc81dce8-242d-424d-a3c5-7390e8e80d05" providerId="ADAL" clId="{B67718C7-85B5-4F46-8F0D-62F3F1A556F5}" dt="2022-07-13T15:59:03.140" v="24" actId="478"/>
          <ac:spMkLst>
            <pc:docMk/>
            <pc:sldMk cId="2709432554" sldId="260"/>
            <ac:spMk id="3" creationId="{CC2D114A-B557-D0A1-8017-34245C543A8D}"/>
          </ac:spMkLst>
        </pc:spChg>
        <pc:spChg chg="add del mod">
          <ac:chgData name="Vincent Straub" userId="cc81dce8-242d-424d-a3c5-7390e8e80d05" providerId="ADAL" clId="{B67718C7-85B5-4F46-8F0D-62F3F1A556F5}" dt="2022-07-14T13:41:10.517" v="2303"/>
          <ac:spMkLst>
            <pc:docMk/>
            <pc:sldMk cId="2709432554" sldId="260"/>
            <ac:spMk id="4" creationId="{C29B6917-3872-3213-EF6F-2B8AD8AAB596}"/>
          </ac:spMkLst>
        </pc:spChg>
        <pc:spChg chg="add mod">
          <ac:chgData name="Vincent Straub" userId="cc81dce8-242d-424d-a3c5-7390e8e80d05" providerId="ADAL" clId="{B67718C7-85B5-4F46-8F0D-62F3F1A556F5}" dt="2022-07-14T13:42:16.094" v="2310" actId="1076"/>
          <ac:spMkLst>
            <pc:docMk/>
            <pc:sldMk cId="2709432554" sldId="260"/>
            <ac:spMk id="6" creationId="{CAD34D0E-D7DA-2531-0586-1ED5B984394B}"/>
          </ac:spMkLst>
        </pc:spChg>
        <pc:graphicFrameChg chg="add del mod">
          <ac:chgData name="Vincent Straub" userId="cc81dce8-242d-424d-a3c5-7390e8e80d05" providerId="ADAL" clId="{B67718C7-85B5-4F46-8F0D-62F3F1A556F5}" dt="2022-07-14T13:39:22.959" v="2155" actId="478"/>
          <ac:graphicFrameMkLst>
            <pc:docMk/>
            <pc:sldMk cId="2709432554" sldId="260"/>
            <ac:graphicFrameMk id="2" creationId="{741A9043-64ED-EF86-4829-E9612CB58AC2}"/>
          </ac:graphicFrameMkLst>
        </pc:graphicFrameChg>
        <pc:graphicFrameChg chg="add del mod">
          <ac:chgData name="Vincent Straub" userId="cc81dce8-242d-424d-a3c5-7390e8e80d05" providerId="ADAL" clId="{B67718C7-85B5-4F46-8F0D-62F3F1A556F5}" dt="2022-07-13T15:59:40.048" v="35" actId="478"/>
          <ac:graphicFrameMkLst>
            <pc:docMk/>
            <pc:sldMk cId="2709432554" sldId="260"/>
            <ac:graphicFrameMk id="4" creationId="{7F464D49-D857-C7B5-F8E5-1E0E9851663D}"/>
          </ac:graphicFrameMkLst>
        </pc:graphicFrameChg>
        <pc:graphicFrameChg chg="add del mod">
          <ac:chgData name="Vincent Straub" userId="cc81dce8-242d-424d-a3c5-7390e8e80d05" providerId="ADAL" clId="{B67718C7-85B5-4F46-8F0D-62F3F1A556F5}" dt="2022-07-14T13:35:44.748" v="2075" actId="478"/>
          <ac:graphicFrameMkLst>
            <pc:docMk/>
            <pc:sldMk cId="2709432554" sldId="260"/>
            <ac:graphicFrameMk id="5" creationId="{530A0C90-4652-488F-CF6E-7804C66117F6}"/>
          </ac:graphicFrameMkLst>
        </pc:graphicFrameChg>
        <pc:picChg chg="add mod">
          <ac:chgData name="Vincent Straub" userId="cc81dce8-242d-424d-a3c5-7390e8e80d05" providerId="ADAL" clId="{B67718C7-85B5-4F46-8F0D-62F3F1A556F5}" dt="2022-07-14T13:42:16.094" v="2310" actId="1076"/>
          <ac:picMkLst>
            <pc:docMk/>
            <pc:sldMk cId="2709432554" sldId="260"/>
            <ac:picMk id="3" creationId="{32C00B01-093D-ACD3-88EC-BF84EF407B56}"/>
          </ac:picMkLst>
        </pc:picChg>
      </pc:sldChg>
      <pc:sldChg chg="addSp delSp modSp mod modNotesTx">
        <pc:chgData name="Vincent Straub" userId="cc81dce8-242d-424d-a3c5-7390e8e80d05" providerId="ADAL" clId="{B67718C7-85B5-4F46-8F0D-62F3F1A556F5}" dt="2022-07-19T12:26:04.638" v="6715" actId="20577"/>
        <pc:sldMkLst>
          <pc:docMk/>
          <pc:sldMk cId="4283676588" sldId="261"/>
        </pc:sldMkLst>
        <pc:spChg chg="del">
          <ac:chgData name="Vincent Straub" userId="cc81dce8-242d-424d-a3c5-7390e8e80d05" providerId="ADAL" clId="{B67718C7-85B5-4F46-8F0D-62F3F1A556F5}" dt="2022-07-14T13:43:29.493" v="2318" actId="478"/>
          <ac:spMkLst>
            <pc:docMk/>
            <pc:sldMk cId="4283676588" sldId="261"/>
            <ac:spMk id="2" creationId="{8BCA0545-0E9D-1A15-A2A5-E674D8E8866A}"/>
          </ac:spMkLst>
        </pc:spChg>
        <pc:spChg chg="del mod">
          <ac:chgData name="Vincent Straub" userId="cc81dce8-242d-424d-a3c5-7390e8e80d05" providerId="ADAL" clId="{B67718C7-85B5-4F46-8F0D-62F3F1A556F5}" dt="2022-07-14T13:42:57.841" v="2316" actId="478"/>
          <ac:spMkLst>
            <pc:docMk/>
            <pc:sldMk cId="4283676588" sldId="261"/>
            <ac:spMk id="3" creationId="{69A4D40B-0C14-0BA8-30FF-73D832BB619D}"/>
          </ac:spMkLst>
        </pc:spChg>
        <pc:spChg chg="add mod">
          <ac:chgData name="Vincent Straub" userId="cc81dce8-242d-424d-a3c5-7390e8e80d05" providerId="ADAL" clId="{B67718C7-85B5-4F46-8F0D-62F3F1A556F5}" dt="2022-07-19T10:57:52.092" v="3206" actId="1036"/>
          <ac:spMkLst>
            <pc:docMk/>
            <pc:sldMk cId="4283676588" sldId="261"/>
            <ac:spMk id="3" creationId="{769B6A60-B271-BE49-283E-260F2DC3AFC5}"/>
          </ac:spMkLst>
        </pc:spChg>
        <pc:spChg chg="add mod">
          <ac:chgData name="Vincent Straub" userId="cc81dce8-242d-424d-a3c5-7390e8e80d05" providerId="ADAL" clId="{B67718C7-85B5-4F46-8F0D-62F3F1A556F5}" dt="2022-07-19T11:06:02.889" v="3442"/>
          <ac:spMkLst>
            <pc:docMk/>
            <pc:sldMk cId="4283676588" sldId="261"/>
            <ac:spMk id="4" creationId="{4E0ED325-38A5-6D58-1972-043441C73B69}"/>
          </ac:spMkLst>
        </pc:spChg>
        <pc:spChg chg="add del mod">
          <ac:chgData name="Vincent Straub" userId="cc81dce8-242d-424d-a3c5-7390e8e80d05" providerId="ADAL" clId="{B67718C7-85B5-4F46-8F0D-62F3F1A556F5}" dt="2022-07-14T13:43:27.778" v="2317" actId="478"/>
          <ac:spMkLst>
            <pc:docMk/>
            <pc:sldMk cId="4283676588" sldId="261"/>
            <ac:spMk id="5" creationId="{749AC4E0-1D7D-5193-531C-654BD89A8F24}"/>
          </ac:spMkLst>
        </pc:spChg>
        <pc:spChg chg="add mod">
          <ac:chgData name="Vincent Straub" userId="cc81dce8-242d-424d-a3c5-7390e8e80d05" providerId="ADAL" clId="{B67718C7-85B5-4F46-8F0D-62F3F1A556F5}" dt="2022-07-19T11:06:02.889" v="3442"/>
          <ac:spMkLst>
            <pc:docMk/>
            <pc:sldMk cId="4283676588" sldId="261"/>
            <ac:spMk id="5" creationId="{B7E9E8EF-ED1D-D212-29E1-96CAC014046A}"/>
          </ac:spMkLst>
        </pc:spChg>
        <pc:spChg chg="add del mod">
          <ac:chgData name="Vincent Straub" userId="cc81dce8-242d-424d-a3c5-7390e8e80d05" providerId="ADAL" clId="{B67718C7-85B5-4F46-8F0D-62F3F1A556F5}" dt="2022-07-19T11:06:06.044" v="3444"/>
          <ac:spMkLst>
            <pc:docMk/>
            <pc:sldMk cId="4283676588" sldId="261"/>
            <ac:spMk id="7" creationId="{24A886FB-F565-441A-1673-0661BED4F248}"/>
          </ac:spMkLst>
        </pc:spChg>
        <pc:spChg chg="add del mod">
          <ac:chgData name="Vincent Straub" userId="cc81dce8-242d-424d-a3c5-7390e8e80d05" providerId="ADAL" clId="{B67718C7-85B5-4F46-8F0D-62F3F1A556F5}" dt="2022-07-19T11:06:06.044" v="3444"/>
          <ac:spMkLst>
            <pc:docMk/>
            <pc:sldMk cId="4283676588" sldId="261"/>
            <ac:spMk id="8" creationId="{F6952284-6E53-44D7-2CBD-81FFEACBA881}"/>
          </ac:spMkLst>
        </pc:spChg>
        <pc:spChg chg="add mod">
          <ac:chgData name="Vincent Straub" userId="cc81dce8-242d-424d-a3c5-7390e8e80d05" providerId="ADAL" clId="{B67718C7-85B5-4F46-8F0D-62F3F1A556F5}" dt="2022-07-19T12:16:09.961" v="6220"/>
          <ac:spMkLst>
            <pc:docMk/>
            <pc:sldMk cId="4283676588" sldId="261"/>
            <ac:spMk id="9" creationId="{9D0BAB33-D567-C307-C0B2-10350093F155}"/>
          </ac:spMkLst>
        </pc:spChg>
        <pc:graphicFrameChg chg="add mod modGraphic">
          <ac:chgData name="Vincent Straub" userId="cc81dce8-242d-424d-a3c5-7390e8e80d05" providerId="ADAL" clId="{B67718C7-85B5-4F46-8F0D-62F3F1A556F5}" dt="2022-07-19T10:57:28.547" v="3193" actId="1076"/>
          <ac:graphicFrameMkLst>
            <pc:docMk/>
            <pc:sldMk cId="4283676588" sldId="261"/>
            <ac:graphicFrameMk id="2" creationId="{A5ED530E-974F-59FB-DF5C-AD423CE1EF02}"/>
          </ac:graphicFrameMkLst>
        </pc:graphicFrameChg>
        <pc:picChg chg="add del">
          <ac:chgData name="Vincent Straub" userId="cc81dce8-242d-424d-a3c5-7390e8e80d05" providerId="ADAL" clId="{B67718C7-85B5-4F46-8F0D-62F3F1A556F5}" dt="2022-07-19T10:57:04.085" v="3189" actId="478"/>
          <ac:picMkLst>
            <pc:docMk/>
            <pc:sldMk cId="4283676588" sldId="261"/>
            <ac:picMk id="6" creationId="{03622583-4363-7E97-01B5-A75F84E8D279}"/>
          </ac:picMkLst>
        </pc:picChg>
      </pc:sldChg>
      <pc:sldChg chg="del">
        <pc:chgData name="Vincent Straub" userId="cc81dce8-242d-424d-a3c5-7390e8e80d05" providerId="ADAL" clId="{B67718C7-85B5-4F46-8F0D-62F3F1A556F5}" dt="2022-07-14T13:08:44.523" v="949" actId="2696"/>
        <pc:sldMkLst>
          <pc:docMk/>
          <pc:sldMk cId="475634872" sldId="262"/>
        </pc:sldMkLst>
      </pc:sldChg>
      <pc:sldChg chg="addSp delSp modSp add mod">
        <pc:chgData name="Vincent Straub" userId="cc81dce8-242d-424d-a3c5-7390e8e80d05" providerId="ADAL" clId="{B67718C7-85B5-4F46-8F0D-62F3F1A556F5}" dt="2022-07-19T13:00:06.335" v="7255"/>
        <pc:sldMkLst>
          <pc:docMk/>
          <pc:sldMk cId="4099870511" sldId="262"/>
        </pc:sldMkLst>
        <pc:spChg chg="add del mod">
          <ac:chgData name="Vincent Straub" userId="cc81dce8-242d-424d-a3c5-7390e8e80d05" providerId="ADAL" clId="{B67718C7-85B5-4F46-8F0D-62F3F1A556F5}" dt="2022-07-19T11:04:30.431" v="3412"/>
          <ac:spMkLst>
            <pc:docMk/>
            <pc:sldMk cId="4099870511" sldId="262"/>
            <ac:spMk id="2" creationId="{2FEE34EA-EA22-F06C-7EBF-A3D9B99A701C}"/>
          </ac:spMkLst>
        </pc:spChg>
        <pc:spChg chg="del mod">
          <ac:chgData name="Vincent Straub" userId="cc81dce8-242d-424d-a3c5-7390e8e80d05" providerId="ADAL" clId="{B67718C7-85B5-4F46-8F0D-62F3F1A556F5}" dt="2022-07-19T11:03:46.300" v="3321" actId="478"/>
          <ac:spMkLst>
            <pc:docMk/>
            <pc:sldMk cId="4099870511" sldId="262"/>
            <ac:spMk id="3" creationId="{00000000-0000-0000-0000-000000000000}"/>
          </ac:spMkLst>
        </pc:spChg>
        <pc:spChg chg="mod">
          <ac:chgData name="Vincent Straub" userId="cc81dce8-242d-424d-a3c5-7390e8e80d05" providerId="ADAL" clId="{B67718C7-85B5-4F46-8F0D-62F3F1A556F5}" dt="2022-07-19T11:04:23.491" v="3410" actId="20577"/>
          <ac:spMkLst>
            <pc:docMk/>
            <pc:sldMk cId="4099870511" sldId="262"/>
            <ac:spMk id="4" creationId="{00000000-0000-0000-0000-000000000000}"/>
          </ac:spMkLst>
        </pc:spChg>
        <pc:spChg chg="del mod">
          <ac:chgData name="Vincent Straub" userId="cc81dce8-242d-424d-a3c5-7390e8e80d05" providerId="ADAL" clId="{B67718C7-85B5-4F46-8F0D-62F3F1A556F5}" dt="2022-07-14T13:11:47.373" v="1161" actId="478"/>
          <ac:spMkLst>
            <pc:docMk/>
            <pc:sldMk cId="4099870511" sldId="262"/>
            <ac:spMk id="6" creationId="{00000000-0000-0000-0000-000000000000}"/>
          </ac:spMkLst>
        </pc:spChg>
        <pc:spChg chg="del">
          <ac:chgData name="Vincent Straub" userId="cc81dce8-242d-424d-a3c5-7390e8e80d05" providerId="ADAL" clId="{B67718C7-85B5-4F46-8F0D-62F3F1A556F5}" dt="2022-07-14T13:11:47.373" v="1161" actId="478"/>
          <ac:spMkLst>
            <pc:docMk/>
            <pc:sldMk cId="4099870511" sldId="262"/>
            <ac:spMk id="7" creationId="{00000000-0000-0000-0000-000000000000}"/>
          </ac:spMkLst>
        </pc:spChg>
        <pc:spChg chg="add del mod">
          <ac:chgData name="Vincent Straub" userId="cc81dce8-242d-424d-a3c5-7390e8e80d05" providerId="ADAL" clId="{B67718C7-85B5-4F46-8F0D-62F3F1A556F5}" dt="2022-07-14T13:11:50.766" v="1165" actId="478"/>
          <ac:spMkLst>
            <pc:docMk/>
            <pc:sldMk cId="4099870511" sldId="262"/>
            <ac:spMk id="8" creationId="{EDEE1CA0-680B-E795-22AF-3E821C00AC43}"/>
          </ac:spMkLst>
        </pc:spChg>
        <pc:spChg chg="add del mod">
          <ac:chgData name="Vincent Straub" userId="cc81dce8-242d-424d-a3c5-7390e8e80d05" providerId="ADAL" clId="{B67718C7-85B5-4F46-8F0D-62F3F1A556F5}" dt="2022-07-14T13:11:50.766" v="1165" actId="478"/>
          <ac:spMkLst>
            <pc:docMk/>
            <pc:sldMk cId="4099870511" sldId="262"/>
            <ac:spMk id="10" creationId="{B2348E70-E179-DF13-BF35-648A62F1EDAA}"/>
          </ac:spMkLst>
        </pc:spChg>
        <pc:spChg chg="add del mod">
          <ac:chgData name="Vincent Straub" userId="cc81dce8-242d-424d-a3c5-7390e8e80d05" providerId="ADAL" clId="{B67718C7-85B5-4F46-8F0D-62F3F1A556F5}" dt="2022-07-14T13:11:49.346" v="1164"/>
          <ac:spMkLst>
            <pc:docMk/>
            <pc:sldMk cId="4099870511" sldId="262"/>
            <ac:spMk id="11" creationId="{DFCA54BE-5BBB-3586-EF97-DA042D30A156}"/>
          </ac:spMkLst>
        </pc:spChg>
        <pc:spChg chg="add del mod">
          <ac:chgData name="Vincent Straub" userId="cc81dce8-242d-424d-a3c5-7390e8e80d05" providerId="ADAL" clId="{B67718C7-85B5-4F46-8F0D-62F3F1A556F5}" dt="2022-07-14T13:11:49.346" v="1164"/>
          <ac:spMkLst>
            <pc:docMk/>
            <pc:sldMk cId="4099870511" sldId="262"/>
            <ac:spMk id="12" creationId="{F7CF91B5-E5C7-381B-DE31-7558F2FC8794}"/>
          </ac:spMkLst>
        </pc:spChg>
        <pc:spChg chg="add del">
          <ac:chgData name="Vincent Straub" userId="cc81dce8-242d-424d-a3c5-7390e8e80d05" providerId="ADAL" clId="{B67718C7-85B5-4F46-8F0D-62F3F1A556F5}" dt="2022-07-19T11:03:44.636" v="3320" actId="478"/>
          <ac:spMkLst>
            <pc:docMk/>
            <pc:sldMk cId="4099870511" sldId="262"/>
            <ac:spMk id="13" creationId="{00000000-0000-0000-0000-000000000000}"/>
          </ac:spMkLst>
        </pc:spChg>
        <pc:spChg chg="add mod">
          <ac:chgData name="Vincent Straub" userId="cc81dce8-242d-424d-a3c5-7390e8e80d05" providerId="ADAL" clId="{B67718C7-85B5-4F46-8F0D-62F3F1A556F5}" dt="2022-07-19T13:00:06.335" v="7255"/>
          <ac:spMkLst>
            <pc:docMk/>
            <pc:sldMk cId="4099870511" sldId="262"/>
            <ac:spMk id="15" creationId="{AFF0EC38-EA29-4994-B3B4-31D28A776EDA}"/>
          </ac:spMkLst>
        </pc:spChg>
        <pc:spChg chg="add del mod">
          <ac:chgData name="Vincent Straub" userId="cc81dce8-242d-424d-a3c5-7390e8e80d05" providerId="ADAL" clId="{B67718C7-85B5-4F46-8F0D-62F3F1A556F5}" dt="2022-07-19T11:03:14.820" v="3265" actId="478"/>
          <ac:spMkLst>
            <pc:docMk/>
            <pc:sldMk cId="4099870511" sldId="262"/>
            <ac:spMk id="16" creationId="{B3614A20-FDEC-42F0-299F-7AD39CA9122E}"/>
          </ac:spMkLst>
        </pc:spChg>
      </pc:sldChg>
      <pc:sldChg chg="del">
        <pc:chgData name="Vincent Straub" userId="cc81dce8-242d-424d-a3c5-7390e8e80d05" providerId="ADAL" clId="{B67718C7-85B5-4F46-8F0D-62F3F1A556F5}" dt="2022-07-14T13:08:44.747" v="950" actId="2696"/>
        <pc:sldMkLst>
          <pc:docMk/>
          <pc:sldMk cId="2176064867" sldId="263"/>
        </pc:sldMkLst>
      </pc:sldChg>
      <pc:sldChg chg="addSp delSp modSp add mod">
        <pc:chgData name="Vincent Straub" userId="cc81dce8-242d-424d-a3c5-7390e8e80d05" providerId="ADAL" clId="{B67718C7-85B5-4F46-8F0D-62F3F1A556F5}" dt="2022-07-19T12:39:24.671" v="7246"/>
        <pc:sldMkLst>
          <pc:docMk/>
          <pc:sldMk cId="773294712" sldId="264"/>
        </pc:sldMkLst>
        <pc:spChg chg="add del mod">
          <ac:chgData name="Vincent Straub" userId="cc81dce8-242d-424d-a3c5-7390e8e80d05" providerId="ADAL" clId="{B67718C7-85B5-4F46-8F0D-62F3F1A556F5}" dt="2022-07-19T11:06:22.414" v="3452" actId="478"/>
          <ac:spMkLst>
            <pc:docMk/>
            <pc:sldMk cId="773294712" sldId="264"/>
            <ac:spMk id="2" creationId="{EA7CD34D-B21E-6C67-E150-DDDA0904645A}"/>
          </ac:spMkLst>
        </pc:spChg>
        <pc:spChg chg="del">
          <ac:chgData name="Vincent Straub" userId="cc81dce8-242d-424d-a3c5-7390e8e80d05" providerId="ADAL" clId="{B67718C7-85B5-4F46-8F0D-62F3F1A556F5}" dt="2022-07-19T11:06:16.932" v="3447" actId="478"/>
          <ac:spMkLst>
            <pc:docMk/>
            <pc:sldMk cId="773294712" sldId="264"/>
            <ac:spMk id="3" creationId="{00000000-0000-0000-0000-000000000000}"/>
          </ac:spMkLst>
        </pc:spChg>
        <pc:spChg chg="del">
          <ac:chgData name="Vincent Straub" userId="cc81dce8-242d-424d-a3c5-7390e8e80d05" providerId="ADAL" clId="{B67718C7-85B5-4F46-8F0D-62F3F1A556F5}" dt="2022-07-19T11:06:18.625" v="3448" actId="478"/>
          <ac:spMkLst>
            <pc:docMk/>
            <pc:sldMk cId="773294712" sldId="264"/>
            <ac:spMk id="4" creationId="{00000000-0000-0000-0000-000000000000}"/>
          </ac:spMkLst>
        </pc:spChg>
        <pc:spChg chg="mod">
          <ac:chgData name="Vincent Straub" userId="cc81dce8-242d-424d-a3c5-7390e8e80d05" providerId="ADAL" clId="{B67718C7-85B5-4F46-8F0D-62F3F1A556F5}" dt="2022-07-14T13:26:42.589" v="1973" actId="403"/>
          <ac:spMkLst>
            <pc:docMk/>
            <pc:sldMk cId="773294712" sldId="264"/>
            <ac:spMk id="6" creationId="{00000000-0000-0000-0000-000000000000}"/>
          </ac:spMkLst>
        </pc:spChg>
        <pc:spChg chg="mod">
          <ac:chgData name="Vincent Straub" userId="cc81dce8-242d-424d-a3c5-7390e8e80d05" providerId="ADAL" clId="{B67718C7-85B5-4F46-8F0D-62F3F1A556F5}" dt="2022-07-19T12:39:24.671" v="7246"/>
          <ac:spMkLst>
            <pc:docMk/>
            <pc:sldMk cId="773294712" sldId="264"/>
            <ac:spMk id="7" creationId="{00000000-0000-0000-0000-000000000000}"/>
          </ac:spMkLst>
        </pc:spChg>
        <pc:spChg chg="add del mod">
          <ac:chgData name="Vincent Straub" userId="cc81dce8-242d-424d-a3c5-7390e8e80d05" providerId="ADAL" clId="{B67718C7-85B5-4F46-8F0D-62F3F1A556F5}" dt="2022-07-19T11:06:20.927" v="3451" actId="478"/>
          <ac:spMkLst>
            <pc:docMk/>
            <pc:sldMk cId="773294712" sldId="264"/>
            <ac:spMk id="8" creationId="{16403544-5A93-06CE-42AB-FF9887778C28}"/>
          </ac:spMkLst>
        </pc:spChg>
        <pc:spChg chg="add del">
          <ac:chgData name="Vincent Straub" userId="cc81dce8-242d-424d-a3c5-7390e8e80d05" providerId="ADAL" clId="{B67718C7-85B5-4F46-8F0D-62F3F1A556F5}" dt="2022-07-14T13:13:07.417" v="1317" actId="478"/>
          <ac:spMkLst>
            <pc:docMk/>
            <pc:sldMk cId="773294712" sldId="264"/>
            <ac:spMk id="13" creationId="{00000000-0000-0000-0000-000000000000}"/>
          </ac:spMkLst>
        </pc:spChg>
      </pc:sldChg>
      <pc:sldChg chg="del">
        <pc:chgData name="Vincent Straub" userId="cc81dce8-242d-424d-a3c5-7390e8e80d05" providerId="ADAL" clId="{B67718C7-85B5-4F46-8F0D-62F3F1A556F5}" dt="2022-07-14T13:08:45.059" v="951" actId="2696"/>
        <pc:sldMkLst>
          <pc:docMk/>
          <pc:sldMk cId="2373704627" sldId="264"/>
        </pc:sldMkLst>
      </pc:sldChg>
      <pc:sldChg chg="del">
        <pc:chgData name="Vincent Straub" userId="cc81dce8-242d-424d-a3c5-7390e8e80d05" providerId="ADAL" clId="{B67718C7-85B5-4F46-8F0D-62F3F1A556F5}" dt="2022-07-14T13:08:45.472" v="952" actId="2696"/>
        <pc:sldMkLst>
          <pc:docMk/>
          <pc:sldMk cId="3973554406" sldId="265"/>
        </pc:sldMkLst>
      </pc:sldChg>
      <pc:sldChg chg="addSp delSp modSp add del mod">
        <pc:chgData name="Vincent Straub" userId="cc81dce8-242d-424d-a3c5-7390e8e80d05" providerId="ADAL" clId="{B67718C7-85B5-4F46-8F0D-62F3F1A556F5}" dt="2022-07-14T13:12:01.505" v="1169" actId="2696"/>
        <pc:sldMkLst>
          <pc:docMk/>
          <pc:sldMk cId="910284227" sldId="266"/>
        </pc:sldMkLst>
        <pc:spChg chg="mod">
          <ac:chgData name="Vincent Straub" userId="cc81dce8-242d-424d-a3c5-7390e8e80d05" providerId="ADAL" clId="{B67718C7-85B5-4F46-8F0D-62F3F1A556F5}" dt="2022-07-14T12:59:29.452" v="298" actId="1076"/>
          <ac:spMkLst>
            <pc:docMk/>
            <pc:sldMk cId="910284227" sldId="266"/>
            <ac:spMk id="2" creationId="{00000000-0000-0000-0000-000000000000}"/>
          </ac:spMkLst>
        </pc:spChg>
        <pc:spChg chg="mod">
          <ac:chgData name="Vincent Straub" userId="cc81dce8-242d-424d-a3c5-7390e8e80d05" providerId="ADAL" clId="{B67718C7-85B5-4F46-8F0D-62F3F1A556F5}" dt="2022-07-14T12:59:53.893" v="330" actId="1036"/>
          <ac:spMkLst>
            <pc:docMk/>
            <pc:sldMk cId="910284227" sldId="266"/>
            <ac:spMk id="3" creationId="{00000000-0000-0000-0000-000000000000}"/>
          </ac:spMkLst>
        </pc:spChg>
        <pc:spChg chg="mod">
          <ac:chgData name="Vincent Straub" userId="cc81dce8-242d-424d-a3c5-7390e8e80d05" providerId="ADAL" clId="{B67718C7-85B5-4F46-8F0D-62F3F1A556F5}" dt="2022-07-14T13:00:00" v="331" actId="20577"/>
          <ac:spMkLst>
            <pc:docMk/>
            <pc:sldMk cId="910284227" sldId="266"/>
            <ac:spMk id="4" creationId="{00000000-0000-0000-0000-000000000000}"/>
          </ac:spMkLst>
        </pc:spChg>
        <pc:spChg chg="mod">
          <ac:chgData name="Vincent Straub" userId="cc81dce8-242d-424d-a3c5-7390e8e80d05" providerId="ADAL" clId="{B67718C7-85B5-4F46-8F0D-62F3F1A556F5}" dt="2022-07-14T13:07:53.164" v="882" actId="14100"/>
          <ac:spMkLst>
            <pc:docMk/>
            <pc:sldMk cId="910284227" sldId="266"/>
            <ac:spMk id="6" creationId="{00000000-0000-0000-0000-000000000000}"/>
          </ac:spMkLst>
        </pc:spChg>
        <pc:spChg chg="mod">
          <ac:chgData name="Vincent Straub" userId="cc81dce8-242d-424d-a3c5-7390e8e80d05" providerId="ADAL" clId="{B67718C7-85B5-4F46-8F0D-62F3F1A556F5}" dt="2022-07-14T12:58:47.244" v="223" actId="313"/>
          <ac:spMkLst>
            <pc:docMk/>
            <pc:sldMk cId="910284227" sldId="266"/>
            <ac:spMk id="7" creationId="{00000000-0000-0000-0000-000000000000}"/>
          </ac:spMkLst>
        </pc:spChg>
        <pc:spChg chg="add del mod">
          <ac:chgData name="Vincent Straub" userId="cc81dce8-242d-424d-a3c5-7390e8e80d05" providerId="ADAL" clId="{B67718C7-85B5-4F46-8F0D-62F3F1A556F5}" dt="2022-07-14T12:59:26.882" v="297" actId="478"/>
          <ac:spMkLst>
            <pc:docMk/>
            <pc:sldMk cId="910284227" sldId="266"/>
            <ac:spMk id="10" creationId="{E849157D-734A-B758-AA73-8447FC0CB391}"/>
          </ac:spMkLst>
        </pc:spChg>
        <pc:picChg chg="del mod">
          <ac:chgData name="Vincent Straub" userId="cc81dce8-242d-424d-a3c5-7390e8e80d05" providerId="ADAL" clId="{B67718C7-85B5-4F46-8F0D-62F3F1A556F5}" dt="2022-07-14T12:59:23.811" v="295" actId="478"/>
          <ac:picMkLst>
            <pc:docMk/>
            <pc:sldMk cId="910284227" sldId="266"/>
            <ac:picMk id="9" creationId="{00000000-0000-0000-0000-000000000000}"/>
          </ac:picMkLst>
        </pc:picChg>
      </pc:sldChg>
      <pc:sldChg chg="addSp delSp modSp add del mod">
        <pc:chgData name="Vincent Straub" userId="cc81dce8-242d-424d-a3c5-7390e8e80d05" providerId="ADAL" clId="{B67718C7-85B5-4F46-8F0D-62F3F1A556F5}" dt="2022-07-19T11:37:32.346" v="4844" actId="2696"/>
        <pc:sldMkLst>
          <pc:docMk/>
          <pc:sldMk cId="2792252661" sldId="268"/>
        </pc:sldMkLst>
        <pc:spChg chg="del">
          <ac:chgData name="Vincent Straub" userId="cc81dce8-242d-424d-a3c5-7390e8e80d05" providerId="ADAL" clId="{B67718C7-85B5-4F46-8F0D-62F3F1A556F5}" dt="2022-07-19T11:05:57.433" v="3436" actId="478"/>
          <ac:spMkLst>
            <pc:docMk/>
            <pc:sldMk cId="2792252661" sldId="268"/>
            <ac:spMk id="2" creationId="{00000000-0000-0000-0000-000000000000}"/>
          </ac:spMkLst>
        </pc:spChg>
        <pc:spChg chg="del">
          <ac:chgData name="Vincent Straub" userId="cc81dce8-242d-424d-a3c5-7390e8e80d05" providerId="ADAL" clId="{B67718C7-85B5-4F46-8F0D-62F3F1A556F5}" dt="2022-07-19T11:05:57.433" v="3436" actId="478"/>
          <ac:spMkLst>
            <pc:docMk/>
            <pc:sldMk cId="2792252661" sldId="268"/>
            <ac:spMk id="3" creationId="{00000000-0000-0000-0000-000000000000}"/>
          </ac:spMkLst>
        </pc:spChg>
        <pc:spChg chg="del">
          <ac:chgData name="Vincent Straub" userId="cc81dce8-242d-424d-a3c5-7390e8e80d05" providerId="ADAL" clId="{B67718C7-85B5-4F46-8F0D-62F3F1A556F5}" dt="2022-07-14T13:14:04.410" v="1321" actId="478"/>
          <ac:spMkLst>
            <pc:docMk/>
            <pc:sldMk cId="2792252661" sldId="268"/>
            <ac:spMk id="5" creationId="{00000000-0000-0000-0000-000000000000}"/>
          </ac:spMkLst>
        </pc:spChg>
        <pc:spChg chg="add del mod">
          <ac:chgData name="Vincent Straub" userId="cc81dce8-242d-424d-a3c5-7390e8e80d05" providerId="ADAL" clId="{B67718C7-85B5-4F46-8F0D-62F3F1A556F5}" dt="2022-07-19T11:06:01.888" v="3441"/>
          <ac:spMkLst>
            <pc:docMk/>
            <pc:sldMk cId="2792252661" sldId="268"/>
            <ac:spMk id="5" creationId="{9BCD2697-DF60-8730-A8E3-1A42680CD58A}"/>
          </ac:spMkLst>
        </pc:spChg>
        <pc:spChg chg="add del mod">
          <ac:chgData name="Vincent Straub" userId="cc81dce8-242d-424d-a3c5-7390e8e80d05" providerId="ADAL" clId="{B67718C7-85B5-4F46-8F0D-62F3F1A556F5}" dt="2022-07-19T11:06:01.373" v="3439"/>
          <ac:spMkLst>
            <pc:docMk/>
            <pc:sldMk cId="2792252661" sldId="268"/>
            <ac:spMk id="6" creationId="{D79233CB-83B2-DE61-321F-06996BF945C8}"/>
          </ac:spMkLst>
        </pc:spChg>
        <pc:spChg chg="add del mod">
          <ac:chgData name="Vincent Straub" userId="cc81dce8-242d-424d-a3c5-7390e8e80d05" providerId="ADAL" clId="{B67718C7-85B5-4F46-8F0D-62F3F1A556F5}" dt="2022-07-19T11:06:01.373" v="3439"/>
          <ac:spMkLst>
            <pc:docMk/>
            <pc:sldMk cId="2792252661" sldId="268"/>
            <ac:spMk id="7" creationId="{968B5C96-902C-8A34-149A-3C0166256E20}"/>
          </ac:spMkLst>
        </pc:spChg>
        <pc:spChg chg="add del mod">
          <ac:chgData name="Vincent Straub" userId="cc81dce8-242d-424d-a3c5-7390e8e80d05" providerId="ADAL" clId="{B67718C7-85B5-4F46-8F0D-62F3F1A556F5}" dt="2022-07-14T13:14:08.648" v="1324" actId="478"/>
          <ac:spMkLst>
            <pc:docMk/>
            <pc:sldMk cId="2792252661" sldId="268"/>
            <ac:spMk id="7" creationId="{B5D2F884-02DB-5918-795C-EE1FF296DEF2}"/>
          </ac:spMkLst>
        </pc:spChg>
        <pc:spChg chg="add mod">
          <ac:chgData name="Vincent Straub" userId="cc81dce8-242d-424d-a3c5-7390e8e80d05" providerId="ADAL" clId="{B67718C7-85B5-4F46-8F0D-62F3F1A556F5}" dt="2022-07-14T13:55:04.178" v="2810" actId="20577"/>
          <ac:spMkLst>
            <pc:docMk/>
            <pc:sldMk cId="2792252661" sldId="268"/>
            <ac:spMk id="8" creationId="{A4721B74-C25C-CEFA-5ED8-9BD541652401}"/>
          </ac:spMkLst>
        </pc:spChg>
        <pc:spChg chg="add mod">
          <ac:chgData name="Vincent Straub" userId="cc81dce8-242d-424d-a3c5-7390e8e80d05" providerId="ADAL" clId="{B67718C7-85B5-4F46-8F0D-62F3F1A556F5}" dt="2022-07-14T13:55:27.294" v="2882" actId="20577"/>
          <ac:spMkLst>
            <pc:docMk/>
            <pc:sldMk cId="2792252661" sldId="268"/>
            <ac:spMk id="9" creationId="{106E5364-816C-B99E-2F1B-9ABD114CF17A}"/>
          </ac:spMkLst>
        </pc:spChg>
        <pc:spChg chg="del">
          <ac:chgData name="Vincent Straub" userId="cc81dce8-242d-424d-a3c5-7390e8e80d05" providerId="ADAL" clId="{B67718C7-85B5-4F46-8F0D-62F3F1A556F5}" dt="2022-07-14T13:14:08.648" v="1324" actId="478"/>
          <ac:spMkLst>
            <pc:docMk/>
            <pc:sldMk cId="2792252661" sldId="268"/>
            <ac:spMk id="15" creationId="{00000000-0000-0000-0000-000000000000}"/>
          </ac:spMkLst>
        </pc:spChg>
      </pc:sldChg>
      <pc:sldChg chg="addSp delSp modSp add mod modNotesTx">
        <pc:chgData name="Vincent Straub" userId="cc81dce8-242d-424d-a3c5-7390e8e80d05" providerId="ADAL" clId="{B67718C7-85B5-4F46-8F0D-62F3F1A556F5}" dt="2022-07-19T12:28:23.258" v="6732" actId="2711"/>
        <pc:sldMkLst>
          <pc:docMk/>
          <pc:sldMk cId="1451545137" sldId="269"/>
        </pc:sldMkLst>
        <pc:spChg chg="del">
          <ac:chgData name="Vincent Straub" userId="cc81dce8-242d-424d-a3c5-7390e8e80d05" providerId="ADAL" clId="{B67718C7-85B5-4F46-8F0D-62F3F1A556F5}" dt="2022-07-19T11:05:45.528" v="3431" actId="478"/>
          <ac:spMkLst>
            <pc:docMk/>
            <pc:sldMk cId="1451545137" sldId="269"/>
            <ac:spMk id="2" creationId="{00000000-0000-0000-0000-000000000000}"/>
          </ac:spMkLst>
        </pc:spChg>
        <pc:spChg chg="del">
          <ac:chgData name="Vincent Straub" userId="cc81dce8-242d-424d-a3c5-7390e8e80d05" providerId="ADAL" clId="{B67718C7-85B5-4F46-8F0D-62F3F1A556F5}" dt="2022-07-19T11:05:45.528" v="3431" actId="478"/>
          <ac:spMkLst>
            <pc:docMk/>
            <pc:sldMk cId="1451545137" sldId="269"/>
            <ac:spMk id="3" creationId="{00000000-0000-0000-0000-000000000000}"/>
          </ac:spMkLst>
        </pc:spChg>
        <pc:spChg chg="mod">
          <ac:chgData name="Vincent Straub" userId="cc81dce8-242d-424d-a3c5-7390e8e80d05" providerId="ADAL" clId="{B67718C7-85B5-4F46-8F0D-62F3F1A556F5}" dt="2022-07-19T12:28:23.258" v="6732" actId="2711"/>
          <ac:spMkLst>
            <pc:docMk/>
            <pc:sldMk cId="1451545137" sldId="269"/>
            <ac:spMk id="5" creationId="{00000000-0000-0000-0000-000000000000}"/>
          </ac:spMkLst>
        </pc:spChg>
        <pc:spChg chg="add mod">
          <ac:chgData name="Vincent Straub" userId="cc81dce8-242d-424d-a3c5-7390e8e80d05" providerId="ADAL" clId="{B67718C7-85B5-4F46-8F0D-62F3F1A556F5}" dt="2022-07-19T11:05:45.783" v="3432"/>
          <ac:spMkLst>
            <pc:docMk/>
            <pc:sldMk cId="1451545137" sldId="269"/>
            <ac:spMk id="6" creationId="{D26A36E1-FE1F-B19D-C375-C9BCB925B5D8}"/>
          </ac:spMkLst>
        </pc:spChg>
        <pc:spChg chg="add mod">
          <ac:chgData name="Vincent Straub" userId="cc81dce8-242d-424d-a3c5-7390e8e80d05" providerId="ADAL" clId="{B67718C7-85B5-4F46-8F0D-62F3F1A556F5}" dt="2022-07-19T11:05:45.783" v="3432"/>
          <ac:spMkLst>
            <pc:docMk/>
            <pc:sldMk cId="1451545137" sldId="269"/>
            <ac:spMk id="7" creationId="{5818F90C-1A41-9A07-BEC2-5809DE047545}"/>
          </ac:spMkLst>
        </pc:spChg>
        <pc:spChg chg="add mod">
          <ac:chgData name="Vincent Straub" userId="cc81dce8-242d-424d-a3c5-7390e8e80d05" providerId="ADAL" clId="{B67718C7-85B5-4F46-8F0D-62F3F1A556F5}" dt="2022-07-19T12:08:08.222" v="6026" actId="20577"/>
          <ac:spMkLst>
            <pc:docMk/>
            <pc:sldMk cId="1451545137" sldId="269"/>
            <ac:spMk id="8" creationId="{C45AF58D-E46E-384B-4BD0-BF383F532AAD}"/>
          </ac:spMkLst>
        </pc:spChg>
        <pc:spChg chg="mod">
          <ac:chgData name="Vincent Straub" userId="cc81dce8-242d-424d-a3c5-7390e8e80d05" providerId="ADAL" clId="{B67718C7-85B5-4F46-8F0D-62F3F1A556F5}" dt="2022-07-14T13:50:37.298" v="2674" actId="1036"/>
          <ac:spMkLst>
            <pc:docMk/>
            <pc:sldMk cId="1451545137" sldId="269"/>
            <ac:spMk id="15" creationId="{00000000-0000-0000-0000-000000000000}"/>
          </ac:spMkLst>
        </pc:spChg>
      </pc:sldChg>
      <pc:sldChg chg="addSp modSp add mod">
        <pc:chgData name="Vincent Straub" userId="cc81dce8-242d-424d-a3c5-7390e8e80d05" providerId="ADAL" clId="{B67718C7-85B5-4F46-8F0D-62F3F1A556F5}" dt="2022-07-19T12:18:27.093" v="6306" actId="208"/>
        <pc:sldMkLst>
          <pc:docMk/>
          <pc:sldMk cId="4043667248" sldId="274"/>
        </pc:sldMkLst>
        <pc:spChg chg="add mod">
          <ac:chgData name="Vincent Straub" userId="cc81dce8-242d-424d-a3c5-7390e8e80d05" providerId="ADAL" clId="{B67718C7-85B5-4F46-8F0D-62F3F1A556F5}" dt="2022-07-19T11:05:38.897" v="3428"/>
          <ac:spMkLst>
            <pc:docMk/>
            <pc:sldMk cId="4043667248" sldId="274"/>
            <ac:spMk id="2" creationId="{B5C32FDF-9416-1D37-4662-AE7EA94085B1}"/>
          </ac:spMkLst>
        </pc:spChg>
        <pc:spChg chg="add mod">
          <ac:chgData name="Vincent Straub" userId="cc81dce8-242d-424d-a3c5-7390e8e80d05" providerId="ADAL" clId="{B67718C7-85B5-4F46-8F0D-62F3F1A556F5}" dt="2022-07-19T11:05:38.897" v="3428"/>
          <ac:spMkLst>
            <pc:docMk/>
            <pc:sldMk cId="4043667248" sldId="274"/>
            <ac:spMk id="3" creationId="{0002EE52-BFAB-9803-4BE2-564BCF0F0C4D}"/>
          </ac:spMkLst>
        </pc:spChg>
        <pc:spChg chg="add mod">
          <ac:chgData name="Vincent Straub" userId="cc81dce8-242d-424d-a3c5-7390e8e80d05" providerId="ADAL" clId="{B67718C7-85B5-4F46-8F0D-62F3F1A556F5}" dt="2022-07-19T12:15:47.535" v="6208"/>
          <ac:spMkLst>
            <pc:docMk/>
            <pc:sldMk cId="4043667248" sldId="274"/>
            <ac:spMk id="5" creationId="{A63BC154-F886-DCCD-0C0A-E83D3583772C}"/>
          </ac:spMkLst>
        </pc:spChg>
        <pc:spChg chg="mod">
          <ac:chgData name="Vincent Straub" userId="cc81dce8-242d-424d-a3c5-7390e8e80d05" providerId="ADAL" clId="{B67718C7-85B5-4F46-8F0D-62F3F1A556F5}" dt="2022-07-19T11:35:10.372" v="4747" actId="1076"/>
          <ac:spMkLst>
            <pc:docMk/>
            <pc:sldMk cId="4043667248" sldId="274"/>
            <ac:spMk id="6" creationId="{4037FC93-E896-241C-8AC1-CC87983387EC}"/>
          </ac:spMkLst>
        </pc:spChg>
        <pc:picChg chg="mod">
          <ac:chgData name="Vincent Straub" userId="cc81dce8-242d-424d-a3c5-7390e8e80d05" providerId="ADAL" clId="{B67718C7-85B5-4F46-8F0D-62F3F1A556F5}" dt="2022-07-19T12:18:27.093" v="6306" actId="208"/>
          <ac:picMkLst>
            <pc:docMk/>
            <pc:sldMk cId="4043667248" sldId="274"/>
            <ac:picMk id="4" creationId="{AE72D249-C240-CC93-1FD0-404965B13FBB}"/>
          </ac:picMkLst>
        </pc:picChg>
      </pc:sldChg>
      <pc:sldChg chg="addSp modSp add mod">
        <pc:chgData name="Vincent Straub" userId="cc81dce8-242d-424d-a3c5-7390e8e80d05" providerId="ADAL" clId="{B67718C7-85B5-4F46-8F0D-62F3F1A556F5}" dt="2022-07-19T12:15:49.566" v="6209"/>
        <pc:sldMkLst>
          <pc:docMk/>
          <pc:sldMk cId="2060773684" sldId="275"/>
        </pc:sldMkLst>
        <pc:spChg chg="add mod">
          <ac:chgData name="Vincent Straub" userId="cc81dce8-242d-424d-a3c5-7390e8e80d05" providerId="ADAL" clId="{B67718C7-85B5-4F46-8F0D-62F3F1A556F5}" dt="2022-07-19T11:05:40.795" v="3429"/>
          <ac:spMkLst>
            <pc:docMk/>
            <pc:sldMk cId="2060773684" sldId="275"/>
            <ac:spMk id="2" creationId="{549E5D14-F02E-94E2-23DF-0A42980D7716}"/>
          </ac:spMkLst>
        </pc:spChg>
        <pc:spChg chg="add mod">
          <ac:chgData name="Vincent Straub" userId="cc81dce8-242d-424d-a3c5-7390e8e80d05" providerId="ADAL" clId="{B67718C7-85B5-4F46-8F0D-62F3F1A556F5}" dt="2022-07-19T11:05:40.795" v="3429"/>
          <ac:spMkLst>
            <pc:docMk/>
            <pc:sldMk cId="2060773684" sldId="275"/>
            <ac:spMk id="3" creationId="{4FF74E40-4427-904C-F16F-30F50CAEB963}"/>
          </ac:spMkLst>
        </pc:spChg>
        <pc:spChg chg="add mod">
          <ac:chgData name="Vincent Straub" userId="cc81dce8-242d-424d-a3c5-7390e8e80d05" providerId="ADAL" clId="{B67718C7-85B5-4F46-8F0D-62F3F1A556F5}" dt="2022-07-19T12:15:49.566" v="6209"/>
          <ac:spMkLst>
            <pc:docMk/>
            <pc:sldMk cId="2060773684" sldId="275"/>
            <ac:spMk id="5" creationId="{63B436B2-96A1-158F-FA98-C0CE4AADB13D}"/>
          </ac:spMkLst>
        </pc:spChg>
        <pc:spChg chg="mod">
          <ac:chgData name="Vincent Straub" userId="cc81dce8-242d-424d-a3c5-7390e8e80d05" providerId="ADAL" clId="{B67718C7-85B5-4F46-8F0D-62F3F1A556F5}" dt="2022-07-19T11:35:43.634" v="4753"/>
          <ac:spMkLst>
            <pc:docMk/>
            <pc:sldMk cId="2060773684" sldId="275"/>
            <ac:spMk id="6" creationId="{6F1CCEAC-B3B1-30E2-2089-AC3882C403A7}"/>
          </ac:spMkLst>
        </pc:spChg>
        <pc:picChg chg="mod">
          <ac:chgData name="Vincent Straub" userId="cc81dce8-242d-424d-a3c5-7390e8e80d05" providerId="ADAL" clId="{B67718C7-85B5-4F46-8F0D-62F3F1A556F5}" dt="2022-07-19T11:35:27.515" v="4752" actId="1076"/>
          <ac:picMkLst>
            <pc:docMk/>
            <pc:sldMk cId="2060773684" sldId="275"/>
            <ac:picMk id="4" creationId="{8F752760-9541-687C-C182-1B996BB41538}"/>
          </ac:picMkLst>
        </pc:picChg>
      </pc:sldChg>
      <pc:sldChg chg="addSp delSp modSp add mod">
        <pc:chgData name="Vincent Straub" userId="cc81dce8-242d-424d-a3c5-7390e8e80d05" providerId="ADAL" clId="{B67718C7-85B5-4F46-8F0D-62F3F1A556F5}" dt="2022-07-19T12:05:09.869" v="5833" actId="5793"/>
        <pc:sldMkLst>
          <pc:docMk/>
          <pc:sldMk cId="1869210676" sldId="279"/>
        </pc:sldMkLst>
        <pc:spChg chg="mod">
          <ac:chgData name="Vincent Straub" userId="cc81dce8-242d-424d-a3c5-7390e8e80d05" providerId="ADAL" clId="{B67718C7-85B5-4F46-8F0D-62F3F1A556F5}" dt="2022-07-19T11:11:00.439" v="3955" actId="20577"/>
          <ac:spMkLst>
            <pc:docMk/>
            <pc:sldMk cId="1869210676" sldId="279"/>
            <ac:spMk id="2" creationId="{00000000-0000-0000-0000-000000000000}"/>
          </ac:spMkLst>
        </pc:spChg>
        <pc:spChg chg="mod">
          <ac:chgData name="Vincent Straub" userId="cc81dce8-242d-424d-a3c5-7390e8e80d05" providerId="ADAL" clId="{B67718C7-85B5-4F46-8F0D-62F3F1A556F5}" dt="2022-07-19T12:05:09.869" v="5833" actId="5793"/>
          <ac:spMkLst>
            <pc:docMk/>
            <pc:sldMk cId="1869210676" sldId="279"/>
            <ac:spMk id="3" creationId="{00000000-0000-0000-0000-000000000000}"/>
          </ac:spMkLst>
        </pc:spChg>
        <pc:spChg chg="mod">
          <ac:chgData name="Vincent Straub" userId="cc81dce8-242d-424d-a3c5-7390e8e80d05" providerId="ADAL" clId="{B67718C7-85B5-4F46-8F0D-62F3F1A556F5}" dt="2022-07-14T13:00:12.960" v="345"/>
          <ac:spMkLst>
            <pc:docMk/>
            <pc:sldMk cId="1869210676" sldId="279"/>
            <ac:spMk id="4" creationId="{00000000-0000-0000-0000-000000000000}"/>
          </ac:spMkLst>
        </pc:spChg>
        <pc:spChg chg="mod">
          <ac:chgData name="Vincent Straub" userId="cc81dce8-242d-424d-a3c5-7390e8e80d05" providerId="ADAL" clId="{B67718C7-85B5-4F46-8F0D-62F3F1A556F5}" dt="2022-07-19T11:05:15.957" v="3419"/>
          <ac:spMkLst>
            <pc:docMk/>
            <pc:sldMk cId="1869210676" sldId="279"/>
            <ac:spMk id="5" creationId="{00000000-0000-0000-0000-000000000000}"/>
          </ac:spMkLst>
        </pc:spChg>
        <pc:spChg chg="add del mod">
          <ac:chgData name="Vincent Straub" userId="cc81dce8-242d-424d-a3c5-7390e8e80d05" providerId="ADAL" clId="{B67718C7-85B5-4F46-8F0D-62F3F1A556F5}" dt="2022-07-19T11:12:58.557" v="3958" actId="478"/>
          <ac:spMkLst>
            <pc:docMk/>
            <pc:sldMk cId="1869210676" sldId="279"/>
            <ac:spMk id="9" creationId="{CADF9B18-9046-EDC9-2E7F-AA03144EF772}"/>
          </ac:spMkLst>
        </pc:spChg>
        <pc:picChg chg="del">
          <ac:chgData name="Vincent Straub" userId="cc81dce8-242d-424d-a3c5-7390e8e80d05" providerId="ADAL" clId="{B67718C7-85B5-4F46-8F0D-62F3F1A556F5}" dt="2022-07-19T11:12:56.385" v="3956" actId="478"/>
          <ac:picMkLst>
            <pc:docMk/>
            <pc:sldMk cId="1869210676" sldId="279"/>
            <ac:picMk id="8" creationId="{00000000-0000-0000-0000-000000000000}"/>
          </ac:picMkLst>
        </pc:picChg>
        <pc:picChg chg="add del mod">
          <ac:chgData name="Vincent Straub" userId="cc81dce8-242d-424d-a3c5-7390e8e80d05" providerId="ADAL" clId="{B67718C7-85B5-4F46-8F0D-62F3F1A556F5}" dt="2022-07-19T11:13:09.198" v="3961" actId="478"/>
          <ac:picMkLst>
            <pc:docMk/>
            <pc:sldMk cId="1869210676" sldId="279"/>
            <ac:picMk id="6146" creationId="{BD746C56-8A73-1996-105C-1B8D028DD624}"/>
          </ac:picMkLst>
        </pc:picChg>
        <pc:picChg chg="add mod">
          <ac:chgData name="Vincent Straub" userId="cc81dce8-242d-424d-a3c5-7390e8e80d05" providerId="ADAL" clId="{B67718C7-85B5-4F46-8F0D-62F3F1A556F5}" dt="2022-07-19T11:13:23.327" v="3964" actId="1076"/>
          <ac:picMkLst>
            <pc:docMk/>
            <pc:sldMk cId="1869210676" sldId="279"/>
            <ac:picMk id="6148" creationId="{5BE7FF3F-3993-90F0-420C-458DFAF9F54D}"/>
          </ac:picMkLst>
        </pc:picChg>
      </pc:sldChg>
      <pc:sldChg chg="modSp add del mod">
        <pc:chgData name="Vincent Straub" userId="cc81dce8-242d-424d-a3c5-7390e8e80d05" providerId="ADAL" clId="{B67718C7-85B5-4F46-8F0D-62F3F1A556F5}" dt="2022-07-14T13:08:05.972" v="883" actId="2696"/>
        <pc:sldMkLst>
          <pc:docMk/>
          <pc:sldMk cId="3609807204" sldId="287"/>
        </pc:sldMkLst>
        <pc:spChg chg="mod">
          <ac:chgData name="Vincent Straub" userId="cc81dce8-242d-424d-a3c5-7390e8e80d05" providerId="ADAL" clId="{B67718C7-85B5-4F46-8F0D-62F3F1A556F5}" dt="2022-07-14T13:00:20.486" v="347" actId="20577"/>
          <ac:spMkLst>
            <pc:docMk/>
            <pc:sldMk cId="3609807204" sldId="287"/>
            <ac:spMk id="2" creationId="{00000000-0000-0000-0000-000000000000}"/>
          </ac:spMkLst>
        </pc:spChg>
        <pc:spChg chg="mod">
          <ac:chgData name="Vincent Straub" userId="cc81dce8-242d-424d-a3c5-7390e8e80d05" providerId="ADAL" clId="{B67718C7-85B5-4F46-8F0D-62F3F1A556F5}" dt="2022-07-14T13:00:10.063" v="344" actId="20577"/>
          <ac:spMkLst>
            <pc:docMk/>
            <pc:sldMk cId="3609807204" sldId="287"/>
            <ac:spMk id="3" creationId="{00000000-0000-0000-0000-000000000000}"/>
          </ac:spMkLst>
        </pc:spChg>
        <pc:spChg chg="mod">
          <ac:chgData name="Vincent Straub" userId="cc81dce8-242d-424d-a3c5-7390e8e80d05" providerId="ADAL" clId="{B67718C7-85B5-4F46-8F0D-62F3F1A556F5}" dt="2022-07-14T13:00:03.178" v="332"/>
          <ac:spMkLst>
            <pc:docMk/>
            <pc:sldMk cId="3609807204" sldId="287"/>
            <ac:spMk id="4" creationId="{00000000-0000-0000-0000-000000000000}"/>
          </ac:spMkLst>
        </pc:spChg>
      </pc:sldChg>
      <pc:sldChg chg="addSp delSp modSp new mod ord modNotesTx">
        <pc:chgData name="Vincent Straub" userId="cc81dce8-242d-424d-a3c5-7390e8e80d05" providerId="ADAL" clId="{B67718C7-85B5-4F46-8F0D-62F3F1A556F5}" dt="2022-07-19T12:20:36.768" v="6456" actId="20577"/>
        <pc:sldMkLst>
          <pc:docMk/>
          <pc:sldMk cId="3315820267" sldId="288"/>
        </pc:sldMkLst>
        <pc:spChg chg="mod">
          <ac:chgData name="Vincent Straub" userId="cc81dce8-242d-424d-a3c5-7390e8e80d05" providerId="ADAL" clId="{B67718C7-85B5-4F46-8F0D-62F3F1A556F5}" dt="2022-07-19T12:17:35.508" v="6257" actId="403"/>
          <ac:spMkLst>
            <pc:docMk/>
            <pc:sldMk cId="3315820267" sldId="288"/>
            <ac:spMk id="2" creationId="{BC52B781-3350-AD47-70A5-B3C9C865D13C}"/>
          </ac:spMkLst>
        </pc:spChg>
        <pc:spChg chg="add del mod">
          <ac:chgData name="Vincent Straub" userId="cc81dce8-242d-424d-a3c5-7390e8e80d05" providerId="ADAL" clId="{B67718C7-85B5-4F46-8F0D-62F3F1A556F5}" dt="2022-07-19T11:05:20.694" v="3421"/>
          <ac:spMkLst>
            <pc:docMk/>
            <pc:sldMk cId="3315820267" sldId="288"/>
            <ac:spMk id="4" creationId="{B2F6DAEB-0CE6-A782-1FFA-170D546FE85F}"/>
          </ac:spMkLst>
        </pc:spChg>
        <pc:spChg chg="add del mod">
          <ac:chgData name="Vincent Straub" userId="cc81dce8-242d-424d-a3c5-7390e8e80d05" providerId="ADAL" clId="{B67718C7-85B5-4F46-8F0D-62F3F1A556F5}" dt="2022-07-19T11:05:20.694" v="3421"/>
          <ac:spMkLst>
            <pc:docMk/>
            <pc:sldMk cId="3315820267" sldId="288"/>
            <ac:spMk id="6" creationId="{DD994D0F-0502-5496-97B5-0930D1602A4F}"/>
          </ac:spMkLst>
        </pc:spChg>
        <pc:spChg chg="add mod">
          <ac:chgData name="Vincent Straub" userId="cc81dce8-242d-424d-a3c5-7390e8e80d05" providerId="ADAL" clId="{B67718C7-85B5-4F46-8F0D-62F3F1A556F5}" dt="2022-07-19T11:05:21.547" v="3422"/>
          <ac:spMkLst>
            <pc:docMk/>
            <pc:sldMk cId="3315820267" sldId="288"/>
            <ac:spMk id="7" creationId="{D682D8C7-F2B3-7B93-6EEC-8A928CFF88D4}"/>
          </ac:spMkLst>
        </pc:spChg>
        <pc:spChg chg="add mod">
          <ac:chgData name="Vincent Straub" userId="cc81dce8-242d-424d-a3c5-7390e8e80d05" providerId="ADAL" clId="{B67718C7-85B5-4F46-8F0D-62F3F1A556F5}" dt="2022-07-19T11:05:21.547" v="3422"/>
          <ac:spMkLst>
            <pc:docMk/>
            <pc:sldMk cId="3315820267" sldId="288"/>
            <ac:spMk id="8" creationId="{D6B42B14-E798-3E09-E0EE-58834E0DE045}"/>
          </ac:spMkLst>
        </pc:spChg>
        <pc:spChg chg="add mod">
          <ac:chgData name="Vincent Straub" userId="cc81dce8-242d-424d-a3c5-7390e8e80d05" providerId="ADAL" clId="{B67718C7-85B5-4F46-8F0D-62F3F1A556F5}" dt="2022-07-19T12:15:39.789" v="6204"/>
          <ac:spMkLst>
            <pc:docMk/>
            <pc:sldMk cId="3315820267" sldId="288"/>
            <ac:spMk id="9" creationId="{E0105FA5-5C24-ECD5-EB17-4715CC702B20}"/>
          </ac:spMkLst>
        </pc:spChg>
        <pc:picChg chg="add del mod">
          <ac:chgData name="Vincent Straub" userId="cc81dce8-242d-424d-a3c5-7390e8e80d05" providerId="ADAL" clId="{B67718C7-85B5-4F46-8F0D-62F3F1A556F5}" dt="2022-07-14T13:03:38.685" v="607" actId="478"/>
          <ac:picMkLst>
            <pc:docMk/>
            <pc:sldMk cId="3315820267" sldId="288"/>
            <ac:picMk id="4" creationId="{E85C64C4-383D-4744-D1A1-848704EC2B9F}"/>
          </ac:picMkLst>
        </pc:picChg>
        <pc:picChg chg="add mod">
          <ac:chgData name="Vincent Straub" userId="cc81dce8-242d-424d-a3c5-7390e8e80d05" providerId="ADAL" clId="{B67718C7-85B5-4F46-8F0D-62F3F1A556F5}" dt="2022-07-18T09:42:47.700" v="2960" actId="1076"/>
          <ac:picMkLst>
            <pc:docMk/>
            <pc:sldMk cId="3315820267" sldId="288"/>
            <ac:picMk id="5" creationId="{B9733263-3777-D028-8A44-365E3B40CC0A}"/>
          </ac:picMkLst>
        </pc:picChg>
        <pc:picChg chg="add del mod">
          <ac:chgData name="Vincent Straub" userId="cc81dce8-242d-424d-a3c5-7390e8e80d05" providerId="ADAL" clId="{B67718C7-85B5-4F46-8F0D-62F3F1A556F5}" dt="2022-07-14T13:03:43.015" v="611"/>
          <ac:picMkLst>
            <pc:docMk/>
            <pc:sldMk cId="3315820267" sldId="288"/>
            <ac:picMk id="1026" creationId="{C723D7AA-06B2-2E25-976C-9AB092114FE1}"/>
          </ac:picMkLst>
        </pc:picChg>
        <pc:picChg chg="add del mod">
          <ac:chgData name="Vincent Straub" userId="cc81dce8-242d-424d-a3c5-7390e8e80d05" providerId="ADAL" clId="{B67718C7-85B5-4F46-8F0D-62F3F1A556F5}" dt="2022-07-14T13:04:10.448" v="618" actId="478"/>
          <ac:picMkLst>
            <pc:docMk/>
            <pc:sldMk cId="3315820267" sldId="288"/>
            <ac:picMk id="1028" creationId="{F2B04ADA-00A7-3EE9-26CA-73027CD3CDD3}"/>
          </ac:picMkLst>
        </pc:picChg>
        <pc:picChg chg="add del">
          <ac:chgData name="Vincent Straub" userId="cc81dce8-242d-424d-a3c5-7390e8e80d05" providerId="ADAL" clId="{B67718C7-85B5-4F46-8F0D-62F3F1A556F5}" dt="2022-07-14T13:04:51.234" v="620"/>
          <ac:picMkLst>
            <pc:docMk/>
            <pc:sldMk cId="3315820267" sldId="288"/>
            <ac:picMk id="1030" creationId="{078525C2-B37A-9CA0-5780-98E9C34A97E2}"/>
          </ac:picMkLst>
        </pc:picChg>
        <pc:picChg chg="add del">
          <ac:chgData name="Vincent Straub" userId="cc81dce8-242d-424d-a3c5-7390e8e80d05" providerId="ADAL" clId="{B67718C7-85B5-4F46-8F0D-62F3F1A556F5}" dt="2022-07-14T13:05:12.267" v="622"/>
          <ac:picMkLst>
            <pc:docMk/>
            <pc:sldMk cId="3315820267" sldId="288"/>
            <ac:picMk id="1032" creationId="{9C1B9AAC-367C-75A2-0AE8-82BBECA4C8FC}"/>
          </ac:picMkLst>
        </pc:picChg>
        <pc:picChg chg="add del">
          <ac:chgData name="Vincent Straub" userId="cc81dce8-242d-424d-a3c5-7390e8e80d05" providerId="ADAL" clId="{B67718C7-85B5-4F46-8F0D-62F3F1A556F5}" dt="2022-07-14T13:05:38.081" v="624" actId="21"/>
          <ac:picMkLst>
            <pc:docMk/>
            <pc:sldMk cId="3315820267" sldId="288"/>
            <ac:picMk id="1034" creationId="{05679217-3F8B-BE89-B5F0-38A7350A481D}"/>
          </ac:picMkLst>
        </pc:picChg>
      </pc:sldChg>
      <pc:sldChg chg="addSp delSp modSp add mod ord setBg">
        <pc:chgData name="Vincent Straub" userId="cc81dce8-242d-424d-a3c5-7390e8e80d05" providerId="ADAL" clId="{B67718C7-85B5-4F46-8F0D-62F3F1A556F5}" dt="2022-07-19T12:17:27.699" v="6256" actId="403"/>
        <pc:sldMkLst>
          <pc:docMk/>
          <pc:sldMk cId="892283678" sldId="289"/>
        </pc:sldMkLst>
        <pc:spChg chg="del mod">
          <ac:chgData name="Vincent Straub" userId="cc81dce8-242d-424d-a3c5-7390e8e80d05" providerId="ADAL" clId="{B67718C7-85B5-4F46-8F0D-62F3F1A556F5}" dt="2022-07-19T12:16:49.723" v="6224" actId="478"/>
          <ac:spMkLst>
            <pc:docMk/>
            <pc:sldMk cId="892283678" sldId="289"/>
            <ac:spMk id="2" creationId="{00000000-0000-0000-0000-000000000000}"/>
          </ac:spMkLst>
        </pc:spChg>
        <pc:spChg chg="del mod">
          <ac:chgData name="Vincent Straub" userId="cc81dce8-242d-424d-a3c5-7390e8e80d05" providerId="ADAL" clId="{B67718C7-85B5-4F46-8F0D-62F3F1A556F5}" dt="2022-07-19T12:17:12.422" v="6243" actId="478"/>
          <ac:spMkLst>
            <pc:docMk/>
            <pc:sldMk cId="892283678" sldId="289"/>
            <ac:spMk id="3" creationId="{00000000-0000-0000-0000-000000000000}"/>
          </ac:spMkLst>
        </pc:spChg>
        <pc:spChg chg="del">
          <ac:chgData name="Vincent Straub" userId="cc81dce8-242d-424d-a3c5-7390e8e80d05" providerId="ADAL" clId="{B67718C7-85B5-4F46-8F0D-62F3F1A556F5}" dt="2022-07-19T11:05:29.730" v="3423" actId="478"/>
          <ac:spMkLst>
            <pc:docMk/>
            <pc:sldMk cId="892283678" sldId="289"/>
            <ac:spMk id="4" creationId="{00000000-0000-0000-0000-000000000000}"/>
          </ac:spMkLst>
        </pc:spChg>
        <pc:spChg chg="del">
          <ac:chgData name="Vincent Straub" userId="cc81dce8-242d-424d-a3c5-7390e8e80d05" providerId="ADAL" clId="{B67718C7-85B5-4F46-8F0D-62F3F1A556F5}" dt="2022-07-19T11:05:29.730" v="3423" actId="478"/>
          <ac:spMkLst>
            <pc:docMk/>
            <pc:sldMk cId="892283678" sldId="289"/>
            <ac:spMk id="5" creationId="{00000000-0000-0000-0000-000000000000}"/>
          </ac:spMkLst>
        </pc:spChg>
        <pc:spChg chg="mod ord">
          <ac:chgData name="Vincent Straub" userId="cc81dce8-242d-424d-a3c5-7390e8e80d05" providerId="ADAL" clId="{B67718C7-85B5-4F46-8F0D-62F3F1A556F5}" dt="2022-07-19T11:28:03.382" v="4424" actId="26606"/>
          <ac:spMkLst>
            <pc:docMk/>
            <pc:sldMk cId="892283678" sldId="289"/>
            <ac:spMk id="6" creationId="{00000000-0000-0000-0000-000000000000}"/>
          </ac:spMkLst>
        </pc:spChg>
        <pc:spChg chg="add mod">
          <ac:chgData name="Vincent Straub" userId="cc81dce8-242d-424d-a3c5-7390e8e80d05" providerId="ADAL" clId="{B67718C7-85B5-4F46-8F0D-62F3F1A556F5}" dt="2022-07-19T11:28:03.377" v="4423" actId="26606"/>
          <ac:spMkLst>
            <pc:docMk/>
            <pc:sldMk cId="892283678" sldId="289"/>
            <ac:spMk id="8" creationId="{43D02192-DE30-482B-9417-96116125E36F}"/>
          </ac:spMkLst>
        </pc:spChg>
        <pc:spChg chg="add del mod">
          <ac:chgData name="Vincent Straub" userId="cc81dce8-242d-424d-a3c5-7390e8e80d05" providerId="ADAL" clId="{B67718C7-85B5-4F46-8F0D-62F3F1A556F5}" dt="2022-07-14T13:51:55.345" v="2717" actId="478"/>
          <ac:spMkLst>
            <pc:docMk/>
            <pc:sldMk cId="892283678" sldId="289"/>
            <ac:spMk id="9" creationId="{178CD85F-18ED-BF7B-84E0-4A82296132D7}"/>
          </ac:spMkLst>
        </pc:spChg>
        <pc:spChg chg="add mod">
          <ac:chgData name="Vincent Straub" userId="cc81dce8-242d-424d-a3c5-7390e8e80d05" providerId="ADAL" clId="{B67718C7-85B5-4F46-8F0D-62F3F1A556F5}" dt="2022-07-19T11:28:03.382" v="4424" actId="26606"/>
          <ac:spMkLst>
            <pc:docMk/>
            <pc:sldMk cId="892283678" sldId="289"/>
            <ac:spMk id="9" creationId="{952DE67B-EF03-6EEC-1D72-1C5864BA1531}"/>
          </ac:spMkLst>
        </pc:spChg>
        <pc:spChg chg="add del mod">
          <ac:chgData name="Vincent Straub" userId="cc81dce8-242d-424d-a3c5-7390e8e80d05" providerId="ADAL" clId="{B67718C7-85B5-4F46-8F0D-62F3F1A556F5}" dt="2022-07-19T11:27:17.831" v="4415" actId="478"/>
          <ac:spMkLst>
            <pc:docMk/>
            <pc:sldMk cId="892283678" sldId="289"/>
            <ac:spMk id="11" creationId="{14896913-813D-C270-9AE6-C28F1B2E797D}"/>
          </ac:spMkLst>
        </pc:spChg>
        <pc:spChg chg="add mod">
          <ac:chgData name="Vincent Straub" userId="cc81dce8-242d-424d-a3c5-7390e8e80d05" providerId="ADAL" clId="{B67718C7-85B5-4F46-8F0D-62F3F1A556F5}" dt="2022-07-19T11:29:10.581" v="4468" actId="20577"/>
          <ac:spMkLst>
            <pc:docMk/>
            <pc:sldMk cId="892283678" sldId="289"/>
            <ac:spMk id="13" creationId="{7C0C4F5D-7007-3580-A573-F1C341E0C6F9}"/>
          </ac:spMkLst>
        </pc:spChg>
        <pc:spChg chg="add del mod">
          <ac:chgData name="Vincent Straub" userId="cc81dce8-242d-424d-a3c5-7390e8e80d05" providerId="ADAL" clId="{B67718C7-85B5-4F46-8F0D-62F3F1A556F5}" dt="2022-07-19T12:16:55.237" v="6238" actId="478"/>
          <ac:spMkLst>
            <pc:docMk/>
            <pc:sldMk cId="892283678" sldId="289"/>
            <ac:spMk id="15" creationId="{740157A1-6ADB-B709-E1E5-117DE5309EF2}"/>
          </ac:spMkLst>
        </pc:spChg>
        <pc:spChg chg="add del mod">
          <ac:chgData name="Vincent Straub" userId="cc81dce8-242d-424d-a3c5-7390e8e80d05" providerId="ADAL" clId="{B67718C7-85B5-4F46-8F0D-62F3F1A556F5}" dt="2022-07-19T12:17:22.603" v="6244" actId="478"/>
          <ac:spMkLst>
            <pc:docMk/>
            <pc:sldMk cId="892283678" sldId="289"/>
            <ac:spMk id="16" creationId="{995A0C40-361F-2975-0952-1B7E24FAF93E}"/>
          </ac:spMkLst>
        </pc:spChg>
        <pc:spChg chg="add del">
          <ac:chgData name="Vincent Straub" userId="cc81dce8-242d-424d-a3c5-7390e8e80d05" providerId="ADAL" clId="{B67718C7-85B5-4F46-8F0D-62F3F1A556F5}" dt="2022-07-19T11:28:03.382" v="4424" actId="26606"/>
          <ac:spMkLst>
            <pc:docMk/>
            <pc:sldMk cId="892283678" sldId="289"/>
            <ac:spMk id="17" creationId="{5E39A796-BE83-48B1-B33F-35C4A32AAB57}"/>
          </ac:spMkLst>
        </pc:spChg>
        <pc:spChg chg="add mod">
          <ac:chgData name="Vincent Straub" userId="cc81dce8-242d-424d-a3c5-7390e8e80d05" providerId="ADAL" clId="{B67718C7-85B5-4F46-8F0D-62F3F1A556F5}" dt="2022-07-19T12:17:27.699" v="6256" actId="403"/>
          <ac:spMkLst>
            <pc:docMk/>
            <pc:sldMk cId="892283678" sldId="289"/>
            <ac:spMk id="18" creationId="{8F083CAF-8AB1-D6C9-1187-5432806EE96C}"/>
          </ac:spMkLst>
        </pc:spChg>
        <pc:spChg chg="add del">
          <ac:chgData name="Vincent Straub" userId="cc81dce8-242d-424d-a3c5-7390e8e80d05" providerId="ADAL" clId="{B67718C7-85B5-4F46-8F0D-62F3F1A556F5}" dt="2022-07-19T11:28:03.382" v="4424" actId="26606"/>
          <ac:spMkLst>
            <pc:docMk/>
            <pc:sldMk cId="892283678" sldId="289"/>
            <ac:spMk id="19" creationId="{72F84B47-E267-4194-8194-831DB7B5547F}"/>
          </ac:spMkLst>
        </pc:spChg>
        <pc:spChg chg="add mod">
          <ac:chgData name="Vincent Straub" userId="cc81dce8-242d-424d-a3c5-7390e8e80d05" providerId="ADAL" clId="{B67718C7-85B5-4F46-8F0D-62F3F1A556F5}" dt="2022-07-19T12:17:25.077" v="6255" actId="20577"/>
          <ac:spMkLst>
            <pc:docMk/>
            <pc:sldMk cId="892283678" sldId="289"/>
            <ac:spMk id="20" creationId="{A8A7AF49-58FE-E9D2-F21B-30A4146BDAC4}"/>
          </ac:spMkLst>
        </pc:spChg>
        <pc:spChg chg="add del">
          <ac:chgData name="Vincent Straub" userId="cc81dce8-242d-424d-a3c5-7390e8e80d05" providerId="ADAL" clId="{B67718C7-85B5-4F46-8F0D-62F3F1A556F5}" dt="2022-07-19T11:28:03.377" v="4423" actId="26606"/>
          <ac:spMkLst>
            <pc:docMk/>
            <pc:sldMk cId="892283678" sldId="289"/>
            <ac:spMk id="24" creationId="{0288C6B4-AFC3-407F-A595-EFFD38D4CCAF}"/>
          </ac:spMkLst>
        </pc:spChg>
        <pc:spChg chg="add del">
          <ac:chgData name="Vincent Straub" userId="cc81dce8-242d-424d-a3c5-7390e8e80d05" providerId="ADAL" clId="{B67718C7-85B5-4F46-8F0D-62F3F1A556F5}" dt="2022-07-19T11:28:03.377" v="4423" actId="26606"/>
          <ac:spMkLst>
            <pc:docMk/>
            <pc:sldMk cId="892283678" sldId="289"/>
            <ac:spMk id="26" creationId="{CF236821-17FE-429B-8D2C-08E13A64EA40}"/>
          </ac:spMkLst>
        </pc:spChg>
        <pc:spChg chg="add del">
          <ac:chgData name="Vincent Straub" userId="cc81dce8-242d-424d-a3c5-7390e8e80d05" providerId="ADAL" clId="{B67718C7-85B5-4F46-8F0D-62F3F1A556F5}" dt="2022-07-19T11:28:03.377" v="4423" actId="26606"/>
          <ac:spMkLst>
            <pc:docMk/>
            <pc:sldMk cId="892283678" sldId="289"/>
            <ac:spMk id="28" creationId="{C0BDBCD2-E081-43AB-9119-C55465E59757}"/>
          </ac:spMkLst>
        </pc:spChg>
        <pc:spChg chg="add del">
          <ac:chgData name="Vincent Straub" userId="cc81dce8-242d-424d-a3c5-7390e8e80d05" providerId="ADAL" clId="{B67718C7-85B5-4F46-8F0D-62F3F1A556F5}" dt="2022-07-19T11:28:03.377" v="4423" actId="26606"/>
          <ac:spMkLst>
            <pc:docMk/>
            <pc:sldMk cId="892283678" sldId="289"/>
            <ac:spMk id="30" creationId="{98E79BE4-34FE-485A-98A5-92CE8F7C4743}"/>
          </ac:spMkLst>
        </pc:spChg>
        <pc:spChg chg="add del">
          <ac:chgData name="Vincent Straub" userId="cc81dce8-242d-424d-a3c5-7390e8e80d05" providerId="ADAL" clId="{B67718C7-85B5-4F46-8F0D-62F3F1A556F5}" dt="2022-07-19T11:28:03.377" v="4423" actId="26606"/>
          <ac:spMkLst>
            <pc:docMk/>
            <pc:sldMk cId="892283678" sldId="289"/>
            <ac:spMk id="32" creationId="{7A5F0580-5EE9-419F-96EE-B6529EF6E7D0}"/>
          </ac:spMkLst>
        </pc:spChg>
        <pc:spChg chg="add">
          <ac:chgData name="Vincent Straub" userId="cc81dce8-242d-424d-a3c5-7390e8e80d05" providerId="ADAL" clId="{B67718C7-85B5-4F46-8F0D-62F3F1A556F5}" dt="2022-07-19T11:28:03.382" v="4424" actId="26606"/>
          <ac:spMkLst>
            <pc:docMk/>
            <pc:sldMk cId="892283678" sldId="289"/>
            <ac:spMk id="34" creationId="{46F7435D-E3DB-47B1-BA61-B00ACC83A9DE}"/>
          </ac:spMkLst>
        </pc:spChg>
        <pc:spChg chg="add">
          <ac:chgData name="Vincent Straub" userId="cc81dce8-242d-424d-a3c5-7390e8e80d05" providerId="ADAL" clId="{B67718C7-85B5-4F46-8F0D-62F3F1A556F5}" dt="2022-07-19T11:28:03.382" v="4424" actId="26606"/>
          <ac:spMkLst>
            <pc:docMk/>
            <pc:sldMk cId="892283678" sldId="289"/>
            <ac:spMk id="35" creationId="{F263A0B5-F8C4-4116-809F-78A768EA79A6}"/>
          </ac:spMkLst>
        </pc:spChg>
        <pc:picChg chg="add del mod">
          <ac:chgData name="Vincent Straub" userId="cc81dce8-242d-424d-a3c5-7390e8e80d05" providerId="ADAL" clId="{B67718C7-85B5-4F46-8F0D-62F3F1A556F5}" dt="2022-07-19T11:26:31.795" v="4414" actId="478"/>
          <ac:picMkLst>
            <pc:docMk/>
            <pc:sldMk cId="892283678" sldId="289"/>
            <ac:picMk id="7" creationId="{DCE1C9B0-BCDD-E03E-ED30-D880B5E32F8F}"/>
          </ac:picMkLst>
        </pc:picChg>
        <pc:picChg chg="del">
          <ac:chgData name="Vincent Straub" userId="cc81dce8-242d-424d-a3c5-7390e8e80d05" providerId="ADAL" clId="{B67718C7-85B5-4F46-8F0D-62F3F1A556F5}" dt="2022-07-14T13:51:53.498" v="2716" actId="478"/>
          <ac:picMkLst>
            <pc:docMk/>
            <pc:sldMk cId="892283678" sldId="289"/>
            <ac:picMk id="8" creationId="{00000000-0000-0000-0000-000000000000}"/>
          </ac:picMkLst>
        </pc:picChg>
        <pc:picChg chg="add mod ord">
          <ac:chgData name="Vincent Straub" userId="cc81dce8-242d-424d-a3c5-7390e8e80d05" providerId="ADAL" clId="{B67718C7-85B5-4F46-8F0D-62F3F1A556F5}" dt="2022-07-19T11:28:03.382" v="4424" actId="26606"/>
          <ac:picMkLst>
            <pc:docMk/>
            <pc:sldMk cId="892283678" sldId="289"/>
            <ac:picMk id="12" creationId="{D5B07A04-B653-0516-0338-C86448583462}"/>
          </ac:picMkLst>
        </pc:picChg>
        <pc:picChg chg="add del mod">
          <ac:chgData name="Vincent Straub" userId="cc81dce8-242d-424d-a3c5-7390e8e80d05" providerId="ADAL" clId="{B67718C7-85B5-4F46-8F0D-62F3F1A556F5}" dt="2022-07-19T11:27:25.750" v="4419" actId="478"/>
          <ac:picMkLst>
            <pc:docMk/>
            <pc:sldMk cId="892283678" sldId="289"/>
            <ac:picMk id="7170" creationId="{221DB2DE-692A-01DB-EC57-40C5E4DB5E33}"/>
          </ac:picMkLst>
        </pc:picChg>
      </pc:sldChg>
      <pc:sldChg chg="addSp delSp modSp add mod setBg modNotesTx">
        <pc:chgData name="Vincent Straub" userId="cc81dce8-242d-424d-a3c5-7390e8e80d05" providerId="ADAL" clId="{B67718C7-85B5-4F46-8F0D-62F3F1A556F5}" dt="2022-07-19T12:23:35.260" v="6593" actId="2085"/>
        <pc:sldMkLst>
          <pc:docMk/>
          <pc:sldMk cId="969908894" sldId="290"/>
        </pc:sldMkLst>
        <pc:spChg chg="del mod">
          <ac:chgData name="Vincent Straub" userId="cc81dce8-242d-424d-a3c5-7390e8e80d05" providerId="ADAL" clId="{B67718C7-85B5-4F46-8F0D-62F3F1A556F5}" dt="2022-07-19T12:17:57.957" v="6258" actId="478"/>
          <ac:spMkLst>
            <pc:docMk/>
            <pc:sldMk cId="969908894" sldId="290"/>
            <ac:spMk id="2" creationId="{00000000-0000-0000-0000-000000000000}"/>
          </ac:spMkLst>
        </pc:spChg>
        <pc:spChg chg="del mod">
          <ac:chgData name="Vincent Straub" userId="cc81dce8-242d-424d-a3c5-7390e8e80d05" providerId="ADAL" clId="{B67718C7-85B5-4F46-8F0D-62F3F1A556F5}" dt="2022-07-19T11:24:29.227" v="4375" actId="478"/>
          <ac:spMkLst>
            <pc:docMk/>
            <pc:sldMk cId="969908894" sldId="290"/>
            <ac:spMk id="3" creationId="{00000000-0000-0000-0000-000000000000}"/>
          </ac:spMkLst>
        </pc:spChg>
        <pc:spChg chg="del mod">
          <ac:chgData name="Vincent Straub" userId="cc81dce8-242d-424d-a3c5-7390e8e80d05" providerId="ADAL" clId="{B67718C7-85B5-4F46-8F0D-62F3F1A556F5}" dt="2022-07-19T11:05:35.348" v="3425" actId="478"/>
          <ac:spMkLst>
            <pc:docMk/>
            <pc:sldMk cId="969908894" sldId="290"/>
            <ac:spMk id="4" creationId="{00000000-0000-0000-0000-000000000000}"/>
          </ac:spMkLst>
        </pc:spChg>
        <pc:spChg chg="del mod">
          <ac:chgData name="Vincent Straub" userId="cc81dce8-242d-424d-a3c5-7390e8e80d05" providerId="ADAL" clId="{B67718C7-85B5-4F46-8F0D-62F3F1A556F5}" dt="2022-07-19T11:05:35.348" v="3425" actId="478"/>
          <ac:spMkLst>
            <pc:docMk/>
            <pc:sldMk cId="969908894" sldId="290"/>
            <ac:spMk id="5" creationId="{00000000-0000-0000-0000-000000000000}"/>
          </ac:spMkLst>
        </pc:spChg>
        <pc:spChg chg="mod">
          <ac:chgData name="Vincent Straub" userId="cc81dce8-242d-424d-a3c5-7390e8e80d05" providerId="ADAL" clId="{B67718C7-85B5-4F46-8F0D-62F3F1A556F5}" dt="2022-07-19T11:04:53.731" v="3414" actId="26606"/>
          <ac:spMkLst>
            <pc:docMk/>
            <pc:sldMk cId="969908894" sldId="290"/>
            <ac:spMk id="6" creationId="{00000000-0000-0000-0000-000000000000}"/>
          </ac:spMkLst>
        </pc:spChg>
        <pc:spChg chg="add mod">
          <ac:chgData name="Vincent Straub" userId="cc81dce8-242d-424d-a3c5-7390e8e80d05" providerId="ADAL" clId="{B67718C7-85B5-4F46-8F0D-62F3F1A556F5}" dt="2022-07-19T11:05:35.586" v="3426"/>
          <ac:spMkLst>
            <pc:docMk/>
            <pc:sldMk cId="969908894" sldId="290"/>
            <ac:spMk id="7" creationId="{EF8C4F11-CE77-FC6C-D3D1-3D083949DCE9}"/>
          </ac:spMkLst>
        </pc:spChg>
        <pc:spChg chg="add mod">
          <ac:chgData name="Vincent Straub" userId="cc81dce8-242d-424d-a3c5-7390e8e80d05" providerId="ADAL" clId="{B67718C7-85B5-4F46-8F0D-62F3F1A556F5}" dt="2022-07-19T11:05:35.586" v="3426"/>
          <ac:spMkLst>
            <pc:docMk/>
            <pc:sldMk cId="969908894" sldId="290"/>
            <ac:spMk id="8" creationId="{479609F5-C9B4-8854-BC09-CBC42D78A979}"/>
          </ac:spMkLst>
        </pc:spChg>
        <pc:spChg chg="add del mod">
          <ac:chgData name="Vincent Straub" userId="cc81dce8-242d-424d-a3c5-7390e8e80d05" providerId="ADAL" clId="{B67718C7-85B5-4F46-8F0D-62F3F1A556F5}" dt="2022-07-14T13:47:39.041" v="2637" actId="478"/>
          <ac:spMkLst>
            <pc:docMk/>
            <pc:sldMk cId="969908894" sldId="290"/>
            <ac:spMk id="9" creationId="{B36D8E36-3E63-F7CB-FBF7-C67072B22876}"/>
          </ac:spMkLst>
        </pc:spChg>
        <pc:spChg chg="add del mod">
          <ac:chgData name="Vincent Straub" userId="cc81dce8-242d-424d-a3c5-7390e8e80d05" providerId="ADAL" clId="{B67718C7-85B5-4F46-8F0D-62F3F1A556F5}" dt="2022-07-19T12:21:51.293" v="6532" actId="478"/>
          <ac:spMkLst>
            <pc:docMk/>
            <pc:sldMk cId="969908894" sldId="290"/>
            <ac:spMk id="9" creationId="{BB365972-B34A-F1EE-D759-98C73A86F3CD}"/>
          </ac:spMkLst>
        </pc:spChg>
        <pc:spChg chg="add mod">
          <ac:chgData name="Vincent Straub" userId="cc81dce8-242d-424d-a3c5-7390e8e80d05" providerId="ADAL" clId="{B67718C7-85B5-4F46-8F0D-62F3F1A556F5}" dt="2022-07-19T12:23:29.355" v="6592" actId="1076"/>
          <ac:spMkLst>
            <pc:docMk/>
            <pc:sldMk cId="969908894" sldId="290"/>
            <ac:spMk id="10" creationId="{0453A56D-5C12-3524-B322-F962D308E9BE}"/>
          </ac:spMkLst>
        </pc:spChg>
        <pc:spChg chg="add del mod">
          <ac:chgData name="Vincent Straub" userId="cc81dce8-242d-424d-a3c5-7390e8e80d05" providerId="ADAL" clId="{B67718C7-85B5-4F46-8F0D-62F3F1A556F5}" dt="2022-07-19T12:18:01.646" v="6262" actId="478"/>
          <ac:spMkLst>
            <pc:docMk/>
            <pc:sldMk cId="969908894" sldId="290"/>
            <ac:spMk id="12" creationId="{E8EADC97-6C19-A496-DB65-AFDDD4FA9020}"/>
          </ac:spMkLst>
        </pc:spChg>
        <pc:spChg chg="add del mod">
          <ac:chgData name="Vincent Straub" userId="cc81dce8-242d-424d-a3c5-7390e8e80d05" providerId="ADAL" clId="{B67718C7-85B5-4F46-8F0D-62F3F1A556F5}" dt="2022-07-19T12:21:31.512" v="6504" actId="478"/>
          <ac:spMkLst>
            <pc:docMk/>
            <pc:sldMk cId="969908894" sldId="290"/>
            <ac:spMk id="13" creationId="{25811E19-D867-884C-1ECB-DCC34434F85F}"/>
          </ac:spMkLst>
        </pc:spChg>
        <pc:spChg chg="add mod">
          <ac:chgData name="Vincent Straub" userId="cc81dce8-242d-424d-a3c5-7390e8e80d05" providerId="ADAL" clId="{B67718C7-85B5-4F46-8F0D-62F3F1A556F5}" dt="2022-07-19T12:21:35.513" v="6528" actId="20577"/>
          <ac:spMkLst>
            <pc:docMk/>
            <pc:sldMk cId="969908894" sldId="290"/>
            <ac:spMk id="14" creationId="{E94B93BF-26EE-EC5B-2DF1-CC8BF7D76B63}"/>
          </ac:spMkLst>
        </pc:spChg>
        <pc:spChg chg="add mod">
          <ac:chgData name="Vincent Straub" userId="cc81dce8-242d-424d-a3c5-7390e8e80d05" providerId="ADAL" clId="{B67718C7-85B5-4F46-8F0D-62F3F1A556F5}" dt="2022-07-19T12:22:29.523" v="6580" actId="20577"/>
          <ac:spMkLst>
            <pc:docMk/>
            <pc:sldMk cId="969908894" sldId="290"/>
            <ac:spMk id="15" creationId="{DA8C893B-5BBC-9EE6-E64A-E4EBC79C1980}"/>
          </ac:spMkLst>
        </pc:spChg>
        <pc:spChg chg="add">
          <ac:chgData name="Vincent Straub" userId="cc81dce8-242d-424d-a3c5-7390e8e80d05" providerId="ADAL" clId="{B67718C7-85B5-4F46-8F0D-62F3F1A556F5}" dt="2022-07-19T11:04:53.731" v="3414" actId="26606"/>
          <ac:spMkLst>
            <pc:docMk/>
            <pc:sldMk cId="969908894" sldId="290"/>
            <ac:spMk id="5131" creationId="{8761DDFE-071F-4200-B0AA-394476C2D2D6}"/>
          </ac:spMkLst>
        </pc:spChg>
        <pc:picChg chg="del">
          <ac:chgData name="Vincent Straub" userId="cc81dce8-242d-424d-a3c5-7390e8e80d05" providerId="ADAL" clId="{B67718C7-85B5-4F46-8F0D-62F3F1A556F5}" dt="2022-07-14T13:47:33.280" v="2634" actId="478"/>
          <ac:picMkLst>
            <pc:docMk/>
            <pc:sldMk cId="969908894" sldId="290"/>
            <ac:picMk id="8" creationId="{00000000-0000-0000-0000-000000000000}"/>
          </ac:picMkLst>
        </pc:picChg>
        <pc:picChg chg="add del mod">
          <ac:chgData name="Vincent Straub" userId="cc81dce8-242d-424d-a3c5-7390e8e80d05" providerId="ADAL" clId="{B67718C7-85B5-4F46-8F0D-62F3F1A556F5}" dt="2022-07-14T13:48:16.013" v="2654" actId="478"/>
          <ac:picMkLst>
            <pc:docMk/>
            <pc:sldMk cId="969908894" sldId="290"/>
            <ac:picMk id="5122" creationId="{D7E788B5-351B-3983-EB18-5B5A22739577}"/>
          </ac:picMkLst>
        </pc:picChg>
        <pc:picChg chg="add del mod ord">
          <ac:chgData name="Vincent Straub" userId="cc81dce8-242d-424d-a3c5-7390e8e80d05" providerId="ADAL" clId="{B67718C7-85B5-4F46-8F0D-62F3F1A556F5}" dt="2022-07-19T12:22:34.579" v="6581" actId="478"/>
          <ac:picMkLst>
            <pc:docMk/>
            <pc:sldMk cId="969908894" sldId="290"/>
            <ac:picMk id="5124" creationId="{339EB617-9975-52AD-B62C-CF17DC52A568}"/>
          </ac:picMkLst>
        </pc:picChg>
        <pc:picChg chg="add del mod ord">
          <ac:chgData name="Vincent Straub" userId="cc81dce8-242d-424d-a3c5-7390e8e80d05" providerId="ADAL" clId="{B67718C7-85B5-4F46-8F0D-62F3F1A556F5}" dt="2022-07-19T11:05:05.164" v="3418" actId="478"/>
          <ac:picMkLst>
            <pc:docMk/>
            <pc:sldMk cId="969908894" sldId="290"/>
            <ac:picMk id="5126" creationId="{DD59C665-30A1-4FB9-C0A2-3551B53F3395}"/>
          </ac:picMkLst>
        </pc:picChg>
        <pc:picChg chg="add mod">
          <ac:chgData name="Vincent Straub" userId="cc81dce8-242d-424d-a3c5-7390e8e80d05" providerId="ADAL" clId="{B67718C7-85B5-4F46-8F0D-62F3F1A556F5}" dt="2022-07-19T12:23:35.260" v="6593" actId="2085"/>
          <ac:picMkLst>
            <pc:docMk/>
            <pc:sldMk cId="969908894" sldId="290"/>
            <ac:picMk id="14338" creationId="{44E27CE2-CF39-252D-E225-2E67EDFF9444}"/>
          </ac:picMkLst>
        </pc:picChg>
      </pc:sldChg>
      <pc:sldChg chg="modSp new del mod ord">
        <pc:chgData name="Vincent Straub" userId="cc81dce8-242d-424d-a3c5-7390e8e80d05" providerId="ADAL" clId="{B67718C7-85B5-4F46-8F0D-62F3F1A556F5}" dt="2022-07-14T13:41:13.103" v="2304" actId="2696"/>
        <pc:sldMkLst>
          <pc:docMk/>
          <pc:sldMk cId="1103131203" sldId="291"/>
        </pc:sldMkLst>
        <pc:spChg chg="mod">
          <ac:chgData name="Vincent Straub" userId="cc81dce8-242d-424d-a3c5-7390e8e80d05" providerId="ADAL" clId="{B67718C7-85B5-4F46-8F0D-62F3F1A556F5}" dt="2022-07-14T13:09:05.594" v="984" actId="20577"/>
          <ac:spMkLst>
            <pc:docMk/>
            <pc:sldMk cId="1103131203" sldId="291"/>
            <ac:spMk id="3" creationId="{0F86AF7E-75CF-D87B-3E52-60C8F3BCFA95}"/>
          </ac:spMkLst>
        </pc:spChg>
      </pc:sldChg>
      <pc:sldChg chg="addSp delSp modSp new del mod">
        <pc:chgData name="Vincent Straub" userId="cc81dce8-242d-424d-a3c5-7390e8e80d05" providerId="ADAL" clId="{B67718C7-85B5-4F46-8F0D-62F3F1A556F5}" dt="2022-07-19T10:49:44.546" v="3087" actId="2696"/>
        <pc:sldMkLst>
          <pc:docMk/>
          <pc:sldMk cId="82625781" sldId="292"/>
        </pc:sldMkLst>
        <pc:spChg chg="del">
          <ac:chgData name="Vincent Straub" userId="cc81dce8-242d-424d-a3c5-7390e8e80d05" providerId="ADAL" clId="{B67718C7-85B5-4F46-8F0D-62F3F1A556F5}" dt="2022-07-14T13:15:47.489" v="1329" actId="478"/>
          <ac:spMkLst>
            <pc:docMk/>
            <pc:sldMk cId="82625781" sldId="292"/>
            <ac:spMk id="2" creationId="{999F68EB-C3F0-A2BE-CFED-3DBF2DC9EB62}"/>
          </ac:spMkLst>
        </pc:spChg>
        <pc:spChg chg="del mod">
          <ac:chgData name="Vincent Straub" userId="cc81dce8-242d-424d-a3c5-7390e8e80d05" providerId="ADAL" clId="{B67718C7-85B5-4F46-8F0D-62F3F1A556F5}" dt="2022-07-14T13:15:44.132" v="1327" actId="478"/>
          <ac:spMkLst>
            <pc:docMk/>
            <pc:sldMk cId="82625781" sldId="292"/>
            <ac:spMk id="3" creationId="{F146C6E5-0657-CD3F-F355-498C73C5B6E1}"/>
          </ac:spMkLst>
        </pc:spChg>
        <pc:spChg chg="add del mod">
          <ac:chgData name="Vincent Straub" userId="cc81dce8-242d-424d-a3c5-7390e8e80d05" providerId="ADAL" clId="{B67718C7-85B5-4F46-8F0D-62F3F1A556F5}" dt="2022-07-14T13:15:46.091" v="1328" actId="478"/>
          <ac:spMkLst>
            <pc:docMk/>
            <pc:sldMk cId="82625781" sldId="292"/>
            <ac:spMk id="5" creationId="{2AF6E536-66FB-9186-0767-5375731DAD42}"/>
          </ac:spMkLst>
        </pc:spChg>
        <pc:spChg chg="add del mod">
          <ac:chgData name="Vincent Straub" userId="cc81dce8-242d-424d-a3c5-7390e8e80d05" providerId="ADAL" clId="{B67718C7-85B5-4F46-8F0D-62F3F1A556F5}" dt="2022-07-19T10:31:39.016" v="3072" actId="478"/>
          <ac:spMkLst>
            <pc:docMk/>
            <pc:sldMk cId="82625781" sldId="292"/>
            <ac:spMk id="7" creationId="{161A242A-733F-DE77-D1CC-17A263C932B4}"/>
          </ac:spMkLst>
        </pc:spChg>
        <pc:spChg chg="add del mod">
          <ac:chgData name="Vincent Straub" userId="cc81dce8-242d-424d-a3c5-7390e8e80d05" providerId="ADAL" clId="{B67718C7-85B5-4F46-8F0D-62F3F1A556F5}" dt="2022-07-19T10:31:39.016" v="3072" actId="478"/>
          <ac:spMkLst>
            <pc:docMk/>
            <pc:sldMk cId="82625781" sldId="292"/>
            <ac:spMk id="8" creationId="{F3653640-C5FD-C38F-DE7C-8F563A9BF0A0}"/>
          </ac:spMkLst>
        </pc:spChg>
        <pc:spChg chg="add del mod">
          <ac:chgData name="Vincent Straub" userId="cc81dce8-242d-424d-a3c5-7390e8e80d05" providerId="ADAL" clId="{B67718C7-85B5-4F46-8F0D-62F3F1A556F5}" dt="2022-07-19T10:31:39.016" v="3072" actId="478"/>
          <ac:spMkLst>
            <pc:docMk/>
            <pc:sldMk cId="82625781" sldId="292"/>
            <ac:spMk id="9" creationId="{8D17E8A6-EC36-F130-6A97-1279D23F374C}"/>
          </ac:spMkLst>
        </pc:spChg>
        <pc:spChg chg="add del mod">
          <ac:chgData name="Vincent Straub" userId="cc81dce8-242d-424d-a3c5-7390e8e80d05" providerId="ADAL" clId="{B67718C7-85B5-4F46-8F0D-62F3F1A556F5}" dt="2022-07-19T10:31:39.016" v="3072" actId="478"/>
          <ac:spMkLst>
            <pc:docMk/>
            <pc:sldMk cId="82625781" sldId="292"/>
            <ac:spMk id="10" creationId="{11063051-F3CA-6555-24CF-D7190F690906}"/>
          </ac:spMkLst>
        </pc:spChg>
        <pc:spChg chg="add del mod">
          <ac:chgData name="Vincent Straub" userId="cc81dce8-242d-424d-a3c5-7390e8e80d05" providerId="ADAL" clId="{B67718C7-85B5-4F46-8F0D-62F3F1A556F5}" dt="2022-07-19T10:31:39.016" v="3072" actId="478"/>
          <ac:spMkLst>
            <pc:docMk/>
            <pc:sldMk cId="82625781" sldId="292"/>
            <ac:spMk id="11" creationId="{C69B50E4-87F0-607F-FD38-0FFD75E5D5B4}"/>
          </ac:spMkLst>
        </pc:spChg>
        <pc:spChg chg="add del mod">
          <ac:chgData name="Vincent Straub" userId="cc81dce8-242d-424d-a3c5-7390e8e80d05" providerId="ADAL" clId="{B67718C7-85B5-4F46-8F0D-62F3F1A556F5}" dt="2022-07-19T10:31:39.016" v="3072" actId="478"/>
          <ac:spMkLst>
            <pc:docMk/>
            <pc:sldMk cId="82625781" sldId="292"/>
            <ac:spMk id="12" creationId="{4BBD5D83-507A-47C2-193B-2E10188752F8}"/>
          </ac:spMkLst>
        </pc:spChg>
        <pc:spChg chg="add del mod">
          <ac:chgData name="Vincent Straub" userId="cc81dce8-242d-424d-a3c5-7390e8e80d05" providerId="ADAL" clId="{B67718C7-85B5-4F46-8F0D-62F3F1A556F5}" dt="2022-07-19T10:31:39.016" v="3072" actId="478"/>
          <ac:spMkLst>
            <pc:docMk/>
            <pc:sldMk cId="82625781" sldId="292"/>
            <ac:spMk id="13" creationId="{F4548757-518C-D5B0-BD1E-CCB8112098FF}"/>
          </ac:spMkLst>
        </pc:spChg>
        <pc:spChg chg="add del mod">
          <ac:chgData name="Vincent Straub" userId="cc81dce8-242d-424d-a3c5-7390e8e80d05" providerId="ADAL" clId="{B67718C7-85B5-4F46-8F0D-62F3F1A556F5}" dt="2022-07-19T10:31:39.016" v="3072" actId="478"/>
          <ac:spMkLst>
            <pc:docMk/>
            <pc:sldMk cId="82625781" sldId="292"/>
            <ac:spMk id="14" creationId="{A2B2A867-51CB-A2F8-A83B-8BAFA8623535}"/>
          </ac:spMkLst>
        </pc:spChg>
        <pc:spChg chg="add del mod">
          <ac:chgData name="Vincent Straub" userId="cc81dce8-242d-424d-a3c5-7390e8e80d05" providerId="ADAL" clId="{B67718C7-85B5-4F46-8F0D-62F3F1A556F5}" dt="2022-07-19T10:31:39.016" v="3072" actId="478"/>
          <ac:spMkLst>
            <pc:docMk/>
            <pc:sldMk cId="82625781" sldId="292"/>
            <ac:spMk id="15" creationId="{879279A0-DC12-0632-E691-ED2A37CC4CA3}"/>
          </ac:spMkLst>
        </pc:spChg>
        <pc:spChg chg="add del mod">
          <ac:chgData name="Vincent Straub" userId="cc81dce8-242d-424d-a3c5-7390e8e80d05" providerId="ADAL" clId="{B67718C7-85B5-4F46-8F0D-62F3F1A556F5}" dt="2022-07-19T10:31:39.016" v="3072" actId="478"/>
          <ac:spMkLst>
            <pc:docMk/>
            <pc:sldMk cId="82625781" sldId="292"/>
            <ac:spMk id="16" creationId="{03A7E1AA-1B07-79D7-26C5-D3E0E915ADDF}"/>
          </ac:spMkLst>
        </pc:spChg>
        <pc:spChg chg="add del mod">
          <ac:chgData name="Vincent Straub" userId="cc81dce8-242d-424d-a3c5-7390e8e80d05" providerId="ADAL" clId="{B67718C7-85B5-4F46-8F0D-62F3F1A556F5}" dt="2022-07-19T10:31:39.016" v="3072" actId="478"/>
          <ac:spMkLst>
            <pc:docMk/>
            <pc:sldMk cId="82625781" sldId="292"/>
            <ac:spMk id="17" creationId="{0E4F61A9-CEA7-1097-F922-51B292257EDC}"/>
          </ac:spMkLst>
        </pc:spChg>
        <pc:spChg chg="add del mod">
          <ac:chgData name="Vincent Straub" userId="cc81dce8-242d-424d-a3c5-7390e8e80d05" providerId="ADAL" clId="{B67718C7-85B5-4F46-8F0D-62F3F1A556F5}" dt="2022-07-19T10:31:39.016" v="3072" actId="478"/>
          <ac:spMkLst>
            <pc:docMk/>
            <pc:sldMk cId="82625781" sldId="292"/>
            <ac:spMk id="18" creationId="{4CD8858C-CF1C-F10B-116B-204B00FE6682}"/>
          </ac:spMkLst>
        </pc:spChg>
        <pc:spChg chg="add del mod">
          <ac:chgData name="Vincent Straub" userId="cc81dce8-242d-424d-a3c5-7390e8e80d05" providerId="ADAL" clId="{B67718C7-85B5-4F46-8F0D-62F3F1A556F5}" dt="2022-07-19T10:31:39.016" v="3072" actId="478"/>
          <ac:spMkLst>
            <pc:docMk/>
            <pc:sldMk cId="82625781" sldId="292"/>
            <ac:spMk id="19" creationId="{B3CCD584-33D7-DC94-AFF2-4C6787A46921}"/>
          </ac:spMkLst>
        </pc:spChg>
        <pc:spChg chg="add del mod">
          <ac:chgData name="Vincent Straub" userId="cc81dce8-242d-424d-a3c5-7390e8e80d05" providerId="ADAL" clId="{B67718C7-85B5-4F46-8F0D-62F3F1A556F5}" dt="2022-07-19T10:31:39.016" v="3072" actId="478"/>
          <ac:spMkLst>
            <pc:docMk/>
            <pc:sldMk cId="82625781" sldId="292"/>
            <ac:spMk id="20" creationId="{2E7415E0-B93C-E82C-5152-F4088D2C2CE3}"/>
          </ac:spMkLst>
        </pc:spChg>
        <pc:spChg chg="add del mod">
          <ac:chgData name="Vincent Straub" userId="cc81dce8-242d-424d-a3c5-7390e8e80d05" providerId="ADAL" clId="{B67718C7-85B5-4F46-8F0D-62F3F1A556F5}" dt="2022-07-19T10:31:39.016" v="3072" actId="478"/>
          <ac:spMkLst>
            <pc:docMk/>
            <pc:sldMk cId="82625781" sldId="292"/>
            <ac:spMk id="21" creationId="{6DDDEBCA-BCA6-4495-85E5-C662467EC2AC}"/>
          </ac:spMkLst>
        </pc:spChg>
        <pc:spChg chg="add del mod">
          <ac:chgData name="Vincent Straub" userId="cc81dce8-242d-424d-a3c5-7390e8e80d05" providerId="ADAL" clId="{B67718C7-85B5-4F46-8F0D-62F3F1A556F5}" dt="2022-07-19T10:31:39.016" v="3072" actId="478"/>
          <ac:spMkLst>
            <pc:docMk/>
            <pc:sldMk cId="82625781" sldId="292"/>
            <ac:spMk id="22" creationId="{223EFE31-BADE-F4DD-3757-30D70230D2D9}"/>
          </ac:spMkLst>
        </pc:spChg>
        <pc:spChg chg="add del mod">
          <ac:chgData name="Vincent Straub" userId="cc81dce8-242d-424d-a3c5-7390e8e80d05" providerId="ADAL" clId="{B67718C7-85B5-4F46-8F0D-62F3F1A556F5}" dt="2022-07-19T10:31:39.016" v="3072" actId="478"/>
          <ac:spMkLst>
            <pc:docMk/>
            <pc:sldMk cId="82625781" sldId="292"/>
            <ac:spMk id="23" creationId="{8F886C4C-3DF5-DDF1-A1D8-204F2853CDD7}"/>
          </ac:spMkLst>
        </pc:spChg>
        <pc:spChg chg="add del mod">
          <ac:chgData name="Vincent Straub" userId="cc81dce8-242d-424d-a3c5-7390e8e80d05" providerId="ADAL" clId="{B67718C7-85B5-4F46-8F0D-62F3F1A556F5}" dt="2022-07-19T10:31:39.016" v="3072" actId="478"/>
          <ac:spMkLst>
            <pc:docMk/>
            <pc:sldMk cId="82625781" sldId="292"/>
            <ac:spMk id="24" creationId="{57C15CD0-1FB3-DF19-D4C9-7B5E8089F24F}"/>
          </ac:spMkLst>
        </pc:spChg>
        <pc:spChg chg="add del mod">
          <ac:chgData name="Vincent Straub" userId="cc81dce8-242d-424d-a3c5-7390e8e80d05" providerId="ADAL" clId="{B67718C7-85B5-4F46-8F0D-62F3F1A556F5}" dt="2022-07-19T10:31:39.016" v="3072" actId="478"/>
          <ac:spMkLst>
            <pc:docMk/>
            <pc:sldMk cId="82625781" sldId="292"/>
            <ac:spMk id="25" creationId="{1888AAFB-622E-2BA3-6DB4-B944904C6BEF}"/>
          </ac:spMkLst>
        </pc:spChg>
        <pc:spChg chg="add del mod">
          <ac:chgData name="Vincent Straub" userId="cc81dce8-242d-424d-a3c5-7390e8e80d05" providerId="ADAL" clId="{B67718C7-85B5-4F46-8F0D-62F3F1A556F5}" dt="2022-07-19T10:31:42.823" v="3074" actId="478"/>
          <ac:spMkLst>
            <pc:docMk/>
            <pc:sldMk cId="82625781" sldId="292"/>
            <ac:spMk id="26" creationId="{5172089A-1784-F4BC-FB54-304F187E4C22}"/>
          </ac:spMkLst>
        </pc:spChg>
        <pc:spChg chg="add del mod">
          <ac:chgData name="Vincent Straub" userId="cc81dce8-242d-424d-a3c5-7390e8e80d05" providerId="ADAL" clId="{B67718C7-85B5-4F46-8F0D-62F3F1A556F5}" dt="2022-07-19T10:31:39.016" v="3072" actId="478"/>
          <ac:spMkLst>
            <pc:docMk/>
            <pc:sldMk cId="82625781" sldId="292"/>
            <ac:spMk id="27" creationId="{444D322A-F904-CFD1-162C-4864632C03B8}"/>
          </ac:spMkLst>
        </pc:spChg>
        <pc:spChg chg="add del mod">
          <ac:chgData name="Vincent Straub" userId="cc81dce8-242d-424d-a3c5-7390e8e80d05" providerId="ADAL" clId="{B67718C7-85B5-4F46-8F0D-62F3F1A556F5}" dt="2022-07-19T10:31:39.016" v="3072" actId="478"/>
          <ac:spMkLst>
            <pc:docMk/>
            <pc:sldMk cId="82625781" sldId="292"/>
            <ac:spMk id="28" creationId="{69369895-295A-E300-293C-24E5C0E729F0}"/>
          </ac:spMkLst>
        </pc:spChg>
        <pc:spChg chg="add del mod">
          <ac:chgData name="Vincent Straub" userId="cc81dce8-242d-424d-a3c5-7390e8e80d05" providerId="ADAL" clId="{B67718C7-85B5-4F46-8F0D-62F3F1A556F5}" dt="2022-07-19T10:31:39.016" v="3072" actId="478"/>
          <ac:spMkLst>
            <pc:docMk/>
            <pc:sldMk cId="82625781" sldId="292"/>
            <ac:spMk id="29" creationId="{EFC074DB-F52C-0CA9-E28E-18DB94DA3CAF}"/>
          </ac:spMkLst>
        </pc:spChg>
        <pc:spChg chg="add del mod">
          <ac:chgData name="Vincent Straub" userId="cc81dce8-242d-424d-a3c5-7390e8e80d05" providerId="ADAL" clId="{B67718C7-85B5-4F46-8F0D-62F3F1A556F5}" dt="2022-07-19T10:31:39.016" v="3072" actId="478"/>
          <ac:spMkLst>
            <pc:docMk/>
            <pc:sldMk cId="82625781" sldId="292"/>
            <ac:spMk id="30" creationId="{4F261F7A-96BB-F18F-9558-B55371D253D1}"/>
          </ac:spMkLst>
        </pc:spChg>
        <pc:spChg chg="add del mod">
          <ac:chgData name="Vincent Straub" userId="cc81dce8-242d-424d-a3c5-7390e8e80d05" providerId="ADAL" clId="{B67718C7-85B5-4F46-8F0D-62F3F1A556F5}" dt="2022-07-19T10:31:39.016" v="3072" actId="478"/>
          <ac:spMkLst>
            <pc:docMk/>
            <pc:sldMk cId="82625781" sldId="292"/>
            <ac:spMk id="31" creationId="{ABE294BA-48CF-A5A3-8443-17CB98A5DCA3}"/>
          </ac:spMkLst>
        </pc:spChg>
        <pc:spChg chg="add del mod">
          <ac:chgData name="Vincent Straub" userId="cc81dce8-242d-424d-a3c5-7390e8e80d05" providerId="ADAL" clId="{B67718C7-85B5-4F46-8F0D-62F3F1A556F5}" dt="2022-07-19T10:31:39.016" v="3072" actId="478"/>
          <ac:spMkLst>
            <pc:docMk/>
            <pc:sldMk cId="82625781" sldId="292"/>
            <ac:spMk id="32" creationId="{FA7C035D-2CB5-2223-1932-7C2F45B42EF3}"/>
          </ac:spMkLst>
        </pc:spChg>
        <pc:spChg chg="add del mod">
          <ac:chgData name="Vincent Straub" userId="cc81dce8-242d-424d-a3c5-7390e8e80d05" providerId="ADAL" clId="{B67718C7-85B5-4F46-8F0D-62F3F1A556F5}" dt="2022-07-19T10:31:39.016" v="3072" actId="478"/>
          <ac:spMkLst>
            <pc:docMk/>
            <pc:sldMk cId="82625781" sldId="292"/>
            <ac:spMk id="33" creationId="{CA5D6BF9-9700-9D42-EFA8-79F5F2D748E0}"/>
          </ac:spMkLst>
        </pc:spChg>
        <pc:spChg chg="add del mod">
          <ac:chgData name="Vincent Straub" userId="cc81dce8-242d-424d-a3c5-7390e8e80d05" providerId="ADAL" clId="{B67718C7-85B5-4F46-8F0D-62F3F1A556F5}" dt="2022-07-19T10:31:39.016" v="3072" actId="478"/>
          <ac:spMkLst>
            <pc:docMk/>
            <pc:sldMk cId="82625781" sldId="292"/>
            <ac:spMk id="34" creationId="{34608A4F-DD2D-5052-40F6-4C6DB7725B8E}"/>
          </ac:spMkLst>
        </pc:spChg>
        <pc:spChg chg="add del mod">
          <ac:chgData name="Vincent Straub" userId="cc81dce8-242d-424d-a3c5-7390e8e80d05" providerId="ADAL" clId="{B67718C7-85B5-4F46-8F0D-62F3F1A556F5}" dt="2022-07-19T10:31:39.016" v="3072" actId="478"/>
          <ac:spMkLst>
            <pc:docMk/>
            <pc:sldMk cId="82625781" sldId="292"/>
            <ac:spMk id="35" creationId="{ABDD596F-1A34-BD20-90EC-92BB227701FD}"/>
          </ac:spMkLst>
        </pc:spChg>
        <pc:spChg chg="add del mod">
          <ac:chgData name="Vincent Straub" userId="cc81dce8-242d-424d-a3c5-7390e8e80d05" providerId="ADAL" clId="{B67718C7-85B5-4F46-8F0D-62F3F1A556F5}" dt="2022-07-19T10:31:41.326" v="3073" actId="478"/>
          <ac:spMkLst>
            <pc:docMk/>
            <pc:sldMk cId="82625781" sldId="292"/>
            <ac:spMk id="36" creationId="{3C08F883-85C5-7DCC-AEB8-12660B00CF49}"/>
          </ac:spMkLst>
        </pc:spChg>
        <pc:picChg chg="add del mod">
          <ac:chgData name="Vincent Straub" userId="cc81dce8-242d-424d-a3c5-7390e8e80d05" providerId="ADAL" clId="{B67718C7-85B5-4F46-8F0D-62F3F1A556F5}" dt="2022-07-19T10:31:39.016" v="3072" actId="478"/>
          <ac:picMkLst>
            <pc:docMk/>
            <pc:sldMk cId="82625781" sldId="292"/>
            <ac:picMk id="6" creationId="{FD3D283C-88D5-D098-83BE-56DB3710A7D6}"/>
          </ac:picMkLst>
        </pc:picChg>
      </pc:sldChg>
      <pc:sldChg chg="addSp delSp modSp new mod modNotesTx">
        <pc:chgData name="Vincent Straub" userId="cc81dce8-242d-424d-a3c5-7390e8e80d05" providerId="ADAL" clId="{B67718C7-85B5-4F46-8F0D-62F3F1A556F5}" dt="2022-07-19T12:15:51.093" v="6210"/>
        <pc:sldMkLst>
          <pc:docMk/>
          <pc:sldMk cId="3071157609" sldId="293"/>
        </pc:sldMkLst>
        <pc:spChg chg="add mod">
          <ac:chgData name="Vincent Straub" userId="cc81dce8-242d-424d-a3c5-7390e8e80d05" providerId="ADAL" clId="{B67718C7-85B5-4F46-8F0D-62F3F1A556F5}" dt="2022-07-19T11:05:42.347" v="3430"/>
          <ac:spMkLst>
            <pc:docMk/>
            <pc:sldMk cId="3071157609" sldId="293"/>
            <ac:spMk id="2" creationId="{64BE6F0C-80B9-84E0-7AEC-4E4C07DB34D7}"/>
          </ac:spMkLst>
        </pc:spChg>
        <pc:spChg chg="del mod">
          <ac:chgData name="Vincent Straub" userId="cc81dce8-242d-424d-a3c5-7390e8e80d05" providerId="ADAL" clId="{B67718C7-85B5-4F46-8F0D-62F3F1A556F5}" dt="2022-07-14T13:48:06.867" v="2646" actId="478"/>
          <ac:spMkLst>
            <pc:docMk/>
            <pc:sldMk cId="3071157609" sldId="293"/>
            <ac:spMk id="2" creationId="{9E67B900-663D-41C6-CA0E-CFB0909AF9FF}"/>
          </ac:spMkLst>
        </pc:spChg>
        <pc:spChg chg="add mod">
          <ac:chgData name="Vincent Straub" userId="cc81dce8-242d-424d-a3c5-7390e8e80d05" providerId="ADAL" clId="{B67718C7-85B5-4F46-8F0D-62F3F1A556F5}" dt="2022-07-19T11:05:42.347" v="3430"/>
          <ac:spMkLst>
            <pc:docMk/>
            <pc:sldMk cId="3071157609" sldId="293"/>
            <ac:spMk id="3" creationId="{1F8BBF4E-9967-3DCD-4575-A67186F39F4E}"/>
          </ac:spMkLst>
        </pc:spChg>
        <pc:spChg chg="del mod">
          <ac:chgData name="Vincent Straub" userId="cc81dce8-242d-424d-a3c5-7390e8e80d05" providerId="ADAL" clId="{B67718C7-85B5-4F46-8F0D-62F3F1A556F5}" dt="2022-07-14T13:48:09.795" v="2649" actId="478"/>
          <ac:spMkLst>
            <pc:docMk/>
            <pc:sldMk cId="3071157609" sldId="293"/>
            <ac:spMk id="3" creationId="{9861C7FC-602E-1152-7D40-0641A77C2B43}"/>
          </ac:spMkLst>
        </pc:spChg>
        <pc:spChg chg="add mod">
          <ac:chgData name="Vincent Straub" userId="cc81dce8-242d-424d-a3c5-7390e8e80d05" providerId="ADAL" clId="{B67718C7-85B5-4F46-8F0D-62F3F1A556F5}" dt="2022-07-19T11:46:08.448" v="5482" actId="14100"/>
          <ac:spMkLst>
            <pc:docMk/>
            <pc:sldMk cId="3071157609" sldId="293"/>
            <ac:spMk id="4" creationId="{2843716F-2F6F-9B6E-0CBE-3D8258D7E5A3}"/>
          </ac:spMkLst>
        </pc:spChg>
        <pc:spChg chg="del">
          <ac:chgData name="Vincent Straub" userId="cc81dce8-242d-424d-a3c5-7390e8e80d05" providerId="ADAL" clId="{B67718C7-85B5-4F46-8F0D-62F3F1A556F5}" dt="2022-07-14T13:48:08.158" v="2647" actId="478"/>
          <ac:spMkLst>
            <pc:docMk/>
            <pc:sldMk cId="3071157609" sldId="293"/>
            <ac:spMk id="4" creationId="{4B012CDC-806B-DA2C-2DFB-BFE769DE8181}"/>
          </ac:spMkLst>
        </pc:spChg>
        <pc:spChg chg="add mod">
          <ac:chgData name="Vincent Straub" userId="cc81dce8-242d-424d-a3c5-7390e8e80d05" providerId="ADAL" clId="{B67718C7-85B5-4F46-8F0D-62F3F1A556F5}" dt="2022-07-19T12:15:51.093" v="6210"/>
          <ac:spMkLst>
            <pc:docMk/>
            <pc:sldMk cId="3071157609" sldId="293"/>
            <ac:spMk id="6" creationId="{06A37DD0-33B7-735B-8609-187D3A1C3A3E}"/>
          </ac:spMkLst>
        </pc:spChg>
        <pc:picChg chg="add del mod">
          <ac:chgData name="Vincent Straub" userId="cc81dce8-242d-424d-a3c5-7390e8e80d05" providerId="ADAL" clId="{B67718C7-85B5-4F46-8F0D-62F3F1A556F5}" dt="2022-07-19T11:44:31.053" v="5471" actId="478"/>
          <ac:picMkLst>
            <pc:docMk/>
            <pc:sldMk cId="3071157609" sldId="293"/>
            <ac:picMk id="5" creationId="{BB37D687-A4CA-C773-2146-22185FB6FEE2}"/>
          </ac:picMkLst>
        </pc:picChg>
        <pc:picChg chg="add mod">
          <ac:chgData name="Vincent Straub" userId="cc81dce8-242d-424d-a3c5-7390e8e80d05" providerId="ADAL" clId="{B67718C7-85B5-4F46-8F0D-62F3F1A556F5}" dt="2022-07-19T11:45:49.528" v="5477" actId="1076"/>
          <ac:picMkLst>
            <pc:docMk/>
            <pc:sldMk cId="3071157609" sldId="293"/>
            <ac:picMk id="8194" creationId="{29EE9DF0-89F5-DADC-70B4-4BC66905F2D5}"/>
          </ac:picMkLst>
        </pc:picChg>
      </pc:sldChg>
      <pc:sldChg chg="modSp add del mod">
        <pc:chgData name="Vincent Straub" userId="cc81dce8-242d-424d-a3c5-7390e8e80d05" providerId="ADAL" clId="{B67718C7-85B5-4F46-8F0D-62F3F1A556F5}" dt="2022-07-14T13:13:38.398" v="1319" actId="2696"/>
        <pc:sldMkLst>
          <pc:docMk/>
          <pc:sldMk cId="1568191387" sldId="294"/>
        </pc:sldMkLst>
        <pc:spChg chg="mod">
          <ac:chgData name="Vincent Straub" userId="cc81dce8-242d-424d-a3c5-7390e8e80d05" providerId="ADAL" clId="{B67718C7-85B5-4F46-8F0D-62F3F1A556F5}" dt="2022-07-14T13:10:00.465" v="1038" actId="20577"/>
          <ac:spMkLst>
            <pc:docMk/>
            <pc:sldMk cId="1568191387" sldId="294"/>
            <ac:spMk id="2" creationId="{00000000-0000-0000-0000-000000000000}"/>
          </ac:spMkLst>
        </pc:spChg>
      </pc:sldChg>
      <pc:sldChg chg="modSp add del mod">
        <pc:chgData name="Vincent Straub" userId="cc81dce8-242d-424d-a3c5-7390e8e80d05" providerId="ADAL" clId="{B67718C7-85B5-4F46-8F0D-62F3F1A556F5}" dt="2022-07-14T13:14:12.935" v="1326" actId="2696"/>
        <pc:sldMkLst>
          <pc:docMk/>
          <pc:sldMk cId="903304399" sldId="295"/>
        </pc:sldMkLst>
        <pc:spChg chg="mod">
          <ac:chgData name="Vincent Straub" userId="cc81dce8-242d-424d-a3c5-7390e8e80d05" providerId="ADAL" clId="{B67718C7-85B5-4F46-8F0D-62F3F1A556F5}" dt="2022-07-14T13:10:27.397" v="1070" actId="20577"/>
          <ac:spMkLst>
            <pc:docMk/>
            <pc:sldMk cId="903304399" sldId="295"/>
            <ac:spMk id="2" creationId="{9E67B900-663D-41C6-CA0E-CFB0909AF9FF}"/>
          </ac:spMkLst>
        </pc:spChg>
        <pc:spChg chg="mod">
          <ac:chgData name="Vincent Straub" userId="cc81dce8-242d-424d-a3c5-7390e8e80d05" providerId="ADAL" clId="{B67718C7-85B5-4F46-8F0D-62F3F1A556F5}" dt="2022-07-14T13:10:37.260" v="1099" actId="20577"/>
          <ac:spMkLst>
            <pc:docMk/>
            <pc:sldMk cId="903304399" sldId="295"/>
            <ac:spMk id="3" creationId="{9861C7FC-602E-1152-7D40-0641A77C2B43}"/>
          </ac:spMkLst>
        </pc:spChg>
      </pc:sldChg>
      <pc:sldChg chg="modSp add del mod">
        <pc:chgData name="Vincent Straub" userId="cc81dce8-242d-424d-a3c5-7390e8e80d05" providerId="ADAL" clId="{B67718C7-85B5-4F46-8F0D-62F3F1A556F5}" dt="2022-07-14T13:10:16.375" v="1050" actId="2696"/>
        <pc:sldMkLst>
          <pc:docMk/>
          <pc:sldMk cId="2500590301" sldId="295"/>
        </pc:sldMkLst>
        <pc:spChg chg="mod">
          <ac:chgData name="Vincent Straub" userId="cc81dce8-242d-424d-a3c5-7390e8e80d05" providerId="ADAL" clId="{B67718C7-85B5-4F46-8F0D-62F3F1A556F5}" dt="2022-07-14T13:10:13.196" v="1049" actId="20577"/>
          <ac:spMkLst>
            <pc:docMk/>
            <pc:sldMk cId="2500590301" sldId="295"/>
            <ac:spMk id="2" creationId="{00000000-0000-0000-0000-000000000000}"/>
          </ac:spMkLst>
        </pc:spChg>
      </pc:sldChg>
      <pc:sldChg chg="new del">
        <pc:chgData name="Vincent Straub" userId="cc81dce8-242d-424d-a3c5-7390e8e80d05" providerId="ADAL" clId="{B67718C7-85B5-4F46-8F0D-62F3F1A556F5}" dt="2022-07-14T13:11:08.051" v="1135" actId="2696"/>
        <pc:sldMkLst>
          <pc:docMk/>
          <pc:sldMk cId="4202967201" sldId="296"/>
        </pc:sldMkLst>
      </pc:sldChg>
      <pc:sldChg chg="addSp delSp modSp add del mod">
        <pc:chgData name="Vincent Straub" userId="cc81dce8-242d-424d-a3c5-7390e8e80d05" providerId="ADAL" clId="{B67718C7-85B5-4F46-8F0D-62F3F1A556F5}" dt="2022-07-19T11:48:15.077" v="5618" actId="2696"/>
        <pc:sldMkLst>
          <pc:docMk/>
          <pc:sldMk cId="1499073353" sldId="297"/>
        </pc:sldMkLst>
        <pc:spChg chg="add mod">
          <ac:chgData name="Vincent Straub" userId="cc81dce8-242d-424d-a3c5-7390e8e80d05" providerId="ADAL" clId="{B67718C7-85B5-4F46-8F0D-62F3F1A556F5}" dt="2022-07-19T11:06:08.995" v="3445"/>
          <ac:spMkLst>
            <pc:docMk/>
            <pc:sldMk cId="1499073353" sldId="297"/>
            <ac:spMk id="2" creationId="{3541578E-46E9-E981-DC91-EFE4CF4AD008}"/>
          </ac:spMkLst>
        </pc:spChg>
        <pc:spChg chg="del">
          <ac:chgData name="Vincent Straub" userId="cc81dce8-242d-424d-a3c5-7390e8e80d05" providerId="ADAL" clId="{B67718C7-85B5-4F46-8F0D-62F3F1A556F5}" dt="2022-07-14T13:44:49.568" v="2324" actId="478"/>
          <ac:spMkLst>
            <pc:docMk/>
            <pc:sldMk cId="1499073353" sldId="297"/>
            <ac:spMk id="2" creationId="{999F68EB-C3F0-A2BE-CFED-3DBF2DC9EB62}"/>
          </ac:spMkLst>
        </pc:spChg>
        <pc:spChg chg="mod">
          <ac:chgData name="Vincent Straub" userId="cc81dce8-242d-424d-a3c5-7390e8e80d05" providerId="ADAL" clId="{B67718C7-85B5-4F46-8F0D-62F3F1A556F5}" dt="2022-07-19T11:39:52.631" v="5114" actId="20577"/>
          <ac:spMkLst>
            <pc:docMk/>
            <pc:sldMk cId="1499073353" sldId="297"/>
            <ac:spMk id="3" creationId="{F146C6E5-0657-CD3F-F355-498C73C5B6E1}"/>
          </ac:spMkLst>
        </pc:spChg>
        <pc:spChg chg="add mod">
          <ac:chgData name="Vincent Straub" userId="cc81dce8-242d-424d-a3c5-7390e8e80d05" providerId="ADAL" clId="{B67718C7-85B5-4F46-8F0D-62F3F1A556F5}" dt="2022-07-19T11:06:08.995" v="3445"/>
          <ac:spMkLst>
            <pc:docMk/>
            <pc:sldMk cId="1499073353" sldId="297"/>
            <ac:spMk id="5" creationId="{67A498A0-1DAB-6734-9919-C24608D88333}"/>
          </ac:spMkLst>
        </pc:spChg>
        <pc:picChg chg="add mod">
          <ac:chgData name="Vincent Straub" userId="cc81dce8-242d-424d-a3c5-7390e8e80d05" providerId="ADAL" clId="{B67718C7-85B5-4F46-8F0D-62F3F1A556F5}" dt="2022-07-19T11:39:57.358" v="5115" actId="1076"/>
          <ac:picMkLst>
            <pc:docMk/>
            <pc:sldMk cId="1499073353" sldId="297"/>
            <ac:picMk id="4" creationId="{555DF9F3-756F-F7C7-34D1-DB379A386692}"/>
          </ac:picMkLst>
        </pc:picChg>
      </pc:sldChg>
      <pc:sldChg chg="addSp delSp modSp new del mod">
        <pc:chgData name="Vincent Straub" userId="cc81dce8-242d-424d-a3c5-7390e8e80d05" providerId="ADAL" clId="{B67718C7-85B5-4F46-8F0D-62F3F1A556F5}" dt="2022-07-19T10:50:43.487" v="3099" actId="2696"/>
        <pc:sldMkLst>
          <pc:docMk/>
          <pc:sldMk cId="3921143916" sldId="298"/>
        </pc:sldMkLst>
        <pc:spChg chg="del">
          <ac:chgData name="Vincent Straub" userId="cc81dce8-242d-424d-a3c5-7390e8e80d05" providerId="ADAL" clId="{B67718C7-85B5-4F46-8F0D-62F3F1A556F5}" dt="2022-07-14T13:42:02.858" v="2306" actId="478"/>
          <ac:spMkLst>
            <pc:docMk/>
            <pc:sldMk cId="3921143916" sldId="298"/>
            <ac:spMk id="2" creationId="{2B1FB1BF-AD01-205C-FBA4-5D13AC0AE3A1}"/>
          </ac:spMkLst>
        </pc:spChg>
        <pc:spChg chg="del">
          <ac:chgData name="Vincent Straub" userId="cc81dce8-242d-424d-a3c5-7390e8e80d05" providerId="ADAL" clId="{B67718C7-85B5-4F46-8F0D-62F3F1A556F5}" dt="2022-07-14T13:42:02.858" v="2306" actId="478"/>
          <ac:spMkLst>
            <pc:docMk/>
            <pc:sldMk cId="3921143916" sldId="298"/>
            <ac:spMk id="3" creationId="{CC0FE7DE-36CA-178C-4D29-6BEAA73C3898}"/>
          </ac:spMkLst>
        </pc:spChg>
        <pc:spChg chg="add mod">
          <ac:chgData name="Vincent Straub" userId="cc81dce8-242d-424d-a3c5-7390e8e80d05" providerId="ADAL" clId="{B67718C7-85B5-4F46-8F0D-62F3F1A556F5}" dt="2022-07-18T11:13:58.300" v="3070" actId="20577"/>
          <ac:spMkLst>
            <pc:docMk/>
            <pc:sldMk cId="3921143916" sldId="298"/>
            <ac:spMk id="5" creationId="{FDADF0C9-6854-F7A6-6A01-D4D569425706}"/>
          </ac:spMkLst>
        </pc:spChg>
        <pc:picChg chg="add mod">
          <ac:chgData name="Vincent Straub" userId="cc81dce8-242d-424d-a3c5-7390e8e80d05" providerId="ADAL" clId="{B67718C7-85B5-4F46-8F0D-62F3F1A556F5}" dt="2022-07-14T13:42:35.777" v="2315" actId="14100"/>
          <ac:picMkLst>
            <pc:docMk/>
            <pc:sldMk cId="3921143916" sldId="298"/>
            <ac:picMk id="4" creationId="{9F57606E-E124-0E72-0DAD-CC1ED2F87345}"/>
          </ac:picMkLst>
        </pc:picChg>
      </pc:sldChg>
      <pc:sldChg chg="addSp delSp modSp new mod setBg">
        <pc:chgData name="Vincent Straub" userId="cc81dce8-242d-424d-a3c5-7390e8e80d05" providerId="ADAL" clId="{B67718C7-85B5-4F46-8F0D-62F3F1A556F5}" dt="2022-07-19T12:37:22.983" v="7231" actId="404"/>
        <pc:sldMkLst>
          <pc:docMk/>
          <pc:sldMk cId="128489767" sldId="299"/>
        </pc:sldMkLst>
        <pc:spChg chg="mod">
          <ac:chgData name="Vincent Straub" userId="cc81dce8-242d-424d-a3c5-7390e8e80d05" providerId="ADAL" clId="{B67718C7-85B5-4F46-8F0D-62F3F1A556F5}" dt="2022-07-19T11:07:04.210" v="3478" actId="26606"/>
          <ac:spMkLst>
            <pc:docMk/>
            <pc:sldMk cId="128489767" sldId="299"/>
            <ac:spMk id="2" creationId="{51B96142-6288-9B13-7C3D-AFEB2FD234F5}"/>
          </ac:spMkLst>
        </pc:spChg>
        <pc:spChg chg="mod">
          <ac:chgData name="Vincent Straub" userId="cc81dce8-242d-424d-a3c5-7390e8e80d05" providerId="ADAL" clId="{B67718C7-85B5-4F46-8F0D-62F3F1A556F5}" dt="2022-07-19T12:37:22.983" v="7231" actId="404"/>
          <ac:spMkLst>
            <pc:docMk/>
            <pc:sldMk cId="128489767" sldId="299"/>
            <ac:spMk id="3" creationId="{7B15C4DB-93FC-78CB-F24A-B3DA63E2F29F}"/>
          </ac:spMkLst>
        </pc:spChg>
        <pc:spChg chg="add mod">
          <ac:chgData name="Vincent Straub" userId="cc81dce8-242d-424d-a3c5-7390e8e80d05" providerId="ADAL" clId="{B67718C7-85B5-4F46-8F0D-62F3F1A556F5}" dt="2022-07-19T11:07:04.210" v="3478" actId="26606"/>
          <ac:spMkLst>
            <pc:docMk/>
            <pc:sldMk cId="128489767" sldId="299"/>
            <ac:spMk id="4" creationId="{9333D90C-77CF-6764-F86B-3AD14A50962F}"/>
          </ac:spMkLst>
        </pc:spChg>
        <pc:spChg chg="add mod">
          <ac:chgData name="Vincent Straub" userId="cc81dce8-242d-424d-a3c5-7390e8e80d05" providerId="ADAL" clId="{B67718C7-85B5-4F46-8F0D-62F3F1A556F5}" dt="2022-07-19T11:07:04.210" v="3478" actId="26606"/>
          <ac:spMkLst>
            <pc:docMk/>
            <pc:sldMk cId="128489767" sldId="299"/>
            <ac:spMk id="5" creationId="{D472CF1F-C7C9-AE60-EDE0-0B2CE0089535}"/>
          </ac:spMkLst>
        </pc:spChg>
        <pc:spChg chg="add mod">
          <ac:chgData name="Vincent Straub" userId="cc81dce8-242d-424d-a3c5-7390e8e80d05" providerId="ADAL" clId="{B67718C7-85B5-4F46-8F0D-62F3F1A556F5}" dt="2022-07-19T12:16:13.751" v="6223"/>
          <ac:spMkLst>
            <pc:docMk/>
            <pc:sldMk cId="128489767" sldId="299"/>
            <ac:spMk id="6" creationId="{9A03F2DC-422B-0DC5-A35C-19AEFE29F8FE}"/>
          </ac:spMkLst>
        </pc:spChg>
        <pc:spChg chg="add del">
          <ac:chgData name="Vincent Straub" userId="cc81dce8-242d-424d-a3c5-7390e8e80d05" providerId="ADAL" clId="{B67718C7-85B5-4F46-8F0D-62F3F1A556F5}" dt="2022-07-19T11:07:04.210" v="3478" actId="26606"/>
          <ac:spMkLst>
            <pc:docMk/>
            <pc:sldMk cId="128489767" sldId="299"/>
            <ac:spMk id="11" creationId="{04812C46-200A-4DEB-A05E-3ED6C68C2387}"/>
          </ac:spMkLst>
        </pc:spChg>
        <pc:spChg chg="add del">
          <ac:chgData name="Vincent Straub" userId="cc81dce8-242d-424d-a3c5-7390e8e80d05" providerId="ADAL" clId="{B67718C7-85B5-4F46-8F0D-62F3F1A556F5}" dt="2022-07-19T11:07:04.210" v="3478" actId="26606"/>
          <ac:spMkLst>
            <pc:docMk/>
            <pc:sldMk cId="128489767" sldId="299"/>
            <ac:spMk id="13" creationId="{D1EA859B-E555-4109-94F3-6700E046E008}"/>
          </ac:spMkLst>
        </pc:spChg>
        <pc:picChg chg="add del">
          <ac:chgData name="Vincent Straub" userId="cc81dce8-242d-424d-a3c5-7390e8e80d05" providerId="ADAL" clId="{B67718C7-85B5-4F46-8F0D-62F3F1A556F5}" dt="2022-07-19T11:07:04.210" v="3478" actId="26606"/>
          <ac:picMkLst>
            <pc:docMk/>
            <pc:sldMk cId="128489767" sldId="299"/>
            <ac:picMk id="7" creationId="{5DC8AD1E-BFC5-7794-89D5-41738768D076}"/>
          </ac:picMkLst>
        </pc:picChg>
      </pc:sldChg>
      <pc:sldChg chg="addSp delSp modSp add mod setBg modNotesTx">
        <pc:chgData name="Vincent Straub" userId="cc81dce8-242d-424d-a3c5-7390e8e80d05" providerId="ADAL" clId="{B67718C7-85B5-4F46-8F0D-62F3F1A556F5}" dt="2022-07-19T12:15:46.204" v="6207" actId="1036"/>
        <pc:sldMkLst>
          <pc:docMk/>
          <pc:sldMk cId="195354411" sldId="300"/>
        </pc:sldMkLst>
        <pc:spChg chg="add mod">
          <ac:chgData name="Vincent Straub" userId="cc81dce8-242d-424d-a3c5-7390e8e80d05" providerId="ADAL" clId="{B67718C7-85B5-4F46-8F0D-62F3F1A556F5}" dt="2022-07-19T11:05:37.190" v="3427"/>
          <ac:spMkLst>
            <pc:docMk/>
            <pc:sldMk cId="195354411" sldId="300"/>
            <ac:spMk id="3" creationId="{E248D33F-6F3A-DA93-363B-56B61EEB10E7}"/>
          </ac:spMkLst>
        </pc:spChg>
        <pc:spChg chg="add mod">
          <ac:chgData name="Vincent Straub" userId="cc81dce8-242d-424d-a3c5-7390e8e80d05" providerId="ADAL" clId="{B67718C7-85B5-4F46-8F0D-62F3F1A556F5}" dt="2022-07-19T11:05:37.190" v="3427"/>
          <ac:spMkLst>
            <pc:docMk/>
            <pc:sldMk cId="195354411" sldId="300"/>
            <ac:spMk id="4" creationId="{6FB69022-C17D-858B-F0E0-D89A3F548D37}"/>
          </ac:spMkLst>
        </pc:spChg>
        <pc:spChg chg="mod">
          <ac:chgData name="Vincent Straub" userId="cc81dce8-242d-424d-a3c5-7390e8e80d05" providerId="ADAL" clId="{B67718C7-85B5-4F46-8F0D-62F3F1A556F5}" dt="2022-07-19T11:34:28.119" v="4734" actId="1076"/>
          <ac:spMkLst>
            <pc:docMk/>
            <pc:sldMk cId="195354411" sldId="300"/>
            <ac:spMk id="6" creationId="{C87518FC-5F66-B232-101F-58A9FEB82ED5}"/>
          </ac:spMkLst>
        </pc:spChg>
        <pc:spChg chg="add mod">
          <ac:chgData name="Vincent Straub" userId="cc81dce8-242d-424d-a3c5-7390e8e80d05" providerId="ADAL" clId="{B67718C7-85B5-4F46-8F0D-62F3F1A556F5}" dt="2022-07-19T12:15:46.204" v="6207" actId="1036"/>
          <ac:spMkLst>
            <pc:docMk/>
            <pc:sldMk cId="195354411" sldId="300"/>
            <ac:spMk id="7" creationId="{2D42AFB6-C44D-293F-6778-02D9119F45B1}"/>
          </ac:spMkLst>
        </pc:spChg>
        <pc:picChg chg="mod">
          <ac:chgData name="Vincent Straub" userId="cc81dce8-242d-424d-a3c5-7390e8e80d05" providerId="ADAL" clId="{B67718C7-85B5-4F46-8F0D-62F3F1A556F5}" dt="2022-07-19T11:34:30.100" v="4735" actId="14100"/>
          <ac:picMkLst>
            <pc:docMk/>
            <pc:sldMk cId="195354411" sldId="300"/>
            <ac:picMk id="2" creationId="{84B0CBAF-946E-DB9A-7986-F7E949B145F8}"/>
          </ac:picMkLst>
        </pc:picChg>
        <pc:picChg chg="del">
          <ac:chgData name="Vincent Straub" userId="cc81dce8-242d-424d-a3c5-7390e8e80d05" providerId="ADAL" clId="{B67718C7-85B5-4F46-8F0D-62F3F1A556F5}" dt="2022-07-19T11:34:13.967" v="4728" actId="478"/>
          <ac:picMkLst>
            <pc:docMk/>
            <pc:sldMk cId="195354411" sldId="300"/>
            <ac:picMk id="5" creationId="{3EBEE5BF-7833-70FF-4AB5-91A185BDFB5C}"/>
          </ac:picMkLst>
        </pc:picChg>
      </pc:sldChg>
      <pc:sldChg chg="addSp delSp modSp new del mod">
        <pc:chgData name="Vincent Straub" userId="cc81dce8-242d-424d-a3c5-7390e8e80d05" providerId="ADAL" clId="{B67718C7-85B5-4F46-8F0D-62F3F1A556F5}" dt="2022-07-19T10:50:43.949" v="3100" actId="2696"/>
        <pc:sldMkLst>
          <pc:docMk/>
          <pc:sldMk cId="217105777" sldId="301"/>
        </pc:sldMkLst>
        <pc:spChg chg="add del mod">
          <ac:chgData name="Vincent Straub" userId="cc81dce8-242d-424d-a3c5-7390e8e80d05" providerId="ADAL" clId="{B67718C7-85B5-4F46-8F0D-62F3F1A556F5}" dt="2022-07-18T11:09:39.498" v="2985"/>
          <ac:spMkLst>
            <pc:docMk/>
            <pc:sldMk cId="217105777" sldId="301"/>
            <ac:spMk id="2" creationId="{6854E7D5-B7A0-D88D-2058-B0FE42308146}"/>
          </ac:spMkLst>
        </pc:spChg>
        <pc:spChg chg="del">
          <ac:chgData name="Vincent Straub" userId="cc81dce8-242d-424d-a3c5-7390e8e80d05" providerId="ADAL" clId="{B67718C7-85B5-4F46-8F0D-62F3F1A556F5}" dt="2022-07-14T13:56:07.237" v="2885" actId="478"/>
          <ac:spMkLst>
            <pc:docMk/>
            <pc:sldMk cId="217105777" sldId="301"/>
            <ac:spMk id="2" creationId="{78A15092-A7CE-3722-20E8-2D9907D20BFC}"/>
          </ac:spMkLst>
        </pc:spChg>
        <pc:spChg chg="del">
          <ac:chgData name="Vincent Straub" userId="cc81dce8-242d-424d-a3c5-7390e8e80d05" providerId="ADAL" clId="{B67718C7-85B5-4F46-8F0D-62F3F1A556F5}" dt="2022-07-14T13:56:07.237" v="2885" actId="478"/>
          <ac:spMkLst>
            <pc:docMk/>
            <pc:sldMk cId="217105777" sldId="301"/>
            <ac:spMk id="3" creationId="{D8AEDDFD-5FC7-70E8-4715-9B54BFF0E6F6}"/>
          </ac:spMkLst>
        </pc:spChg>
        <pc:spChg chg="add mod">
          <ac:chgData name="Vincent Straub" userId="cc81dce8-242d-424d-a3c5-7390e8e80d05" providerId="ADAL" clId="{B67718C7-85B5-4F46-8F0D-62F3F1A556F5}" dt="2022-07-14T13:56:10.255" v="2886"/>
          <ac:spMkLst>
            <pc:docMk/>
            <pc:sldMk cId="217105777" sldId="301"/>
            <ac:spMk id="5" creationId="{BFAA4763-1C4B-4A7B-164E-89E49A278EFF}"/>
          </ac:spMkLst>
        </pc:spChg>
        <pc:picChg chg="add mod">
          <ac:chgData name="Vincent Straub" userId="cc81dce8-242d-424d-a3c5-7390e8e80d05" providerId="ADAL" clId="{B67718C7-85B5-4F46-8F0D-62F3F1A556F5}" dt="2022-07-14T13:56:28.492" v="2890" actId="1076"/>
          <ac:picMkLst>
            <pc:docMk/>
            <pc:sldMk cId="217105777" sldId="301"/>
            <ac:picMk id="4" creationId="{3446EE30-CE1D-847C-941F-D4EE80315D9D}"/>
          </ac:picMkLst>
        </pc:picChg>
      </pc:sldChg>
      <pc:sldChg chg="new del">
        <pc:chgData name="Vincent Straub" userId="cc81dce8-242d-424d-a3c5-7390e8e80d05" providerId="ADAL" clId="{B67718C7-85B5-4F46-8F0D-62F3F1A556F5}" dt="2022-07-14T13:50:02.653" v="2665" actId="2696"/>
        <pc:sldMkLst>
          <pc:docMk/>
          <pc:sldMk cId="1949926062" sldId="301"/>
        </pc:sldMkLst>
      </pc:sldChg>
      <pc:sldChg chg="addSp delSp modSp new mod ord modNotesTx">
        <pc:chgData name="Vincent Straub" userId="cc81dce8-242d-424d-a3c5-7390e8e80d05" providerId="ADAL" clId="{B67718C7-85B5-4F46-8F0D-62F3F1A556F5}" dt="2022-07-19T12:28:12.360" v="6731" actId="2711"/>
        <pc:sldMkLst>
          <pc:docMk/>
          <pc:sldMk cId="1305511189" sldId="302"/>
        </pc:sldMkLst>
        <pc:spChg chg="del mod">
          <ac:chgData name="Vincent Straub" userId="cc81dce8-242d-424d-a3c5-7390e8e80d05" providerId="ADAL" clId="{B67718C7-85B5-4F46-8F0D-62F3F1A556F5}" dt="2022-07-18T09:43:33.027" v="2967" actId="478"/>
          <ac:spMkLst>
            <pc:docMk/>
            <pc:sldMk cId="1305511189" sldId="302"/>
            <ac:spMk id="2" creationId="{0C996154-4885-7897-09CF-21AF1C912E52}"/>
          </ac:spMkLst>
        </pc:spChg>
        <pc:spChg chg="add mod">
          <ac:chgData name="Vincent Straub" userId="cc81dce8-242d-424d-a3c5-7390e8e80d05" providerId="ADAL" clId="{B67718C7-85B5-4F46-8F0D-62F3F1A556F5}" dt="2022-07-19T11:18:57.066" v="4281" actId="20577"/>
          <ac:spMkLst>
            <pc:docMk/>
            <pc:sldMk cId="1305511189" sldId="302"/>
            <ac:spMk id="2" creationId="{E7614158-0B0F-BF65-0139-B73E8067DC7D}"/>
          </ac:spMkLst>
        </pc:spChg>
        <pc:spChg chg="del">
          <ac:chgData name="Vincent Straub" userId="cc81dce8-242d-424d-a3c5-7390e8e80d05" providerId="ADAL" clId="{B67718C7-85B5-4F46-8F0D-62F3F1A556F5}" dt="2022-07-18T09:43:34.115" v="2968" actId="478"/>
          <ac:spMkLst>
            <pc:docMk/>
            <pc:sldMk cId="1305511189" sldId="302"/>
            <ac:spMk id="3" creationId="{C62E79DF-A942-D345-9FE6-CBE7768F10A4}"/>
          </ac:spMkLst>
        </pc:spChg>
        <pc:spChg chg="add mod">
          <ac:chgData name="Vincent Straub" userId="cc81dce8-242d-424d-a3c5-7390e8e80d05" providerId="ADAL" clId="{B67718C7-85B5-4F46-8F0D-62F3F1A556F5}" dt="2022-07-19T12:15:26.216" v="6201"/>
          <ac:spMkLst>
            <pc:docMk/>
            <pc:sldMk cId="1305511189" sldId="302"/>
            <ac:spMk id="4" creationId="{26B266A5-590D-8332-2685-C8AABC8DB932}"/>
          </ac:spMkLst>
        </pc:spChg>
        <pc:spChg chg="del">
          <ac:chgData name="Vincent Straub" userId="cc81dce8-242d-424d-a3c5-7390e8e80d05" providerId="ADAL" clId="{B67718C7-85B5-4F46-8F0D-62F3F1A556F5}" dt="2022-07-18T09:43:36.099" v="2969" actId="478"/>
          <ac:spMkLst>
            <pc:docMk/>
            <pc:sldMk cId="1305511189" sldId="302"/>
            <ac:spMk id="4" creationId="{8D30AB69-6E16-69A6-271F-26F3E82D14D4}"/>
          </ac:spMkLst>
        </pc:spChg>
        <pc:spChg chg="add mod">
          <ac:chgData name="Vincent Straub" userId="cc81dce8-242d-424d-a3c5-7390e8e80d05" providerId="ADAL" clId="{B67718C7-85B5-4F46-8F0D-62F3F1A556F5}" dt="2022-07-19T12:28:12.360" v="6731" actId="2711"/>
          <ac:spMkLst>
            <pc:docMk/>
            <pc:sldMk cId="1305511189" sldId="302"/>
            <ac:spMk id="5" creationId="{4D4536C1-A844-9878-A4A9-2094D26B4C6F}"/>
          </ac:spMkLst>
        </pc:spChg>
        <pc:spChg chg="add mod">
          <ac:chgData name="Vincent Straub" userId="cc81dce8-242d-424d-a3c5-7390e8e80d05" providerId="ADAL" clId="{B67718C7-85B5-4F46-8F0D-62F3F1A556F5}" dt="2022-07-19T12:15:26.216" v="6201"/>
          <ac:spMkLst>
            <pc:docMk/>
            <pc:sldMk cId="1305511189" sldId="302"/>
            <ac:spMk id="6" creationId="{D38857EC-CAF0-6D2F-60C7-EB2BA9F289F8}"/>
          </ac:spMkLst>
        </pc:spChg>
        <pc:spChg chg="add mod">
          <ac:chgData name="Vincent Straub" userId="cc81dce8-242d-424d-a3c5-7390e8e80d05" providerId="ADAL" clId="{B67718C7-85B5-4F46-8F0D-62F3F1A556F5}" dt="2022-07-19T12:15:37.114" v="6203"/>
          <ac:spMkLst>
            <pc:docMk/>
            <pc:sldMk cId="1305511189" sldId="302"/>
            <ac:spMk id="7" creationId="{9CDA3BA7-74E7-CA43-EB9C-F78D36055FD6}"/>
          </ac:spMkLst>
        </pc:spChg>
        <pc:picChg chg="add mod">
          <ac:chgData name="Vincent Straub" userId="cc81dce8-242d-424d-a3c5-7390e8e80d05" providerId="ADAL" clId="{B67718C7-85B5-4F46-8F0D-62F3F1A556F5}" dt="2022-07-19T11:19:45.506" v="4290" actId="14100"/>
          <ac:picMkLst>
            <pc:docMk/>
            <pc:sldMk cId="1305511189" sldId="302"/>
            <ac:picMk id="3" creationId="{532F2B7A-4040-9851-875D-F0B355BD21B5}"/>
          </ac:picMkLst>
        </pc:picChg>
      </pc:sldChg>
      <pc:sldChg chg="addSp delSp modSp new del mod setBg">
        <pc:chgData name="Vincent Straub" userId="cc81dce8-242d-424d-a3c5-7390e8e80d05" providerId="ADAL" clId="{B67718C7-85B5-4F46-8F0D-62F3F1A556F5}" dt="2022-07-19T10:49:04.772" v="3077" actId="2696"/>
        <pc:sldMkLst>
          <pc:docMk/>
          <pc:sldMk cId="881249200" sldId="303"/>
        </pc:sldMkLst>
        <pc:spChg chg="del">
          <ac:chgData name="Vincent Straub" userId="cc81dce8-242d-424d-a3c5-7390e8e80d05" providerId="ADAL" clId="{B67718C7-85B5-4F46-8F0D-62F3F1A556F5}" dt="2022-07-18T11:08:42.125" v="2972" actId="478"/>
          <ac:spMkLst>
            <pc:docMk/>
            <pc:sldMk cId="881249200" sldId="303"/>
            <ac:spMk id="2" creationId="{313B7874-9AC4-6A2D-6919-243851135DB1}"/>
          </ac:spMkLst>
        </pc:spChg>
        <pc:spChg chg="del">
          <ac:chgData name="Vincent Straub" userId="cc81dce8-242d-424d-a3c5-7390e8e80d05" providerId="ADAL" clId="{B67718C7-85B5-4F46-8F0D-62F3F1A556F5}" dt="2022-07-18T11:08:40.144" v="2971" actId="931"/>
          <ac:spMkLst>
            <pc:docMk/>
            <pc:sldMk cId="881249200" sldId="303"/>
            <ac:spMk id="3" creationId="{6235C66B-D154-489D-2290-671B86B98974}"/>
          </ac:spMkLst>
        </pc:spChg>
        <pc:spChg chg="add del mod">
          <ac:chgData name="Vincent Straub" userId="cc81dce8-242d-424d-a3c5-7390e8e80d05" providerId="ADAL" clId="{B67718C7-85B5-4F46-8F0D-62F3F1A556F5}" dt="2022-07-19T10:49:01.439" v="3075" actId="478"/>
          <ac:spMkLst>
            <pc:docMk/>
            <pc:sldMk cId="881249200" sldId="303"/>
            <ac:spMk id="6" creationId="{7073B1B6-D0EA-F432-96BD-B18F2C51D921}"/>
          </ac:spMkLst>
        </pc:spChg>
        <pc:spChg chg="add del mod">
          <ac:chgData name="Vincent Straub" userId="cc81dce8-242d-424d-a3c5-7390e8e80d05" providerId="ADAL" clId="{B67718C7-85B5-4F46-8F0D-62F3F1A556F5}" dt="2022-07-19T10:31:32.880" v="3071" actId="478"/>
          <ac:spMkLst>
            <pc:docMk/>
            <pc:sldMk cId="881249200" sldId="303"/>
            <ac:spMk id="8" creationId="{C997AEB9-4ED0-5535-A6FC-23597A4845FA}"/>
          </ac:spMkLst>
        </pc:spChg>
        <pc:spChg chg="add del">
          <ac:chgData name="Vincent Straub" userId="cc81dce8-242d-424d-a3c5-7390e8e80d05" providerId="ADAL" clId="{B67718C7-85B5-4F46-8F0D-62F3F1A556F5}" dt="2022-07-18T11:08:52.747" v="2976" actId="26606"/>
          <ac:spMkLst>
            <pc:docMk/>
            <pc:sldMk cId="881249200" sldId="303"/>
            <ac:spMk id="9" creationId="{4520E24F-8999-01A9-A1CB-49F379BA9DA0}"/>
          </ac:spMkLst>
        </pc:spChg>
        <pc:spChg chg="add del">
          <ac:chgData name="Vincent Straub" userId="cc81dce8-242d-424d-a3c5-7390e8e80d05" providerId="ADAL" clId="{B67718C7-85B5-4F46-8F0D-62F3F1A556F5}" dt="2022-07-18T11:08:52.747" v="2976" actId="26606"/>
          <ac:spMkLst>
            <pc:docMk/>
            <pc:sldMk cId="881249200" sldId="303"/>
            <ac:spMk id="12" creationId="{3AFE8227-C443-417B-BA91-520EB1EF4559}"/>
          </ac:spMkLst>
        </pc:spChg>
        <pc:spChg chg="add del">
          <ac:chgData name="Vincent Straub" userId="cc81dce8-242d-424d-a3c5-7390e8e80d05" providerId="ADAL" clId="{B67718C7-85B5-4F46-8F0D-62F3F1A556F5}" dt="2022-07-18T11:08:52.747" v="2976" actId="26606"/>
          <ac:spMkLst>
            <pc:docMk/>
            <pc:sldMk cId="881249200" sldId="303"/>
            <ac:spMk id="14" creationId="{907741FC-B544-4A6E-B831-6789D042333D}"/>
          </ac:spMkLst>
        </pc:spChg>
        <pc:spChg chg="add del">
          <ac:chgData name="Vincent Straub" userId="cc81dce8-242d-424d-a3c5-7390e8e80d05" providerId="ADAL" clId="{B67718C7-85B5-4F46-8F0D-62F3F1A556F5}" dt="2022-07-18T11:08:52.747" v="2976" actId="26606"/>
          <ac:spMkLst>
            <pc:docMk/>
            <pc:sldMk cId="881249200" sldId="303"/>
            <ac:spMk id="16" creationId="{3F0BE7ED-7814-4273-B18A-F26CC0380380}"/>
          </ac:spMkLst>
        </pc:spChg>
        <pc:picChg chg="add del mod modCrop">
          <ac:chgData name="Vincent Straub" userId="cc81dce8-242d-424d-a3c5-7390e8e80d05" providerId="ADAL" clId="{B67718C7-85B5-4F46-8F0D-62F3F1A556F5}" dt="2022-07-18T11:10:57.774" v="3008" actId="478"/>
          <ac:picMkLst>
            <pc:docMk/>
            <pc:sldMk cId="881249200" sldId="303"/>
            <ac:picMk id="5" creationId="{462C911F-88BA-9FF0-E319-A558A61343DC}"/>
          </ac:picMkLst>
        </pc:picChg>
      </pc:sldChg>
      <pc:sldChg chg="addSp modSp add mod modNotesTx">
        <pc:chgData name="Vincent Straub" userId="cc81dce8-242d-424d-a3c5-7390e8e80d05" providerId="ADAL" clId="{B67718C7-85B5-4F46-8F0D-62F3F1A556F5}" dt="2022-07-19T12:25:40.555" v="6690" actId="313"/>
        <pc:sldMkLst>
          <pc:docMk/>
          <pc:sldMk cId="2476089484" sldId="304"/>
        </pc:sldMkLst>
        <pc:spChg chg="add mod">
          <ac:chgData name="Vincent Straub" userId="cc81dce8-242d-424d-a3c5-7390e8e80d05" providerId="ADAL" clId="{B67718C7-85B5-4F46-8F0D-62F3F1A556F5}" dt="2022-07-19T12:16:08.827" v="6219"/>
          <ac:spMkLst>
            <pc:docMk/>
            <pc:sldMk cId="2476089484" sldId="304"/>
            <ac:spMk id="2" creationId="{FB3B9AC2-E3F8-8017-3B1A-26F813828ED6}"/>
          </ac:spMkLst>
        </pc:spChg>
        <pc:spChg chg="mod">
          <ac:chgData name="Vincent Straub" userId="cc81dce8-242d-424d-a3c5-7390e8e80d05" providerId="ADAL" clId="{B67718C7-85B5-4F46-8F0D-62F3F1A556F5}" dt="2022-07-19T11:02:38.976" v="3251" actId="1076"/>
          <ac:spMkLst>
            <pc:docMk/>
            <pc:sldMk cId="2476089484" sldId="304"/>
            <ac:spMk id="147" creationId="{10951955-A9F1-DDCF-211B-10DB3F4C37AA}"/>
          </ac:spMkLst>
        </pc:spChg>
      </pc:sldChg>
      <pc:sldChg chg="new del">
        <pc:chgData name="Vincent Straub" userId="cc81dce8-242d-424d-a3c5-7390e8e80d05" providerId="ADAL" clId="{B67718C7-85B5-4F46-8F0D-62F3F1A556F5}" dt="2022-07-19T10:50:12.457" v="3089" actId="680"/>
        <pc:sldMkLst>
          <pc:docMk/>
          <pc:sldMk cId="1544668925" sldId="305"/>
        </pc:sldMkLst>
      </pc:sldChg>
      <pc:sldChg chg="addSp delSp modSp new mod modNotesTx">
        <pc:chgData name="Vincent Straub" userId="cc81dce8-242d-424d-a3c5-7390e8e80d05" providerId="ADAL" clId="{B67718C7-85B5-4F46-8F0D-62F3F1A556F5}" dt="2022-07-19T12:24:43.330" v="6663" actId="20577"/>
        <pc:sldMkLst>
          <pc:docMk/>
          <pc:sldMk cId="3734122241" sldId="305"/>
        </pc:sldMkLst>
        <pc:spChg chg="del">
          <ac:chgData name="Vincent Straub" userId="cc81dce8-242d-424d-a3c5-7390e8e80d05" providerId="ADAL" clId="{B67718C7-85B5-4F46-8F0D-62F3F1A556F5}" dt="2022-07-19T10:50:21.819" v="3091" actId="478"/>
          <ac:spMkLst>
            <pc:docMk/>
            <pc:sldMk cId="3734122241" sldId="305"/>
            <ac:spMk id="2" creationId="{E83F1EC0-9E68-F49C-1516-1DCFECBFE9DE}"/>
          </ac:spMkLst>
        </pc:spChg>
        <pc:spChg chg="del">
          <ac:chgData name="Vincent Straub" userId="cc81dce8-242d-424d-a3c5-7390e8e80d05" providerId="ADAL" clId="{B67718C7-85B5-4F46-8F0D-62F3F1A556F5}" dt="2022-07-19T10:50:21.819" v="3091" actId="478"/>
          <ac:spMkLst>
            <pc:docMk/>
            <pc:sldMk cId="3734122241" sldId="305"/>
            <ac:spMk id="3" creationId="{75EE6285-D62C-A0E8-BC0F-60689A65AF19}"/>
          </ac:spMkLst>
        </pc:spChg>
        <pc:spChg chg="add mod">
          <ac:chgData name="Vincent Straub" userId="cc81dce8-242d-424d-a3c5-7390e8e80d05" providerId="ADAL" clId="{B67718C7-85B5-4F46-8F0D-62F3F1A556F5}" dt="2022-07-19T10:55:35.034" v="3167" actId="1076"/>
          <ac:spMkLst>
            <pc:docMk/>
            <pc:sldMk cId="3734122241" sldId="305"/>
            <ac:spMk id="7" creationId="{313DB30B-43C3-B621-BA67-ABFA30F12086}"/>
          </ac:spMkLst>
        </pc:spChg>
        <pc:spChg chg="add mod">
          <ac:chgData name="Vincent Straub" userId="cc81dce8-242d-424d-a3c5-7390e8e80d05" providerId="ADAL" clId="{B67718C7-85B5-4F46-8F0D-62F3F1A556F5}" dt="2022-07-19T10:55:52.441" v="3178" actId="1076"/>
          <ac:spMkLst>
            <pc:docMk/>
            <pc:sldMk cId="3734122241" sldId="305"/>
            <ac:spMk id="8" creationId="{7C34E5C6-496A-7BDA-AB99-01BE82AE91D4}"/>
          </ac:spMkLst>
        </pc:spChg>
        <pc:spChg chg="add del mod">
          <ac:chgData name="Vincent Straub" userId="cc81dce8-242d-424d-a3c5-7390e8e80d05" providerId="ADAL" clId="{B67718C7-85B5-4F46-8F0D-62F3F1A556F5}" dt="2022-07-19T12:16:00.317" v="6214"/>
          <ac:spMkLst>
            <pc:docMk/>
            <pc:sldMk cId="3734122241" sldId="305"/>
            <ac:spMk id="9" creationId="{E3FEF4E3-66E7-9A6E-F571-D7FEE62E028C}"/>
          </ac:spMkLst>
        </pc:spChg>
        <pc:spChg chg="add del mod">
          <ac:chgData name="Vincent Straub" userId="cc81dce8-242d-424d-a3c5-7390e8e80d05" providerId="ADAL" clId="{B67718C7-85B5-4F46-8F0D-62F3F1A556F5}" dt="2022-07-19T12:16:00.317" v="6214"/>
          <ac:spMkLst>
            <pc:docMk/>
            <pc:sldMk cId="3734122241" sldId="305"/>
            <ac:spMk id="10" creationId="{6C12C56C-F6B0-8146-A21A-DD6F092B5CF3}"/>
          </ac:spMkLst>
        </pc:spChg>
        <pc:spChg chg="add mod">
          <ac:chgData name="Vincent Straub" userId="cc81dce8-242d-424d-a3c5-7390e8e80d05" providerId="ADAL" clId="{B67718C7-85B5-4F46-8F0D-62F3F1A556F5}" dt="2022-07-19T12:16:04.609" v="6215"/>
          <ac:spMkLst>
            <pc:docMk/>
            <pc:sldMk cId="3734122241" sldId="305"/>
            <ac:spMk id="11" creationId="{16D6E101-3857-75A1-9FB1-6EEBBAD242B9}"/>
          </ac:spMkLst>
        </pc:spChg>
        <pc:graphicFrameChg chg="add del mod">
          <ac:chgData name="Vincent Straub" userId="cc81dce8-242d-424d-a3c5-7390e8e80d05" providerId="ADAL" clId="{B67718C7-85B5-4F46-8F0D-62F3F1A556F5}" dt="2022-07-19T10:50:23.735" v="3093"/>
          <ac:graphicFrameMkLst>
            <pc:docMk/>
            <pc:sldMk cId="3734122241" sldId="305"/>
            <ac:graphicFrameMk id="4" creationId="{33CF4E9E-BDD5-AF5E-4407-5573839A747B}"/>
          </ac:graphicFrameMkLst>
        </pc:graphicFrameChg>
        <pc:graphicFrameChg chg="add mod modGraphic">
          <ac:chgData name="Vincent Straub" userId="cc81dce8-242d-424d-a3c5-7390e8e80d05" providerId="ADAL" clId="{B67718C7-85B5-4F46-8F0D-62F3F1A556F5}" dt="2022-07-19T10:55:35.034" v="3167" actId="1076"/>
          <ac:graphicFrameMkLst>
            <pc:docMk/>
            <pc:sldMk cId="3734122241" sldId="305"/>
            <ac:graphicFrameMk id="5" creationId="{1F1AA5DF-E5EA-6F4A-6183-CAB0F71663C3}"/>
          </ac:graphicFrameMkLst>
        </pc:graphicFrameChg>
        <pc:graphicFrameChg chg="add mod modGraphic">
          <ac:chgData name="Vincent Straub" userId="cc81dce8-242d-424d-a3c5-7390e8e80d05" providerId="ADAL" clId="{B67718C7-85B5-4F46-8F0D-62F3F1A556F5}" dt="2022-07-19T10:55:35.034" v="3167" actId="1076"/>
          <ac:graphicFrameMkLst>
            <pc:docMk/>
            <pc:sldMk cId="3734122241" sldId="305"/>
            <ac:graphicFrameMk id="6" creationId="{FAFD5A69-E09F-59F5-D095-F03BADFBB277}"/>
          </ac:graphicFrameMkLst>
        </pc:graphicFrameChg>
      </pc:sldChg>
      <pc:sldChg chg="addSp delSp modSp new mod">
        <pc:chgData name="Vincent Straub" userId="cc81dce8-242d-424d-a3c5-7390e8e80d05" providerId="ADAL" clId="{B67718C7-85B5-4F46-8F0D-62F3F1A556F5}" dt="2022-07-19T12:16:05.743" v="6216"/>
        <pc:sldMkLst>
          <pc:docMk/>
          <pc:sldMk cId="2046471512" sldId="306"/>
        </pc:sldMkLst>
        <pc:spChg chg="del">
          <ac:chgData name="Vincent Straub" userId="cc81dce8-242d-424d-a3c5-7390e8e80d05" providerId="ADAL" clId="{B67718C7-85B5-4F46-8F0D-62F3F1A556F5}" dt="2022-07-19T10:58:43.012" v="3217" actId="478"/>
          <ac:spMkLst>
            <pc:docMk/>
            <pc:sldMk cId="2046471512" sldId="306"/>
            <ac:spMk id="2" creationId="{C96DDFF0-59FC-E9C9-14CD-54539B0363BE}"/>
          </ac:spMkLst>
        </pc:spChg>
        <pc:spChg chg="del">
          <ac:chgData name="Vincent Straub" userId="cc81dce8-242d-424d-a3c5-7390e8e80d05" providerId="ADAL" clId="{B67718C7-85B5-4F46-8F0D-62F3F1A556F5}" dt="2022-07-19T10:58:43.012" v="3217" actId="478"/>
          <ac:spMkLst>
            <pc:docMk/>
            <pc:sldMk cId="2046471512" sldId="306"/>
            <ac:spMk id="3" creationId="{C6F6857F-CC83-EB39-3005-DBCD1F4046F8}"/>
          </ac:spMkLst>
        </pc:spChg>
        <pc:spChg chg="add mod">
          <ac:chgData name="Vincent Straub" userId="cc81dce8-242d-424d-a3c5-7390e8e80d05" providerId="ADAL" clId="{B67718C7-85B5-4F46-8F0D-62F3F1A556F5}" dt="2022-07-19T10:59:45.728" v="3224" actId="1076"/>
          <ac:spMkLst>
            <pc:docMk/>
            <pc:sldMk cId="2046471512" sldId="306"/>
            <ac:spMk id="5" creationId="{1063BF07-D34E-7ACD-773E-E0416B31AD73}"/>
          </ac:spMkLst>
        </pc:spChg>
        <pc:spChg chg="add mod">
          <ac:chgData name="Vincent Straub" userId="cc81dce8-242d-424d-a3c5-7390e8e80d05" providerId="ADAL" clId="{B67718C7-85B5-4F46-8F0D-62F3F1A556F5}" dt="2022-07-19T11:05:49.796" v="3433"/>
          <ac:spMkLst>
            <pc:docMk/>
            <pc:sldMk cId="2046471512" sldId="306"/>
            <ac:spMk id="6" creationId="{F0A2EF6B-97E1-D3E3-EA1D-74E51861D91E}"/>
          </ac:spMkLst>
        </pc:spChg>
        <pc:spChg chg="add mod">
          <ac:chgData name="Vincent Straub" userId="cc81dce8-242d-424d-a3c5-7390e8e80d05" providerId="ADAL" clId="{B67718C7-85B5-4F46-8F0D-62F3F1A556F5}" dt="2022-07-19T11:05:49.796" v="3433"/>
          <ac:spMkLst>
            <pc:docMk/>
            <pc:sldMk cId="2046471512" sldId="306"/>
            <ac:spMk id="7" creationId="{8A9C8A0C-E723-EB1C-2ACF-4632D5F0913B}"/>
          </ac:spMkLst>
        </pc:spChg>
        <pc:spChg chg="add mod">
          <ac:chgData name="Vincent Straub" userId="cc81dce8-242d-424d-a3c5-7390e8e80d05" providerId="ADAL" clId="{B67718C7-85B5-4F46-8F0D-62F3F1A556F5}" dt="2022-07-19T12:16:05.743" v="6216"/>
          <ac:spMkLst>
            <pc:docMk/>
            <pc:sldMk cId="2046471512" sldId="306"/>
            <ac:spMk id="8" creationId="{E553F063-BB50-7564-7F52-D3009653F2C7}"/>
          </ac:spMkLst>
        </pc:spChg>
        <pc:picChg chg="add mod">
          <ac:chgData name="Vincent Straub" userId="cc81dce8-242d-424d-a3c5-7390e8e80d05" providerId="ADAL" clId="{B67718C7-85B5-4F46-8F0D-62F3F1A556F5}" dt="2022-07-19T10:59:41.922" v="3223" actId="1076"/>
          <ac:picMkLst>
            <pc:docMk/>
            <pc:sldMk cId="2046471512" sldId="306"/>
            <ac:picMk id="4" creationId="{849E90A0-43A0-F2FC-CB42-763C93DB5FF5}"/>
          </ac:picMkLst>
        </pc:picChg>
      </pc:sldChg>
      <pc:sldChg chg="addSp delSp modSp add mod">
        <pc:chgData name="Vincent Straub" userId="cc81dce8-242d-424d-a3c5-7390e8e80d05" providerId="ADAL" clId="{B67718C7-85B5-4F46-8F0D-62F3F1A556F5}" dt="2022-07-19T12:16:06.698" v="6217"/>
        <pc:sldMkLst>
          <pc:docMk/>
          <pc:sldMk cId="4010644482" sldId="307"/>
        </pc:sldMkLst>
        <pc:spChg chg="add mod">
          <ac:chgData name="Vincent Straub" userId="cc81dce8-242d-424d-a3c5-7390e8e80d05" providerId="ADAL" clId="{B67718C7-85B5-4F46-8F0D-62F3F1A556F5}" dt="2022-07-19T11:05:52.127" v="3434"/>
          <ac:spMkLst>
            <pc:docMk/>
            <pc:sldMk cId="4010644482" sldId="307"/>
            <ac:spMk id="6" creationId="{A559B66B-9B9E-20C3-92A7-8E963C0BE7CC}"/>
          </ac:spMkLst>
        </pc:spChg>
        <pc:spChg chg="add mod">
          <ac:chgData name="Vincent Straub" userId="cc81dce8-242d-424d-a3c5-7390e8e80d05" providerId="ADAL" clId="{B67718C7-85B5-4F46-8F0D-62F3F1A556F5}" dt="2022-07-19T11:05:52.127" v="3434"/>
          <ac:spMkLst>
            <pc:docMk/>
            <pc:sldMk cId="4010644482" sldId="307"/>
            <ac:spMk id="7" creationId="{CD136508-0D93-C10E-ECC2-E6F977290D7A}"/>
          </ac:spMkLst>
        </pc:spChg>
        <pc:spChg chg="add mod">
          <ac:chgData name="Vincent Straub" userId="cc81dce8-242d-424d-a3c5-7390e8e80d05" providerId="ADAL" clId="{B67718C7-85B5-4F46-8F0D-62F3F1A556F5}" dt="2022-07-19T12:16:06.698" v="6217"/>
          <ac:spMkLst>
            <pc:docMk/>
            <pc:sldMk cId="4010644482" sldId="307"/>
            <ac:spMk id="8" creationId="{663C1EDD-2837-83C3-7832-CBA2CAD135DB}"/>
          </ac:spMkLst>
        </pc:spChg>
        <pc:picChg chg="add mod">
          <ac:chgData name="Vincent Straub" userId="cc81dce8-242d-424d-a3c5-7390e8e80d05" providerId="ADAL" clId="{B67718C7-85B5-4F46-8F0D-62F3F1A556F5}" dt="2022-07-19T11:01:32.593" v="3237" actId="14100"/>
          <ac:picMkLst>
            <pc:docMk/>
            <pc:sldMk cId="4010644482" sldId="307"/>
            <ac:picMk id="2" creationId="{7D99DDEC-BD05-59E0-CE7F-2ACA391DEF0F}"/>
          </ac:picMkLst>
        </pc:picChg>
        <pc:picChg chg="add del mod">
          <ac:chgData name="Vincent Straub" userId="cc81dce8-242d-424d-a3c5-7390e8e80d05" providerId="ADAL" clId="{B67718C7-85B5-4F46-8F0D-62F3F1A556F5}" dt="2022-07-19T11:01:26.795" v="3234" actId="478"/>
          <ac:picMkLst>
            <pc:docMk/>
            <pc:sldMk cId="4010644482" sldId="307"/>
            <ac:picMk id="3" creationId="{F41FABB5-4E1C-5A47-9BF2-923A3EE9681C}"/>
          </ac:picMkLst>
        </pc:picChg>
        <pc:picChg chg="del">
          <ac:chgData name="Vincent Straub" userId="cc81dce8-242d-424d-a3c5-7390e8e80d05" providerId="ADAL" clId="{B67718C7-85B5-4F46-8F0D-62F3F1A556F5}" dt="2022-07-19T10:59:49.436" v="3226" actId="478"/>
          <ac:picMkLst>
            <pc:docMk/>
            <pc:sldMk cId="4010644482" sldId="307"/>
            <ac:picMk id="4" creationId="{849E90A0-43A0-F2FC-CB42-763C93DB5FF5}"/>
          </ac:picMkLst>
        </pc:picChg>
      </pc:sldChg>
      <pc:sldChg chg="new del">
        <pc:chgData name="Vincent Straub" userId="cc81dce8-242d-424d-a3c5-7390e8e80d05" providerId="ADAL" clId="{B67718C7-85B5-4F46-8F0D-62F3F1A556F5}" dt="2022-07-19T11:01:38.671" v="3240" actId="2696"/>
        <pc:sldMkLst>
          <pc:docMk/>
          <pc:sldMk cId="50074793" sldId="308"/>
        </pc:sldMkLst>
      </pc:sldChg>
      <pc:sldChg chg="addSp delSp modSp add mod">
        <pc:chgData name="Vincent Straub" userId="cc81dce8-242d-424d-a3c5-7390e8e80d05" providerId="ADAL" clId="{B67718C7-85B5-4F46-8F0D-62F3F1A556F5}" dt="2022-07-19T12:16:07.752" v="6218"/>
        <pc:sldMkLst>
          <pc:docMk/>
          <pc:sldMk cId="3204062438" sldId="309"/>
        </pc:sldMkLst>
        <pc:spChg chg="add mod">
          <ac:chgData name="Vincent Straub" userId="cc81dce8-242d-424d-a3c5-7390e8e80d05" providerId="ADAL" clId="{B67718C7-85B5-4F46-8F0D-62F3F1A556F5}" dt="2022-07-19T11:05:53.083" v="3435"/>
          <ac:spMkLst>
            <pc:docMk/>
            <pc:sldMk cId="3204062438" sldId="309"/>
            <ac:spMk id="6" creationId="{B9E96004-E2F7-61FD-97E6-851793660BD9}"/>
          </ac:spMkLst>
        </pc:spChg>
        <pc:spChg chg="add mod">
          <ac:chgData name="Vincent Straub" userId="cc81dce8-242d-424d-a3c5-7390e8e80d05" providerId="ADAL" clId="{B67718C7-85B5-4F46-8F0D-62F3F1A556F5}" dt="2022-07-19T11:05:53.083" v="3435"/>
          <ac:spMkLst>
            <pc:docMk/>
            <pc:sldMk cId="3204062438" sldId="309"/>
            <ac:spMk id="7" creationId="{1EA0552B-4377-E2F5-2F5F-D9487AB68B84}"/>
          </ac:spMkLst>
        </pc:spChg>
        <pc:spChg chg="add mod">
          <ac:chgData name="Vincent Straub" userId="cc81dce8-242d-424d-a3c5-7390e8e80d05" providerId="ADAL" clId="{B67718C7-85B5-4F46-8F0D-62F3F1A556F5}" dt="2022-07-19T12:16:07.752" v="6218"/>
          <ac:spMkLst>
            <pc:docMk/>
            <pc:sldMk cId="3204062438" sldId="309"/>
            <ac:spMk id="8" creationId="{3EF5BFAD-28AC-462B-E7D1-5A9D6C4EAE14}"/>
          </ac:spMkLst>
        </pc:spChg>
        <pc:picChg chg="add del mod">
          <ac:chgData name="Vincent Straub" userId="cc81dce8-242d-424d-a3c5-7390e8e80d05" providerId="ADAL" clId="{B67718C7-85B5-4F46-8F0D-62F3F1A556F5}" dt="2022-07-19T11:02:03.473" v="3244" actId="478"/>
          <ac:picMkLst>
            <pc:docMk/>
            <pc:sldMk cId="3204062438" sldId="309"/>
            <ac:picMk id="2" creationId="{82D1F086-DD62-714F-8901-6FD9BDE30A81}"/>
          </ac:picMkLst>
        </pc:picChg>
        <pc:picChg chg="add mod">
          <ac:chgData name="Vincent Straub" userId="cc81dce8-242d-424d-a3c5-7390e8e80d05" providerId="ADAL" clId="{B67718C7-85B5-4F46-8F0D-62F3F1A556F5}" dt="2022-07-19T11:02:04.646" v="3246"/>
          <ac:picMkLst>
            <pc:docMk/>
            <pc:sldMk cId="3204062438" sldId="309"/>
            <ac:picMk id="3" creationId="{2FD90931-0736-3756-2592-B654AE377365}"/>
          </ac:picMkLst>
        </pc:picChg>
        <pc:picChg chg="del">
          <ac:chgData name="Vincent Straub" userId="cc81dce8-242d-424d-a3c5-7390e8e80d05" providerId="ADAL" clId="{B67718C7-85B5-4F46-8F0D-62F3F1A556F5}" dt="2022-07-19T11:02:04.071" v="3245" actId="478"/>
          <ac:picMkLst>
            <pc:docMk/>
            <pc:sldMk cId="3204062438" sldId="309"/>
            <ac:picMk id="4" creationId="{849E90A0-43A0-F2FC-CB42-763C93DB5FF5}"/>
          </ac:picMkLst>
        </pc:picChg>
      </pc:sldChg>
      <pc:sldChg chg="addSp delSp modSp new del mod">
        <pc:chgData name="Vincent Straub" userId="cc81dce8-242d-424d-a3c5-7390e8e80d05" providerId="ADAL" clId="{B67718C7-85B5-4F46-8F0D-62F3F1A556F5}" dt="2022-07-19T12:24:00.609" v="6604" actId="2696"/>
        <pc:sldMkLst>
          <pc:docMk/>
          <pc:sldMk cId="687384172" sldId="310"/>
        </pc:sldMkLst>
        <pc:spChg chg="mod">
          <ac:chgData name="Vincent Straub" userId="cc81dce8-242d-424d-a3c5-7390e8e80d05" providerId="ADAL" clId="{B67718C7-85B5-4F46-8F0D-62F3F1A556F5}" dt="2022-07-19T11:25:55.720" v="4403" actId="14100"/>
          <ac:spMkLst>
            <pc:docMk/>
            <pc:sldMk cId="687384172" sldId="310"/>
            <ac:spMk id="2" creationId="{E742B97F-327E-7F64-FB81-8D3D7ADF3292}"/>
          </ac:spMkLst>
        </pc:spChg>
        <pc:spChg chg="del">
          <ac:chgData name="Vincent Straub" userId="cc81dce8-242d-424d-a3c5-7390e8e80d05" providerId="ADAL" clId="{B67718C7-85B5-4F46-8F0D-62F3F1A556F5}" dt="2022-07-19T11:25:12.233" v="4376" actId="478"/>
          <ac:spMkLst>
            <pc:docMk/>
            <pc:sldMk cId="687384172" sldId="310"/>
            <ac:spMk id="3" creationId="{EBEB0437-27A4-9D5B-D4A2-00135065DF5A}"/>
          </ac:spMkLst>
        </pc:spChg>
        <pc:spChg chg="del">
          <ac:chgData name="Vincent Straub" userId="cc81dce8-242d-424d-a3c5-7390e8e80d05" providerId="ADAL" clId="{B67718C7-85B5-4F46-8F0D-62F3F1A556F5}" dt="2022-07-19T11:25:12.233" v="4376" actId="478"/>
          <ac:spMkLst>
            <pc:docMk/>
            <pc:sldMk cId="687384172" sldId="310"/>
            <ac:spMk id="4" creationId="{485FF43D-3D2E-FA5C-8D44-71CAD38EE81B}"/>
          </ac:spMkLst>
        </pc:spChg>
        <pc:spChg chg="add del mod">
          <ac:chgData name="Vincent Straub" userId="cc81dce8-242d-424d-a3c5-7390e8e80d05" providerId="ADAL" clId="{B67718C7-85B5-4F46-8F0D-62F3F1A556F5}" dt="2022-07-19T11:25:14.952" v="4378"/>
          <ac:spMkLst>
            <pc:docMk/>
            <pc:sldMk cId="687384172" sldId="310"/>
            <ac:spMk id="5" creationId="{66D64E7A-58C8-C8B1-73C0-4CBCB7097577}"/>
          </ac:spMkLst>
        </pc:spChg>
        <pc:spChg chg="add mod">
          <ac:chgData name="Vincent Straub" userId="cc81dce8-242d-424d-a3c5-7390e8e80d05" providerId="ADAL" clId="{B67718C7-85B5-4F46-8F0D-62F3F1A556F5}" dt="2022-07-19T12:23:56.979" v="6603" actId="20577"/>
          <ac:spMkLst>
            <pc:docMk/>
            <pc:sldMk cId="687384172" sldId="310"/>
            <ac:spMk id="6" creationId="{4722D000-4EC3-15A0-BD49-149D10213388}"/>
          </ac:spMkLst>
        </pc:spChg>
        <pc:spChg chg="add mod">
          <ac:chgData name="Vincent Straub" userId="cc81dce8-242d-424d-a3c5-7390e8e80d05" providerId="ADAL" clId="{B67718C7-85B5-4F46-8F0D-62F3F1A556F5}" dt="2022-07-19T12:15:52.511" v="6211"/>
          <ac:spMkLst>
            <pc:docMk/>
            <pc:sldMk cId="687384172" sldId="310"/>
            <ac:spMk id="7" creationId="{8505E076-A0ED-FA39-E0A3-341E8218202B}"/>
          </ac:spMkLst>
        </pc:spChg>
        <pc:spChg chg="add mod">
          <ac:chgData name="Vincent Straub" userId="cc81dce8-242d-424d-a3c5-7390e8e80d05" providerId="ADAL" clId="{B67718C7-85B5-4F46-8F0D-62F3F1A556F5}" dt="2022-07-19T12:15:56.539" v="6212"/>
          <ac:spMkLst>
            <pc:docMk/>
            <pc:sldMk cId="687384172" sldId="310"/>
            <ac:spMk id="8" creationId="{7A8C1ED7-52F3-DED6-8DB2-FEE2B1095140}"/>
          </ac:spMkLst>
        </pc:spChg>
        <pc:spChg chg="add mod">
          <ac:chgData name="Vincent Straub" userId="cc81dce8-242d-424d-a3c5-7390e8e80d05" providerId="ADAL" clId="{B67718C7-85B5-4F46-8F0D-62F3F1A556F5}" dt="2022-07-19T12:15:56.539" v="6212"/>
          <ac:spMkLst>
            <pc:docMk/>
            <pc:sldMk cId="687384172" sldId="310"/>
            <ac:spMk id="9" creationId="{1E0DBBF2-F0F0-CC90-6270-D7E451466FCF}"/>
          </ac:spMkLst>
        </pc:spChg>
      </pc:sldChg>
      <pc:sldChg chg="addSp delSp modSp new mod modNotesTx">
        <pc:chgData name="Vincent Straub" userId="cc81dce8-242d-424d-a3c5-7390e8e80d05" providerId="ADAL" clId="{B67718C7-85B5-4F46-8F0D-62F3F1A556F5}" dt="2022-07-19T12:21:03.498" v="6503" actId="20577"/>
        <pc:sldMkLst>
          <pc:docMk/>
          <pc:sldMk cId="3451192180" sldId="311"/>
        </pc:sldMkLst>
        <pc:spChg chg="del">
          <ac:chgData name="Vincent Straub" userId="cc81dce8-242d-424d-a3c5-7390e8e80d05" providerId="ADAL" clId="{B67718C7-85B5-4F46-8F0D-62F3F1A556F5}" dt="2022-07-19T11:18:22.852" v="4240" actId="478"/>
          <ac:spMkLst>
            <pc:docMk/>
            <pc:sldMk cId="3451192180" sldId="311"/>
            <ac:spMk id="2" creationId="{98CE7594-7721-F1B4-DBA5-2984EB77B8C0}"/>
          </ac:spMkLst>
        </pc:spChg>
        <pc:spChg chg="del">
          <ac:chgData name="Vincent Straub" userId="cc81dce8-242d-424d-a3c5-7390e8e80d05" providerId="ADAL" clId="{B67718C7-85B5-4F46-8F0D-62F3F1A556F5}" dt="2022-07-19T11:18:22.852" v="4240" actId="478"/>
          <ac:spMkLst>
            <pc:docMk/>
            <pc:sldMk cId="3451192180" sldId="311"/>
            <ac:spMk id="3" creationId="{159BE21B-9097-F23A-AA93-ED58DC5B05E4}"/>
          </ac:spMkLst>
        </pc:spChg>
        <pc:spChg chg="del">
          <ac:chgData name="Vincent Straub" userId="cc81dce8-242d-424d-a3c5-7390e8e80d05" providerId="ADAL" clId="{B67718C7-85B5-4F46-8F0D-62F3F1A556F5}" dt="2022-07-19T11:18:22.852" v="4240" actId="478"/>
          <ac:spMkLst>
            <pc:docMk/>
            <pc:sldMk cId="3451192180" sldId="311"/>
            <ac:spMk id="4" creationId="{9BE09D38-412C-075F-E1BB-5614FA049364}"/>
          </ac:spMkLst>
        </pc:spChg>
        <pc:spChg chg="add del mod">
          <ac:chgData name="Vincent Straub" userId="cc81dce8-242d-424d-a3c5-7390e8e80d05" providerId="ADAL" clId="{B67718C7-85B5-4F46-8F0D-62F3F1A556F5}" dt="2022-07-19T11:18:33.666" v="4243"/>
          <ac:spMkLst>
            <pc:docMk/>
            <pc:sldMk cId="3451192180" sldId="311"/>
            <ac:spMk id="5" creationId="{2E1A0FEF-5A14-B24E-9BF7-45B048609669}"/>
          </ac:spMkLst>
        </pc:spChg>
        <pc:spChg chg="add del mod">
          <ac:chgData name="Vincent Straub" userId="cc81dce8-242d-424d-a3c5-7390e8e80d05" providerId="ADAL" clId="{B67718C7-85B5-4F46-8F0D-62F3F1A556F5}" dt="2022-07-19T11:22:27.170" v="4361" actId="478"/>
          <ac:spMkLst>
            <pc:docMk/>
            <pc:sldMk cId="3451192180" sldId="311"/>
            <ac:spMk id="6" creationId="{2A465876-19DB-8E17-FA2F-55C1EC757332}"/>
          </ac:spMkLst>
        </pc:spChg>
        <pc:spChg chg="add del mod">
          <ac:chgData name="Vincent Straub" userId="cc81dce8-242d-424d-a3c5-7390e8e80d05" providerId="ADAL" clId="{B67718C7-85B5-4F46-8F0D-62F3F1A556F5}" dt="2022-07-19T11:18:42.836" v="4248"/>
          <ac:spMkLst>
            <pc:docMk/>
            <pc:sldMk cId="3451192180" sldId="311"/>
            <ac:spMk id="7" creationId="{61C70A6C-95F5-164B-0E64-47507184E480}"/>
          </ac:spMkLst>
        </pc:spChg>
        <pc:spChg chg="add mod">
          <ac:chgData name="Vincent Straub" userId="cc81dce8-242d-424d-a3c5-7390e8e80d05" providerId="ADAL" clId="{B67718C7-85B5-4F46-8F0D-62F3F1A556F5}" dt="2022-07-19T12:14:56.157" v="6197" actId="20577"/>
          <ac:spMkLst>
            <pc:docMk/>
            <pc:sldMk cId="3451192180" sldId="311"/>
            <ac:spMk id="8" creationId="{88D972BC-C8C4-3B1A-9A72-CEBEDB2C7C95}"/>
          </ac:spMkLst>
        </pc:spChg>
        <pc:spChg chg="add mod">
          <ac:chgData name="Vincent Straub" userId="cc81dce8-242d-424d-a3c5-7390e8e80d05" providerId="ADAL" clId="{B67718C7-85B5-4F46-8F0D-62F3F1A556F5}" dt="2022-07-19T12:11:11.669" v="6119" actId="1076"/>
          <ac:spMkLst>
            <pc:docMk/>
            <pc:sldMk cId="3451192180" sldId="311"/>
            <ac:spMk id="9" creationId="{CA3E9EF2-F8DD-BF55-CABD-330B1C79F8DE}"/>
          </ac:spMkLst>
        </pc:spChg>
        <pc:spChg chg="add mod">
          <ac:chgData name="Vincent Straub" userId="cc81dce8-242d-424d-a3c5-7390e8e80d05" providerId="ADAL" clId="{B67718C7-85B5-4F46-8F0D-62F3F1A556F5}" dt="2022-07-19T12:21:03.498" v="6503" actId="20577"/>
          <ac:spMkLst>
            <pc:docMk/>
            <pc:sldMk cId="3451192180" sldId="311"/>
            <ac:spMk id="11" creationId="{55CCF700-67D0-4AA3-F5C4-47CAF856CEA6}"/>
          </ac:spMkLst>
        </pc:spChg>
        <pc:spChg chg="add mod">
          <ac:chgData name="Vincent Straub" userId="cc81dce8-242d-424d-a3c5-7390e8e80d05" providerId="ADAL" clId="{B67718C7-85B5-4F46-8F0D-62F3F1A556F5}" dt="2022-07-19T12:15:24.856" v="6200"/>
          <ac:spMkLst>
            <pc:docMk/>
            <pc:sldMk cId="3451192180" sldId="311"/>
            <ac:spMk id="12" creationId="{CC9BEBAC-412A-91A1-4B5D-5E422A6326F4}"/>
          </ac:spMkLst>
        </pc:spChg>
        <pc:spChg chg="add mod">
          <ac:chgData name="Vincent Straub" userId="cc81dce8-242d-424d-a3c5-7390e8e80d05" providerId="ADAL" clId="{B67718C7-85B5-4F46-8F0D-62F3F1A556F5}" dt="2022-07-19T12:15:24.856" v="6200"/>
          <ac:spMkLst>
            <pc:docMk/>
            <pc:sldMk cId="3451192180" sldId="311"/>
            <ac:spMk id="13" creationId="{DAF2709E-E7A0-A8C7-6B92-8803E86914DD}"/>
          </ac:spMkLst>
        </pc:spChg>
        <pc:spChg chg="add mod">
          <ac:chgData name="Vincent Straub" userId="cc81dce8-242d-424d-a3c5-7390e8e80d05" providerId="ADAL" clId="{B67718C7-85B5-4F46-8F0D-62F3F1A556F5}" dt="2022-07-19T12:15:35.937" v="6202"/>
          <ac:spMkLst>
            <pc:docMk/>
            <pc:sldMk cId="3451192180" sldId="311"/>
            <ac:spMk id="14" creationId="{99F30583-F869-D748-1807-B4A7F6AA4EF6}"/>
          </ac:spMkLst>
        </pc:spChg>
        <pc:picChg chg="add mod">
          <ac:chgData name="Vincent Straub" userId="cc81dce8-242d-424d-a3c5-7390e8e80d05" providerId="ADAL" clId="{B67718C7-85B5-4F46-8F0D-62F3F1A556F5}" dt="2022-07-19T12:11:06.511" v="6118" actId="1076"/>
          <ac:picMkLst>
            <pc:docMk/>
            <pc:sldMk cId="3451192180" sldId="311"/>
            <ac:picMk id="10" creationId="{712D3E60-BD63-ACE8-5271-842F381A7264}"/>
          </ac:picMkLst>
        </pc:picChg>
      </pc:sldChg>
      <pc:sldChg chg="new del">
        <pc:chgData name="Vincent Straub" userId="cc81dce8-242d-424d-a3c5-7390e8e80d05" providerId="ADAL" clId="{B67718C7-85B5-4F46-8F0D-62F3F1A556F5}" dt="2022-07-19T11:37:42.811" v="4845" actId="2696"/>
        <pc:sldMkLst>
          <pc:docMk/>
          <pc:sldMk cId="1622617299" sldId="312"/>
        </pc:sldMkLst>
      </pc:sldChg>
      <pc:sldChg chg="delSp modSp add mod">
        <pc:chgData name="Vincent Straub" userId="cc81dce8-242d-424d-a3c5-7390e8e80d05" providerId="ADAL" clId="{B67718C7-85B5-4F46-8F0D-62F3F1A556F5}" dt="2022-07-19T12:28:35.494" v="6736" actId="5793"/>
        <pc:sldMkLst>
          <pc:docMk/>
          <pc:sldMk cId="1625489498" sldId="313"/>
        </pc:sldMkLst>
        <pc:spChg chg="del mod">
          <ac:chgData name="Vincent Straub" userId="cc81dce8-242d-424d-a3c5-7390e8e80d05" providerId="ADAL" clId="{B67718C7-85B5-4F46-8F0D-62F3F1A556F5}" dt="2022-07-19T11:44:09.289" v="5462" actId="478"/>
          <ac:spMkLst>
            <pc:docMk/>
            <pc:sldMk cId="1625489498" sldId="313"/>
            <ac:spMk id="5" creationId="{00000000-0000-0000-0000-000000000000}"/>
          </ac:spMkLst>
        </pc:spChg>
        <pc:spChg chg="mod">
          <ac:chgData name="Vincent Straub" userId="cc81dce8-242d-424d-a3c5-7390e8e80d05" providerId="ADAL" clId="{B67718C7-85B5-4F46-8F0D-62F3F1A556F5}" dt="2022-07-19T12:28:35.494" v="6736" actId="5793"/>
          <ac:spMkLst>
            <pc:docMk/>
            <pc:sldMk cId="1625489498" sldId="313"/>
            <ac:spMk id="8" creationId="{C45AF58D-E46E-384B-4BD0-BF383F532AAD}"/>
          </ac:spMkLst>
        </pc:spChg>
      </pc:sldChg>
      <pc:sldChg chg="addSp modSp add mod ord">
        <pc:chgData name="Vincent Straub" userId="cc81dce8-242d-424d-a3c5-7390e8e80d05" providerId="ADAL" clId="{B67718C7-85B5-4F46-8F0D-62F3F1A556F5}" dt="2022-07-19T12:37:19.731" v="7230" actId="404"/>
        <pc:sldMkLst>
          <pc:docMk/>
          <pc:sldMk cId="792760264" sldId="314"/>
        </pc:sldMkLst>
        <pc:spChg chg="mod">
          <ac:chgData name="Vincent Straub" userId="cc81dce8-242d-424d-a3c5-7390e8e80d05" providerId="ADAL" clId="{B67718C7-85B5-4F46-8F0D-62F3F1A556F5}" dt="2022-07-19T12:29:56.660" v="6887" actId="20577"/>
          <ac:spMkLst>
            <pc:docMk/>
            <pc:sldMk cId="792760264" sldId="314"/>
            <ac:spMk id="2" creationId="{51B96142-6288-9B13-7C3D-AFEB2FD234F5}"/>
          </ac:spMkLst>
        </pc:spChg>
        <pc:spChg chg="mod">
          <ac:chgData name="Vincent Straub" userId="cc81dce8-242d-424d-a3c5-7390e8e80d05" providerId="ADAL" clId="{B67718C7-85B5-4F46-8F0D-62F3F1A556F5}" dt="2022-07-19T12:37:19.731" v="7230" actId="404"/>
          <ac:spMkLst>
            <pc:docMk/>
            <pc:sldMk cId="792760264" sldId="314"/>
            <ac:spMk id="3" creationId="{7B15C4DB-93FC-78CB-F24A-B3DA63E2F29F}"/>
          </ac:spMkLst>
        </pc:spChg>
        <pc:spChg chg="add mod">
          <ac:chgData name="Vincent Straub" userId="cc81dce8-242d-424d-a3c5-7390e8e80d05" providerId="ADAL" clId="{B67718C7-85B5-4F46-8F0D-62F3F1A556F5}" dt="2022-07-19T12:16:12.624" v="6222"/>
          <ac:spMkLst>
            <pc:docMk/>
            <pc:sldMk cId="792760264" sldId="314"/>
            <ac:spMk id="6" creationId="{61A56EF0-5B91-CD92-4D01-C54AE1EE38F3}"/>
          </ac:spMkLst>
        </pc:spChg>
      </pc:sldChg>
      <pc:sldChg chg="addSp delSp modSp add mod setBg">
        <pc:chgData name="Vincent Straub" userId="cc81dce8-242d-424d-a3c5-7390e8e80d05" providerId="ADAL" clId="{B67718C7-85B5-4F46-8F0D-62F3F1A556F5}" dt="2022-07-19T12:37:33.053" v="7240" actId="20577"/>
        <pc:sldMkLst>
          <pc:docMk/>
          <pc:sldMk cId="3058255167" sldId="315"/>
        </pc:sldMkLst>
        <pc:spChg chg="del mod">
          <ac:chgData name="Vincent Straub" userId="cc81dce8-242d-424d-a3c5-7390e8e80d05" providerId="ADAL" clId="{B67718C7-85B5-4F46-8F0D-62F3F1A556F5}" dt="2022-07-19T12:36:42.417" v="7199" actId="478"/>
          <ac:spMkLst>
            <pc:docMk/>
            <pc:sldMk cId="3058255167" sldId="315"/>
            <ac:spMk id="2" creationId="{51B96142-6288-9B13-7C3D-AFEB2FD234F5}"/>
          </ac:spMkLst>
        </pc:spChg>
        <pc:spChg chg="mod">
          <ac:chgData name="Vincent Straub" userId="cc81dce8-242d-424d-a3c5-7390e8e80d05" providerId="ADAL" clId="{B67718C7-85B5-4F46-8F0D-62F3F1A556F5}" dt="2022-07-19T12:37:15.338" v="7229" actId="14100"/>
          <ac:spMkLst>
            <pc:docMk/>
            <pc:sldMk cId="3058255167" sldId="315"/>
            <ac:spMk id="3" creationId="{7B15C4DB-93FC-78CB-F24A-B3DA63E2F29F}"/>
          </ac:spMkLst>
        </pc:spChg>
        <pc:spChg chg="mod">
          <ac:chgData name="Vincent Straub" userId="cc81dce8-242d-424d-a3c5-7390e8e80d05" providerId="ADAL" clId="{B67718C7-85B5-4F46-8F0D-62F3F1A556F5}" dt="2022-07-19T12:34:53.637" v="7155" actId="26606"/>
          <ac:spMkLst>
            <pc:docMk/>
            <pc:sldMk cId="3058255167" sldId="315"/>
            <ac:spMk id="4" creationId="{9333D90C-77CF-6764-F86B-3AD14A50962F}"/>
          </ac:spMkLst>
        </pc:spChg>
        <pc:spChg chg="mod">
          <ac:chgData name="Vincent Straub" userId="cc81dce8-242d-424d-a3c5-7390e8e80d05" providerId="ADAL" clId="{B67718C7-85B5-4F46-8F0D-62F3F1A556F5}" dt="2022-07-19T12:34:53.637" v="7155" actId="26606"/>
          <ac:spMkLst>
            <pc:docMk/>
            <pc:sldMk cId="3058255167" sldId="315"/>
            <ac:spMk id="5" creationId="{D472CF1F-C7C9-AE60-EDE0-0B2CE0089535}"/>
          </ac:spMkLst>
        </pc:spChg>
        <pc:spChg chg="mod">
          <ac:chgData name="Vincent Straub" userId="cc81dce8-242d-424d-a3c5-7390e8e80d05" providerId="ADAL" clId="{B67718C7-85B5-4F46-8F0D-62F3F1A556F5}" dt="2022-07-19T12:34:53.637" v="7155" actId="26606"/>
          <ac:spMkLst>
            <pc:docMk/>
            <pc:sldMk cId="3058255167" sldId="315"/>
            <ac:spMk id="6" creationId="{61A56EF0-5B91-CD92-4D01-C54AE1EE38F3}"/>
          </ac:spMkLst>
        </pc:spChg>
        <pc:spChg chg="add mod">
          <ac:chgData name="Vincent Straub" userId="cc81dce8-242d-424d-a3c5-7390e8e80d05" providerId="ADAL" clId="{B67718C7-85B5-4F46-8F0D-62F3F1A556F5}" dt="2022-07-19T12:36:05.541" v="7197" actId="14100"/>
          <ac:spMkLst>
            <pc:docMk/>
            <pc:sldMk cId="3058255167" sldId="315"/>
            <ac:spMk id="8" creationId="{52990F57-66E4-CB2C-DAE4-94A22B055BFA}"/>
          </ac:spMkLst>
        </pc:spChg>
        <pc:spChg chg="add del mod">
          <ac:chgData name="Vincent Straub" userId="cc81dce8-242d-424d-a3c5-7390e8e80d05" providerId="ADAL" clId="{B67718C7-85B5-4F46-8F0D-62F3F1A556F5}" dt="2022-07-19T12:36:44.041" v="7201" actId="478"/>
          <ac:spMkLst>
            <pc:docMk/>
            <pc:sldMk cId="3058255167" sldId="315"/>
            <ac:spMk id="10" creationId="{05FCD283-7D78-7F6A-70AE-5C07D86FD66F}"/>
          </ac:spMkLst>
        </pc:spChg>
        <pc:spChg chg="add del mod">
          <ac:chgData name="Vincent Straub" userId="cc81dce8-242d-424d-a3c5-7390e8e80d05" providerId="ADAL" clId="{B67718C7-85B5-4F46-8F0D-62F3F1A556F5}" dt="2022-07-19T12:37:27.526" v="7232" actId="478"/>
          <ac:spMkLst>
            <pc:docMk/>
            <pc:sldMk cId="3058255167" sldId="315"/>
            <ac:spMk id="11" creationId="{40B8321C-01DB-DD36-D86C-BDBBD28A8653}"/>
          </ac:spMkLst>
        </pc:spChg>
        <pc:spChg chg="add">
          <ac:chgData name="Vincent Straub" userId="cc81dce8-242d-424d-a3c5-7390e8e80d05" providerId="ADAL" clId="{B67718C7-85B5-4F46-8F0D-62F3F1A556F5}" dt="2022-07-19T12:34:53.637" v="7155" actId="26606"/>
          <ac:spMkLst>
            <pc:docMk/>
            <pc:sldMk cId="3058255167" sldId="315"/>
            <ac:spMk id="12" creationId="{46F7435D-E3DB-47B1-BA61-B00ACC83A9DE}"/>
          </ac:spMkLst>
        </pc:spChg>
        <pc:spChg chg="add mod">
          <ac:chgData name="Vincent Straub" userId="cc81dce8-242d-424d-a3c5-7390e8e80d05" providerId="ADAL" clId="{B67718C7-85B5-4F46-8F0D-62F3F1A556F5}" dt="2022-07-19T12:37:33.053" v="7240" actId="20577"/>
          <ac:spMkLst>
            <pc:docMk/>
            <pc:sldMk cId="3058255167" sldId="315"/>
            <ac:spMk id="13" creationId="{9937D5B1-2274-5A41-C7AB-7F994AF67CBC}"/>
          </ac:spMkLst>
        </pc:spChg>
        <pc:spChg chg="add">
          <ac:chgData name="Vincent Straub" userId="cc81dce8-242d-424d-a3c5-7390e8e80d05" providerId="ADAL" clId="{B67718C7-85B5-4F46-8F0D-62F3F1A556F5}" dt="2022-07-19T12:34:53.637" v="7155" actId="26606"/>
          <ac:spMkLst>
            <pc:docMk/>
            <pc:sldMk cId="3058255167" sldId="315"/>
            <ac:spMk id="14" creationId="{F263A0B5-F8C4-4116-809F-78A768EA79A6}"/>
          </ac:spMkLst>
        </pc:spChg>
        <pc:picChg chg="add mod ord">
          <ac:chgData name="Vincent Straub" userId="cc81dce8-242d-424d-a3c5-7390e8e80d05" providerId="ADAL" clId="{B67718C7-85B5-4F46-8F0D-62F3F1A556F5}" dt="2022-07-19T12:36:01.018" v="7195" actId="1076"/>
          <ac:picMkLst>
            <pc:docMk/>
            <pc:sldMk cId="3058255167" sldId="315"/>
            <ac:picMk id="7" creationId="{511606D6-6B8D-BFCD-5828-B6A9AC7AB4C9}"/>
          </ac:picMkLst>
        </pc:picChg>
      </pc:sldChg>
      <pc:sldChg chg="addSp delSp modSp new del mod">
        <pc:chgData name="Vincent Straub" userId="cc81dce8-242d-424d-a3c5-7390e8e80d05" providerId="ADAL" clId="{B67718C7-85B5-4F46-8F0D-62F3F1A556F5}" dt="2022-07-19T12:31:00.635" v="6912" actId="2696"/>
        <pc:sldMkLst>
          <pc:docMk/>
          <pc:sldMk cId="3986500223" sldId="315"/>
        </pc:sldMkLst>
        <pc:spChg chg="add del mod">
          <ac:chgData name="Vincent Straub" userId="cc81dce8-242d-424d-a3c5-7390e8e80d05" providerId="ADAL" clId="{B67718C7-85B5-4F46-8F0D-62F3F1A556F5}" dt="2022-07-19T12:30:59.079" v="6911" actId="478"/>
          <ac:spMkLst>
            <pc:docMk/>
            <pc:sldMk cId="3986500223" sldId="315"/>
            <ac:spMk id="4" creationId="{E8372577-7986-2911-392C-696180E45A61}"/>
          </ac:spMkLst>
        </pc:spChg>
      </pc:sldChg>
      <pc:sldChg chg="modSp mod">
        <pc:chgData name="Vincent Straub" userId="cc81dce8-242d-424d-a3c5-7390e8e80d05" providerId="ADAL" clId="{B67718C7-85B5-4F46-8F0D-62F3F1A556F5}" dt="2022-07-20T11:48:36.188" v="7258"/>
        <pc:sldMkLst>
          <pc:docMk/>
          <pc:sldMk cId="250490490" sldId="316"/>
        </pc:sldMkLst>
        <pc:spChg chg="mod">
          <ac:chgData name="Vincent Straub" userId="cc81dce8-242d-424d-a3c5-7390e8e80d05" providerId="ADAL" clId="{B67718C7-85B5-4F46-8F0D-62F3F1A556F5}" dt="2022-07-20T11:48:36.188" v="7258"/>
          <ac:spMkLst>
            <pc:docMk/>
            <pc:sldMk cId="250490490" sldId="316"/>
            <ac:spMk id="3" creationId="{7B15C4DB-93FC-78CB-F24A-B3DA63E2F29F}"/>
          </ac:spMkLst>
        </pc:spChg>
      </pc:sldChg>
      <pc:sldMasterChg chg="delSldLayout">
        <pc:chgData name="Vincent Straub" userId="cc81dce8-242d-424d-a3c5-7390e8e80d05" providerId="ADAL" clId="{B67718C7-85B5-4F46-8F0D-62F3F1A556F5}" dt="2022-07-19T11:37:32.346" v="4844" actId="2696"/>
        <pc:sldMasterMkLst>
          <pc:docMk/>
          <pc:sldMasterMk cId="2460954070" sldId="2147483660"/>
        </pc:sldMasterMkLst>
        <pc:sldLayoutChg chg="del">
          <pc:chgData name="Vincent Straub" userId="cc81dce8-242d-424d-a3c5-7390e8e80d05" providerId="ADAL" clId="{B67718C7-85B5-4F46-8F0D-62F3F1A556F5}" dt="2022-07-14T13:12:01.505" v="1169" actId="2696"/>
          <pc:sldLayoutMkLst>
            <pc:docMk/>
            <pc:sldMasterMk cId="2460954070" sldId="2147483660"/>
            <pc:sldLayoutMk cId="1313329091" sldId="2147483672"/>
          </pc:sldLayoutMkLst>
        </pc:sldLayoutChg>
        <pc:sldLayoutChg chg="del">
          <pc:chgData name="Vincent Straub" userId="cc81dce8-242d-424d-a3c5-7390e8e80d05" providerId="ADAL" clId="{B67718C7-85B5-4F46-8F0D-62F3F1A556F5}" dt="2022-07-19T11:37:32.346" v="4844" actId="2696"/>
          <pc:sldLayoutMkLst>
            <pc:docMk/>
            <pc:sldMasterMk cId="2460954070" sldId="2147483660"/>
            <pc:sldLayoutMk cId="2062864504" sldId="2147483678"/>
          </pc:sldLayoutMkLst>
        </pc:sldLayoutChg>
      </pc:sldMasterChg>
    </pc:docChg>
  </pc:docChgLst>
  <pc:docChgLst>
    <pc:chgData name="Vincent Straub" userId="S::vstraub@turing.ac.uk::cc81dce8-242d-424d-a3c5-7390e8e80d05" providerId="AD" clId="Web-{87C91412-D808-06D3-FA7B-F7D99B980A79}"/>
    <pc:docChg chg="addSld delSld modSld sldOrd">
      <pc:chgData name="Vincent Straub" userId="S::vstraub@turing.ac.uk::cc81dce8-242d-424d-a3c5-7390e8e80d05" providerId="AD" clId="Web-{87C91412-D808-06D3-FA7B-F7D99B980A79}" dt="2022-07-20T11:46:36.275" v="32" actId="20577"/>
      <pc:docMkLst>
        <pc:docMk/>
      </pc:docMkLst>
      <pc:sldChg chg="modSp add ord replId">
        <pc:chgData name="Vincent Straub" userId="S::vstraub@turing.ac.uk::cc81dce8-242d-424d-a3c5-7390e8e80d05" providerId="AD" clId="Web-{87C91412-D808-06D3-FA7B-F7D99B980A79}" dt="2022-07-20T11:46:36.275" v="32" actId="20577"/>
        <pc:sldMkLst>
          <pc:docMk/>
          <pc:sldMk cId="250490490" sldId="316"/>
        </pc:sldMkLst>
        <pc:spChg chg="mod">
          <ac:chgData name="Vincent Straub" userId="S::vstraub@turing.ac.uk::cc81dce8-242d-424d-a3c5-7390e8e80d05" providerId="AD" clId="Web-{87C91412-D808-06D3-FA7B-F7D99B980A79}" dt="2022-07-20T11:43:48.553" v="9" actId="20577"/>
          <ac:spMkLst>
            <pc:docMk/>
            <pc:sldMk cId="250490490" sldId="316"/>
            <ac:spMk id="2" creationId="{51B96142-6288-9B13-7C3D-AFEB2FD234F5}"/>
          </ac:spMkLst>
        </pc:spChg>
        <pc:spChg chg="mod">
          <ac:chgData name="Vincent Straub" userId="S::vstraub@turing.ac.uk::cc81dce8-242d-424d-a3c5-7390e8e80d05" providerId="AD" clId="Web-{87C91412-D808-06D3-FA7B-F7D99B980A79}" dt="2022-07-20T11:46:36.275" v="32" actId="20577"/>
          <ac:spMkLst>
            <pc:docMk/>
            <pc:sldMk cId="250490490" sldId="316"/>
            <ac:spMk id="3" creationId="{7B15C4DB-93FC-78CB-F24A-B3DA63E2F29F}"/>
          </ac:spMkLst>
        </pc:spChg>
      </pc:sldChg>
      <pc:sldChg chg="new del">
        <pc:chgData name="Vincent Straub" userId="S::vstraub@turing.ac.uk::cc81dce8-242d-424d-a3c5-7390e8e80d05" providerId="AD" clId="Web-{87C91412-D808-06D3-FA7B-F7D99B980A79}" dt="2022-07-20T11:43:27.787" v="1"/>
        <pc:sldMkLst>
          <pc:docMk/>
          <pc:sldMk cId="658468449" sldId="316"/>
        </pc:sldMkLst>
      </pc:sldChg>
    </pc:docChg>
  </pc:docChgLst>
  <pc:docChgLst>
    <pc:chgData name="Vincent Straub" userId="cc81dce8-242d-424d-a3c5-7390e8e80d05" providerId="ADAL" clId="{19EBF556-3534-A047-AC01-D1E9D643D648}"/>
    <pc:docChg chg="undo custSel addSld delSld modSld sldOrd">
      <pc:chgData name="Vincent Straub" userId="cc81dce8-242d-424d-a3c5-7390e8e80d05" providerId="ADAL" clId="{19EBF556-3534-A047-AC01-D1E9D643D648}" dt="2023-07-17T15:15:57.110" v="979" actId="1076"/>
      <pc:docMkLst>
        <pc:docMk/>
      </pc:docMkLst>
      <pc:sldChg chg="modSp mod">
        <pc:chgData name="Vincent Straub" userId="cc81dce8-242d-424d-a3c5-7390e8e80d05" providerId="ADAL" clId="{19EBF556-3534-A047-AC01-D1E9D643D648}" dt="2023-07-17T13:13:57.656" v="205" actId="2711"/>
        <pc:sldMkLst>
          <pc:docMk/>
          <pc:sldMk cId="4099870511" sldId="262"/>
        </pc:sldMkLst>
        <pc:spChg chg="mod">
          <ac:chgData name="Vincent Straub" userId="cc81dce8-242d-424d-a3c5-7390e8e80d05" providerId="ADAL" clId="{19EBF556-3534-A047-AC01-D1E9D643D648}" dt="2023-07-17T13:13:57.656" v="205" actId="2711"/>
          <ac:spMkLst>
            <pc:docMk/>
            <pc:sldMk cId="4099870511" sldId="262"/>
            <ac:spMk id="4" creationId="{00000000-0000-0000-0000-000000000000}"/>
          </ac:spMkLst>
        </pc:spChg>
        <pc:spChg chg="mod">
          <ac:chgData name="Vincent Straub" userId="cc81dce8-242d-424d-a3c5-7390e8e80d05" providerId="ADAL" clId="{19EBF556-3534-A047-AC01-D1E9D643D648}" dt="2023-07-17T13:13:57.656" v="205" actId="2711"/>
          <ac:spMkLst>
            <pc:docMk/>
            <pc:sldMk cId="4099870511" sldId="262"/>
            <ac:spMk id="15" creationId="{AFF0EC38-EA29-4994-B3B4-31D28A776EDA}"/>
          </ac:spMkLst>
        </pc:spChg>
        <pc:picChg chg="mod">
          <ac:chgData name="Vincent Straub" userId="cc81dce8-242d-424d-a3c5-7390e8e80d05" providerId="ADAL" clId="{19EBF556-3534-A047-AC01-D1E9D643D648}" dt="2023-07-17T13:09:41.011" v="5" actId="1076"/>
          <ac:picMkLst>
            <pc:docMk/>
            <pc:sldMk cId="4099870511" sldId="262"/>
            <ac:picMk id="3" creationId="{BB63702F-50FB-134D-FAC3-07A9819927A4}"/>
          </ac:picMkLst>
        </pc:picChg>
      </pc:sldChg>
      <pc:sldChg chg="addSp delSp modSp mod">
        <pc:chgData name="Vincent Straub" userId="cc81dce8-242d-424d-a3c5-7390e8e80d05" providerId="ADAL" clId="{19EBF556-3534-A047-AC01-D1E9D643D648}" dt="2023-07-17T13:25:05.818" v="559"/>
        <pc:sldMkLst>
          <pc:docMk/>
          <pc:sldMk cId="1063637140" sldId="265"/>
        </pc:sldMkLst>
        <pc:spChg chg="add del mod">
          <ac:chgData name="Vincent Straub" userId="cc81dce8-242d-424d-a3c5-7390e8e80d05" providerId="ADAL" clId="{19EBF556-3534-A047-AC01-D1E9D643D648}" dt="2023-07-17T13:21:42.108" v="411" actId="478"/>
          <ac:spMkLst>
            <pc:docMk/>
            <pc:sldMk cId="1063637140" sldId="265"/>
            <ac:spMk id="2" creationId="{460CF999-6572-04D9-9306-F37794CE5D3B}"/>
          </ac:spMkLst>
        </pc:spChg>
        <pc:spChg chg="add del mod">
          <ac:chgData name="Vincent Straub" userId="cc81dce8-242d-424d-a3c5-7390e8e80d05" providerId="ADAL" clId="{19EBF556-3534-A047-AC01-D1E9D643D648}" dt="2023-07-17T13:22:20.404" v="419" actId="478"/>
          <ac:spMkLst>
            <pc:docMk/>
            <pc:sldMk cId="1063637140" sldId="265"/>
            <ac:spMk id="5" creationId="{16B4B7E1-EB79-8781-4805-467BC223CF84}"/>
          </ac:spMkLst>
        </pc:spChg>
        <pc:spChg chg="add mod">
          <ac:chgData name="Vincent Straub" userId="cc81dce8-242d-424d-a3c5-7390e8e80d05" providerId="ADAL" clId="{19EBF556-3534-A047-AC01-D1E9D643D648}" dt="2023-07-17T13:21:57.421" v="415" actId="20577"/>
          <ac:spMkLst>
            <pc:docMk/>
            <pc:sldMk cId="1063637140" sldId="265"/>
            <ac:spMk id="7" creationId="{F987A5EB-5B44-FFF3-5133-F21ED273B5AF}"/>
          </ac:spMkLst>
        </pc:spChg>
        <pc:spChg chg="del">
          <ac:chgData name="Vincent Straub" userId="cc81dce8-242d-424d-a3c5-7390e8e80d05" providerId="ADAL" clId="{19EBF556-3534-A047-AC01-D1E9D643D648}" dt="2023-07-17T13:14:21.384" v="206" actId="478"/>
          <ac:spMkLst>
            <pc:docMk/>
            <pc:sldMk cId="1063637140" sldId="265"/>
            <ac:spMk id="8" creationId="{86552BC4-7A28-C7F8-F859-C2E52167A352}"/>
          </ac:spMkLst>
        </pc:spChg>
        <pc:spChg chg="add mod">
          <ac:chgData name="Vincent Straub" userId="cc81dce8-242d-424d-a3c5-7390e8e80d05" providerId="ADAL" clId="{19EBF556-3534-A047-AC01-D1E9D643D648}" dt="2023-07-17T13:24:39.887" v="557" actId="20577"/>
          <ac:spMkLst>
            <pc:docMk/>
            <pc:sldMk cId="1063637140" sldId="265"/>
            <ac:spMk id="10" creationId="{366BFF05-B742-A0A4-C5AA-DE8258431665}"/>
          </ac:spMkLst>
        </pc:spChg>
        <pc:spChg chg="add mod">
          <ac:chgData name="Vincent Straub" userId="cc81dce8-242d-424d-a3c5-7390e8e80d05" providerId="ADAL" clId="{19EBF556-3534-A047-AC01-D1E9D643D648}" dt="2023-07-17T13:24:35.606" v="553" actId="1076"/>
          <ac:spMkLst>
            <pc:docMk/>
            <pc:sldMk cId="1063637140" sldId="265"/>
            <ac:spMk id="11" creationId="{5B4394EB-4951-2F56-476B-12812C832DCB}"/>
          </ac:spMkLst>
        </pc:spChg>
        <pc:spChg chg="add del mod">
          <ac:chgData name="Vincent Straub" userId="cc81dce8-242d-424d-a3c5-7390e8e80d05" providerId="ADAL" clId="{19EBF556-3534-A047-AC01-D1E9D643D648}" dt="2023-07-17T13:25:05.818" v="559"/>
          <ac:spMkLst>
            <pc:docMk/>
            <pc:sldMk cId="1063637140" sldId="265"/>
            <ac:spMk id="13" creationId="{AABCC2D3-16CD-4AC7-D813-E89A0EB559B3}"/>
          </ac:spMkLst>
        </pc:spChg>
        <pc:graphicFrameChg chg="add del mod">
          <ac:chgData name="Vincent Straub" userId="cc81dce8-242d-424d-a3c5-7390e8e80d05" providerId="ADAL" clId="{19EBF556-3534-A047-AC01-D1E9D643D648}" dt="2023-07-17T13:25:05.818" v="559"/>
          <ac:graphicFrameMkLst>
            <pc:docMk/>
            <pc:sldMk cId="1063637140" sldId="265"/>
            <ac:graphicFrameMk id="12" creationId="{869CDDF4-312F-4D4C-AB4B-3E4F8B1CEC8F}"/>
          </ac:graphicFrameMkLst>
        </pc:graphicFrameChg>
      </pc:sldChg>
      <pc:sldChg chg="addSp delSp modSp mod">
        <pc:chgData name="Vincent Straub" userId="cc81dce8-242d-424d-a3c5-7390e8e80d05" providerId="ADAL" clId="{19EBF556-3534-A047-AC01-D1E9D643D648}" dt="2023-07-17T15:12:35.090" v="821" actId="14100"/>
        <pc:sldMkLst>
          <pc:docMk/>
          <pc:sldMk cId="219528012" sldId="266"/>
        </pc:sldMkLst>
        <pc:spChg chg="add mod">
          <ac:chgData name="Vincent Straub" userId="cc81dce8-242d-424d-a3c5-7390e8e80d05" providerId="ADAL" clId="{19EBF556-3534-A047-AC01-D1E9D643D648}" dt="2023-07-17T15:12:35.090" v="821" actId="14100"/>
          <ac:spMkLst>
            <pc:docMk/>
            <pc:sldMk cId="219528012" sldId="266"/>
            <ac:spMk id="4" creationId="{2F5E0492-187B-53DF-B6EB-F859932161EC}"/>
          </ac:spMkLst>
        </pc:spChg>
        <pc:spChg chg="mod">
          <ac:chgData name="Vincent Straub" userId="cc81dce8-242d-424d-a3c5-7390e8e80d05" providerId="ADAL" clId="{19EBF556-3534-A047-AC01-D1E9D643D648}" dt="2023-07-17T15:10:07.738" v="705" actId="1076"/>
          <ac:spMkLst>
            <pc:docMk/>
            <pc:sldMk cId="219528012" sldId="266"/>
            <ac:spMk id="356" creationId="{6979FB91-625C-CA39-1402-C5AB3800320A}"/>
          </ac:spMkLst>
        </pc:spChg>
        <pc:spChg chg="mod">
          <ac:chgData name="Vincent Straub" userId="cc81dce8-242d-424d-a3c5-7390e8e80d05" providerId="ADAL" clId="{19EBF556-3534-A047-AC01-D1E9D643D648}" dt="2023-07-17T15:10:07.738" v="705" actId="1076"/>
          <ac:spMkLst>
            <pc:docMk/>
            <pc:sldMk cId="219528012" sldId="266"/>
            <ac:spMk id="357" creationId="{DE944755-E81D-2BC7-8EF8-6FDFA312F644}"/>
          </ac:spMkLst>
        </pc:spChg>
        <pc:spChg chg="mod">
          <ac:chgData name="Vincent Straub" userId="cc81dce8-242d-424d-a3c5-7390e8e80d05" providerId="ADAL" clId="{19EBF556-3534-A047-AC01-D1E9D643D648}" dt="2023-07-17T15:10:07.738" v="705" actId="1076"/>
          <ac:spMkLst>
            <pc:docMk/>
            <pc:sldMk cId="219528012" sldId="266"/>
            <ac:spMk id="358" creationId="{6BFBFC91-41D4-341B-051D-4F8781B10122}"/>
          </ac:spMkLst>
        </pc:spChg>
        <pc:spChg chg="mod">
          <ac:chgData name="Vincent Straub" userId="cc81dce8-242d-424d-a3c5-7390e8e80d05" providerId="ADAL" clId="{19EBF556-3534-A047-AC01-D1E9D643D648}" dt="2023-07-17T15:10:07.738" v="705" actId="1076"/>
          <ac:spMkLst>
            <pc:docMk/>
            <pc:sldMk cId="219528012" sldId="266"/>
            <ac:spMk id="360" creationId="{796AC81D-C20F-E4AB-FF4E-11EEA85039B1}"/>
          </ac:spMkLst>
        </pc:spChg>
        <pc:spChg chg="mod">
          <ac:chgData name="Vincent Straub" userId="cc81dce8-242d-424d-a3c5-7390e8e80d05" providerId="ADAL" clId="{19EBF556-3534-A047-AC01-D1E9D643D648}" dt="2023-07-17T15:10:07.738" v="705" actId="1076"/>
          <ac:spMkLst>
            <pc:docMk/>
            <pc:sldMk cId="219528012" sldId="266"/>
            <ac:spMk id="363" creationId="{07A6C837-8019-2272-8960-79B46B773CE5}"/>
          </ac:spMkLst>
        </pc:spChg>
        <pc:spChg chg="mod">
          <ac:chgData name="Vincent Straub" userId="cc81dce8-242d-424d-a3c5-7390e8e80d05" providerId="ADAL" clId="{19EBF556-3534-A047-AC01-D1E9D643D648}" dt="2023-07-17T15:10:07.738" v="705" actId="1076"/>
          <ac:spMkLst>
            <pc:docMk/>
            <pc:sldMk cId="219528012" sldId="266"/>
            <ac:spMk id="366" creationId="{AF8968E7-E49A-D5AB-5CE5-FDE27CCA13BC}"/>
          </ac:spMkLst>
        </pc:spChg>
        <pc:spChg chg="mod">
          <ac:chgData name="Vincent Straub" userId="cc81dce8-242d-424d-a3c5-7390e8e80d05" providerId="ADAL" clId="{19EBF556-3534-A047-AC01-D1E9D643D648}" dt="2023-07-17T15:10:07.738" v="705" actId="1076"/>
          <ac:spMkLst>
            <pc:docMk/>
            <pc:sldMk cId="219528012" sldId="266"/>
            <ac:spMk id="367" creationId="{35F29B56-F55C-0732-A21B-0E0960E53C47}"/>
          </ac:spMkLst>
        </pc:spChg>
        <pc:spChg chg="mod">
          <ac:chgData name="Vincent Straub" userId="cc81dce8-242d-424d-a3c5-7390e8e80d05" providerId="ADAL" clId="{19EBF556-3534-A047-AC01-D1E9D643D648}" dt="2023-07-17T15:10:07.738" v="705" actId="1076"/>
          <ac:spMkLst>
            <pc:docMk/>
            <pc:sldMk cId="219528012" sldId="266"/>
            <ac:spMk id="368" creationId="{120828B6-0C81-C89A-0019-8E451F86C9D3}"/>
          </ac:spMkLst>
        </pc:spChg>
        <pc:spChg chg="del">
          <ac:chgData name="Vincent Straub" userId="cc81dce8-242d-424d-a3c5-7390e8e80d05" providerId="ADAL" clId="{19EBF556-3534-A047-AC01-D1E9D643D648}" dt="2023-07-17T13:18:22.543" v="359" actId="478"/>
          <ac:spMkLst>
            <pc:docMk/>
            <pc:sldMk cId="219528012" sldId="266"/>
            <ac:spMk id="374" creationId="{C6B5D7E2-0151-7ED8-5682-BFFCC527E351}"/>
          </ac:spMkLst>
        </pc:spChg>
        <pc:grpChg chg="mod">
          <ac:chgData name="Vincent Straub" userId="cc81dce8-242d-424d-a3c5-7390e8e80d05" providerId="ADAL" clId="{19EBF556-3534-A047-AC01-D1E9D643D648}" dt="2023-07-17T15:10:07.738" v="705" actId="1076"/>
          <ac:grpSpMkLst>
            <pc:docMk/>
            <pc:sldMk cId="219528012" sldId="266"/>
            <ac:grpSpMk id="369" creationId="{8FAD4DF8-D006-8157-4105-6C4A9D865E72}"/>
          </ac:grpSpMkLst>
        </pc:grpChg>
        <pc:picChg chg="mod">
          <ac:chgData name="Vincent Straub" userId="cc81dce8-242d-424d-a3c5-7390e8e80d05" providerId="ADAL" clId="{19EBF556-3534-A047-AC01-D1E9D643D648}" dt="2023-07-17T15:10:07.738" v="705" actId="1076"/>
          <ac:picMkLst>
            <pc:docMk/>
            <pc:sldMk cId="219528012" sldId="266"/>
            <ac:picMk id="359" creationId="{549957C9-5C99-441B-910F-EDDE87852EF4}"/>
          </ac:picMkLst>
        </pc:picChg>
        <pc:picChg chg="mod">
          <ac:chgData name="Vincent Straub" userId="cc81dce8-242d-424d-a3c5-7390e8e80d05" providerId="ADAL" clId="{19EBF556-3534-A047-AC01-D1E9D643D648}" dt="2023-07-17T15:10:07.738" v="705" actId="1076"/>
          <ac:picMkLst>
            <pc:docMk/>
            <pc:sldMk cId="219528012" sldId="266"/>
            <ac:picMk id="361" creationId="{FDE0DE00-05EB-73C9-2036-5FBB5E13B475}"/>
          </ac:picMkLst>
        </pc:picChg>
        <pc:picChg chg="mod">
          <ac:chgData name="Vincent Straub" userId="cc81dce8-242d-424d-a3c5-7390e8e80d05" providerId="ADAL" clId="{19EBF556-3534-A047-AC01-D1E9D643D648}" dt="2023-07-17T15:10:07.738" v="705" actId="1076"/>
          <ac:picMkLst>
            <pc:docMk/>
            <pc:sldMk cId="219528012" sldId="266"/>
            <ac:picMk id="362" creationId="{DBFC21C3-F63A-7079-2612-C611C43CA1C7}"/>
          </ac:picMkLst>
        </pc:picChg>
        <pc:picChg chg="del">
          <ac:chgData name="Vincent Straub" userId="cc81dce8-242d-424d-a3c5-7390e8e80d05" providerId="ADAL" clId="{19EBF556-3534-A047-AC01-D1E9D643D648}" dt="2023-07-17T13:18:22.543" v="359" actId="478"/>
          <ac:picMkLst>
            <pc:docMk/>
            <pc:sldMk cId="219528012" sldId="266"/>
            <ac:picMk id="371" creationId="{8A5E28F6-BD74-2A2B-F837-8B8908D4F4A8}"/>
          </ac:picMkLst>
        </pc:picChg>
      </pc:sldChg>
      <pc:sldChg chg="addSp modSp mod ord">
        <pc:chgData name="Vincent Straub" userId="cc81dce8-242d-424d-a3c5-7390e8e80d05" providerId="ADAL" clId="{19EBF556-3534-A047-AC01-D1E9D643D648}" dt="2023-07-17T15:12:31.087" v="820" actId="14100"/>
        <pc:sldMkLst>
          <pc:docMk/>
          <pc:sldMk cId="2594450314" sldId="267"/>
        </pc:sldMkLst>
        <pc:spChg chg="add mod">
          <ac:chgData name="Vincent Straub" userId="cc81dce8-242d-424d-a3c5-7390e8e80d05" providerId="ADAL" clId="{19EBF556-3534-A047-AC01-D1E9D643D648}" dt="2023-07-17T15:12:31.087" v="820" actId="14100"/>
          <ac:spMkLst>
            <pc:docMk/>
            <pc:sldMk cId="2594450314" sldId="267"/>
            <ac:spMk id="4" creationId="{49223900-A500-A1F8-911C-DDC30B30194F}"/>
          </ac:spMkLst>
        </pc:spChg>
        <pc:picChg chg="mod">
          <ac:chgData name="Vincent Straub" userId="cc81dce8-242d-424d-a3c5-7390e8e80d05" providerId="ADAL" clId="{19EBF556-3534-A047-AC01-D1E9D643D648}" dt="2023-07-17T15:10:41.128" v="710" actId="1076"/>
          <ac:picMkLst>
            <pc:docMk/>
            <pc:sldMk cId="2594450314" sldId="267"/>
            <ac:picMk id="55" creationId="{AC1DF86B-7CF4-D08D-5FEF-746C8E5A905A}"/>
          </ac:picMkLst>
        </pc:picChg>
      </pc:sldChg>
      <pc:sldChg chg="modSp mod">
        <pc:chgData name="Vincent Straub" userId="cc81dce8-242d-424d-a3c5-7390e8e80d05" providerId="ADAL" clId="{19EBF556-3534-A047-AC01-D1E9D643D648}" dt="2023-07-17T13:22:07.293" v="417" actId="20577"/>
        <pc:sldMkLst>
          <pc:docMk/>
          <pc:sldMk cId="1119496881" sldId="268"/>
        </pc:sldMkLst>
        <pc:spChg chg="mod">
          <ac:chgData name="Vincent Straub" userId="cc81dce8-242d-424d-a3c5-7390e8e80d05" providerId="ADAL" clId="{19EBF556-3534-A047-AC01-D1E9D643D648}" dt="2023-07-17T13:22:07.293" v="417" actId="20577"/>
          <ac:spMkLst>
            <pc:docMk/>
            <pc:sldMk cId="1119496881" sldId="268"/>
            <ac:spMk id="2" creationId="{67E89689-736E-A0AF-ABCB-C814D7938F11}"/>
          </ac:spMkLst>
        </pc:spChg>
        <pc:spChg chg="mod">
          <ac:chgData name="Vincent Straub" userId="cc81dce8-242d-424d-a3c5-7390e8e80d05" providerId="ADAL" clId="{19EBF556-3534-A047-AC01-D1E9D643D648}" dt="2023-07-17T13:13:52.442" v="204" actId="2711"/>
          <ac:spMkLst>
            <pc:docMk/>
            <pc:sldMk cId="1119496881" sldId="268"/>
            <ac:spMk id="3" creationId="{1370875B-CE14-99AD-5A33-3E12F9B848F2}"/>
          </ac:spMkLst>
        </pc:spChg>
        <pc:picChg chg="mod">
          <ac:chgData name="Vincent Straub" userId="cc81dce8-242d-424d-a3c5-7390e8e80d05" providerId="ADAL" clId="{19EBF556-3534-A047-AC01-D1E9D643D648}" dt="2023-07-17T13:14:57.320" v="290" actId="1076"/>
          <ac:picMkLst>
            <pc:docMk/>
            <pc:sldMk cId="1119496881" sldId="268"/>
            <ac:picMk id="522" creationId="{6F490628-E2C2-7567-FC47-BE5CB3297E2A}"/>
          </ac:picMkLst>
        </pc:picChg>
      </pc:sldChg>
      <pc:sldChg chg="new del">
        <pc:chgData name="Vincent Straub" userId="cc81dce8-242d-424d-a3c5-7390e8e80d05" providerId="ADAL" clId="{19EBF556-3534-A047-AC01-D1E9D643D648}" dt="2023-07-17T13:11:03.407" v="49" actId="680"/>
        <pc:sldMkLst>
          <pc:docMk/>
          <pc:sldMk cId="1612938655" sldId="269"/>
        </pc:sldMkLst>
      </pc:sldChg>
      <pc:sldChg chg="addSp delSp modSp add mod setBg">
        <pc:chgData name="Vincent Straub" userId="cc81dce8-242d-424d-a3c5-7390e8e80d05" providerId="ADAL" clId="{19EBF556-3534-A047-AC01-D1E9D643D648}" dt="2023-07-17T13:22:14.503" v="418"/>
        <pc:sldMkLst>
          <pc:docMk/>
          <pc:sldMk cId="4176951822" sldId="269"/>
        </pc:sldMkLst>
        <pc:spChg chg="del">
          <ac:chgData name="Vincent Straub" userId="cc81dce8-242d-424d-a3c5-7390e8e80d05" providerId="ADAL" clId="{19EBF556-3534-A047-AC01-D1E9D643D648}" dt="2023-07-17T13:11:15.601" v="51" actId="478"/>
          <ac:spMkLst>
            <pc:docMk/>
            <pc:sldMk cId="4176951822" sldId="269"/>
            <ac:spMk id="2" creationId="{67E89689-736E-A0AF-ABCB-C814D7938F11}"/>
          </ac:spMkLst>
        </pc:spChg>
        <pc:spChg chg="del mod">
          <ac:chgData name="Vincent Straub" userId="cc81dce8-242d-424d-a3c5-7390e8e80d05" providerId="ADAL" clId="{19EBF556-3534-A047-AC01-D1E9D643D648}" dt="2023-07-17T13:13:07.014" v="196" actId="478"/>
          <ac:spMkLst>
            <pc:docMk/>
            <pc:sldMk cId="4176951822" sldId="269"/>
            <ac:spMk id="3" creationId="{1370875B-CE14-99AD-5A33-3E12F9B848F2}"/>
          </ac:spMkLst>
        </pc:spChg>
        <pc:spChg chg="add mod">
          <ac:chgData name="Vincent Straub" userId="cc81dce8-242d-424d-a3c5-7390e8e80d05" providerId="ADAL" clId="{19EBF556-3534-A047-AC01-D1E9D643D648}" dt="2023-07-17T13:13:07.211" v="197"/>
          <ac:spMkLst>
            <pc:docMk/>
            <pc:sldMk cId="4176951822" sldId="269"/>
            <ac:spMk id="4" creationId="{4EC196B8-EE21-9291-79B6-35F221841F73}"/>
          </ac:spMkLst>
        </pc:spChg>
        <pc:spChg chg="add del mod">
          <ac:chgData name="Vincent Straub" userId="cc81dce8-242d-424d-a3c5-7390e8e80d05" providerId="ADAL" clId="{19EBF556-3534-A047-AC01-D1E9D643D648}" dt="2023-07-17T13:21:30.631" v="403" actId="478"/>
          <ac:spMkLst>
            <pc:docMk/>
            <pc:sldMk cId="4176951822" sldId="269"/>
            <ac:spMk id="5" creationId="{453F6C09-E0CE-75FE-4CD7-C1AAFC395A62}"/>
          </ac:spMkLst>
        </pc:spChg>
        <pc:spChg chg="mod">
          <ac:chgData name="Vincent Straub" userId="cc81dce8-242d-424d-a3c5-7390e8e80d05" providerId="ADAL" clId="{19EBF556-3534-A047-AC01-D1E9D643D648}" dt="2023-07-17T13:11:19.915" v="54" actId="26606"/>
          <ac:spMkLst>
            <pc:docMk/>
            <pc:sldMk cId="4176951822" sldId="269"/>
            <ac:spMk id="6" creationId="{A6B3ABAC-5CC9-33B2-158C-982FA3AB1756}"/>
          </ac:spMkLst>
        </pc:spChg>
        <pc:spChg chg="add mod">
          <ac:chgData name="Vincent Straub" userId="cc81dce8-242d-424d-a3c5-7390e8e80d05" providerId="ADAL" clId="{19EBF556-3534-A047-AC01-D1E9D643D648}" dt="2023-07-17T13:22:14.503" v="418"/>
          <ac:spMkLst>
            <pc:docMk/>
            <pc:sldMk cId="4176951822" sldId="269"/>
            <ac:spMk id="7" creationId="{653491FA-262C-05C5-14A5-39E01F632898}"/>
          </ac:spMkLst>
        </pc:spChg>
        <pc:picChg chg="del">
          <ac:chgData name="Vincent Straub" userId="cc81dce8-242d-424d-a3c5-7390e8e80d05" providerId="ADAL" clId="{19EBF556-3534-A047-AC01-D1E9D643D648}" dt="2023-07-17T13:11:15.601" v="51" actId="478"/>
          <ac:picMkLst>
            <pc:docMk/>
            <pc:sldMk cId="4176951822" sldId="269"/>
            <ac:picMk id="522" creationId="{6F490628-E2C2-7567-FC47-BE5CB3297E2A}"/>
          </ac:picMkLst>
        </pc:picChg>
        <pc:picChg chg="add mod ord">
          <ac:chgData name="Vincent Straub" userId="cc81dce8-242d-424d-a3c5-7390e8e80d05" providerId="ADAL" clId="{19EBF556-3534-A047-AC01-D1E9D643D648}" dt="2023-07-17T13:15:06.462" v="292" actId="1076"/>
          <ac:picMkLst>
            <pc:docMk/>
            <pc:sldMk cId="4176951822" sldId="269"/>
            <ac:picMk id="1026" creationId="{C849906E-A208-FBF1-1525-D2AFEAD87480}"/>
          </ac:picMkLst>
        </pc:picChg>
      </pc:sldChg>
      <pc:sldChg chg="new del">
        <pc:chgData name="Vincent Straub" userId="cc81dce8-242d-424d-a3c5-7390e8e80d05" providerId="ADAL" clId="{19EBF556-3534-A047-AC01-D1E9D643D648}" dt="2023-07-17T13:13:34.731" v="201" actId="2696"/>
        <pc:sldMkLst>
          <pc:docMk/>
          <pc:sldMk cId="709445793" sldId="270"/>
        </pc:sldMkLst>
      </pc:sldChg>
      <pc:sldChg chg="add">
        <pc:chgData name="Vincent Straub" userId="cc81dce8-242d-424d-a3c5-7390e8e80d05" providerId="ADAL" clId="{19EBF556-3534-A047-AC01-D1E9D643D648}" dt="2023-07-17T13:13:36.038" v="202"/>
        <pc:sldMkLst>
          <pc:docMk/>
          <pc:sldMk cId="2073083980" sldId="270"/>
        </pc:sldMkLst>
      </pc:sldChg>
      <pc:sldChg chg="modSp new del mod">
        <pc:chgData name="Vincent Straub" userId="cc81dce8-242d-424d-a3c5-7390e8e80d05" providerId="ADAL" clId="{19EBF556-3534-A047-AC01-D1E9D643D648}" dt="2023-07-17T13:18:19.670" v="358" actId="2696"/>
        <pc:sldMkLst>
          <pc:docMk/>
          <pc:sldMk cId="1172572998" sldId="271"/>
        </pc:sldMkLst>
        <pc:spChg chg="mod">
          <ac:chgData name="Vincent Straub" userId="cc81dce8-242d-424d-a3c5-7390e8e80d05" providerId="ADAL" clId="{19EBF556-3534-A047-AC01-D1E9D643D648}" dt="2023-07-17T13:18:18.692" v="357" actId="27636"/>
          <ac:spMkLst>
            <pc:docMk/>
            <pc:sldMk cId="1172572998" sldId="271"/>
            <ac:spMk id="3" creationId="{367AD319-39AB-8B2F-0F40-CB0E3755C1B5}"/>
          </ac:spMkLst>
        </pc:spChg>
      </pc:sldChg>
      <pc:sldChg chg="add">
        <pc:chgData name="Vincent Straub" userId="cc81dce8-242d-424d-a3c5-7390e8e80d05" providerId="ADAL" clId="{19EBF556-3534-A047-AC01-D1E9D643D648}" dt="2023-07-17T13:18:18.661" v="356"/>
        <pc:sldMkLst>
          <pc:docMk/>
          <pc:sldMk cId="928825110" sldId="272"/>
        </pc:sldMkLst>
      </pc:sldChg>
      <pc:sldChg chg="modSp new del mod">
        <pc:chgData name="Vincent Straub" userId="cc81dce8-242d-424d-a3c5-7390e8e80d05" providerId="ADAL" clId="{19EBF556-3534-A047-AC01-D1E9D643D648}" dt="2023-07-17T13:19:00.378" v="370" actId="2696"/>
        <pc:sldMkLst>
          <pc:docMk/>
          <pc:sldMk cId="3444709405" sldId="273"/>
        </pc:sldMkLst>
        <pc:spChg chg="mod">
          <ac:chgData name="Vincent Straub" userId="cc81dce8-242d-424d-a3c5-7390e8e80d05" providerId="ADAL" clId="{19EBF556-3534-A047-AC01-D1E9D643D648}" dt="2023-07-17T13:18:58.686" v="369" actId="27636"/>
          <ac:spMkLst>
            <pc:docMk/>
            <pc:sldMk cId="3444709405" sldId="273"/>
            <ac:spMk id="3" creationId="{0F69229E-3719-087A-C782-9D35CB444694}"/>
          </ac:spMkLst>
        </pc:spChg>
      </pc:sldChg>
      <pc:sldChg chg="addSp delSp modSp add mod">
        <pc:chgData name="Vincent Straub" userId="cc81dce8-242d-424d-a3c5-7390e8e80d05" providerId="ADAL" clId="{19EBF556-3534-A047-AC01-D1E9D643D648}" dt="2023-07-17T15:15:42.728" v="976"/>
        <pc:sldMkLst>
          <pc:docMk/>
          <pc:sldMk cId="2018860374" sldId="274"/>
        </pc:sldMkLst>
        <pc:spChg chg="add mod">
          <ac:chgData name="Vincent Straub" userId="cc81dce8-242d-424d-a3c5-7390e8e80d05" providerId="ADAL" clId="{19EBF556-3534-A047-AC01-D1E9D643D648}" dt="2023-07-17T15:15:41.404" v="974" actId="1076"/>
          <ac:spMkLst>
            <pc:docMk/>
            <pc:sldMk cId="2018860374" sldId="274"/>
            <ac:spMk id="5" creationId="{0D4CF539-BC3B-02ED-0D33-A6D6EB66CE63}"/>
          </ac:spMkLst>
        </pc:spChg>
        <pc:spChg chg="add del mod">
          <ac:chgData name="Vincent Straub" userId="cc81dce8-242d-424d-a3c5-7390e8e80d05" providerId="ADAL" clId="{19EBF556-3534-A047-AC01-D1E9D643D648}" dt="2023-07-17T15:15:42.728" v="976"/>
          <ac:spMkLst>
            <pc:docMk/>
            <pc:sldMk cId="2018860374" sldId="274"/>
            <ac:spMk id="7" creationId="{47DA2022-58E7-72C9-FED9-5C4CE8C1AE98}"/>
          </ac:spMkLst>
        </pc:spChg>
        <pc:spChg chg="add mod">
          <ac:chgData name="Vincent Straub" userId="cc81dce8-242d-424d-a3c5-7390e8e80d05" providerId="ADAL" clId="{19EBF556-3534-A047-AC01-D1E9D643D648}" dt="2023-07-17T15:15:33.835" v="972" actId="20577"/>
          <ac:spMkLst>
            <pc:docMk/>
            <pc:sldMk cId="2018860374" sldId="274"/>
            <ac:spMk id="8" creationId="{711CDD4A-39E5-5A40-C623-F774A47F96C5}"/>
          </ac:spMkLst>
        </pc:spChg>
        <pc:picChg chg="del">
          <ac:chgData name="Vincent Straub" userId="cc81dce8-242d-424d-a3c5-7390e8e80d05" providerId="ADAL" clId="{19EBF556-3534-A047-AC01-D1E9D643D648}" dt="2023-07-17T13:19:02.018" v="371" actId="478"/>
          <ac:picMkLst>
            <pc:docMk/>
            <pc:sldMk cId="2018860374" sldId="274"/>
            <ac:picMk id="55" creationId="{AC1DF86B-7CF4-D08D-5FEF-746C8E5A905A}"/>
          </ac:picMkLst>
        </pc:picChg>
      </pc:sldChg>
      <pc:sldChg chg="modSp new del mod">
        <pc:chgData name="Vincent Straub" userId="cc81dce8-242d-424d-a3c5-7390e8e80d05" providerId="ADAL" clId="{19EBF556-3534-A047-AC01-D1E9D643D648}" dt="2023-07-17T13:29:53.072" v="619" actId="2696"/>
        <pc:sldMkLst>
          <pc:docMk/>
          <pc:sldMk cId="3294635945" sldId="275"/>
        </pc:sldMkLst>
        <pc:spChg chg="mod">
          <ac:chgData name="Vincent Straub" userId="cc81dce8-242d-424d-a3c5-7390e8e80d05" providerId="ADAL" clId="{19EBF556-3534-A047-AC01-D1E9D643D648}" dt="2023-07-17T13:21:27.843" v="402" actId="27636"/>
          <ac:spMkLst>
            <pc:docMk/>
            <pc:sldMk cId="3294635945" sldId="275"/>
            <ac:spMk id="3" creationId="{07EA93DD-1015-EF61-9221-AE6E19171EB8}"/>
          </ac:spMkLst>
        </pc:spChg>
      </pc:sldChg>
      <pc:sldChg chg="addSp delSp modSp add mod">
        <pc:chgData name="Vincent Straub" userId="cc81dce8-242d-424d-a3c5-7390e8e80d05" providerId="ADAL" clId="{19EBF556-3534-A047-AC01-D1E9D643D648}" dt="2023-07-17T13:29:46.516" v="617" actId="14100"/>
        <pc:sldMkLst>
          <pc:docMk/>
          <pc:sldMk cId="1139201727" sldId="276"/>
        </pc:sldMkLst>
        <pc:spChg chg="add mod">
          <ac:chgData name="Vincent Straub" userId="cc81dce8-242d-424d-a3c5-7390e8e80d05" providerId="ADAL" clId="{19EBF556-3534-A047-AC01-D1E9D643D648}" dt="2023-07-17T13:29:46.516" v="617" actId="14100"/>
          <ac:spMkLst>
            <pc:docMk/>
            <pc:sldMk cId="1139201727" sldId="276"/>
            <ac:spMk id="4" creationId="{371A17BA-79E9-F160-3490-79CBA3B1F32A}"/>
          </ac:spMkLst>
        </pc:spChg>
        <pc:spChg chg="del mod">
          <ac:chgData name="Vincent Straub" userId="cc81dce8-242d-424d-a3c5-7390e8e80d05" providerId="ADAL" clId="{19EBF556-3534-A047-AC01-D1E9D643D648}" dt="2023-07-17T13:25:18.470" v="567"/>
          <ac:spMkLst>
            <pc:docMk/>
            <pc:sldMk cId="1139201727" sldId="276"/>
            <ac:spMk id="5" creationId="{0D4CF539-BC3B-02ED-0D33-A6D6EB66CE63}"/>
          </ac:spMkLst>
        </pc:spChg>
        <pc:spChg chg="del">
          <ac:chgData name="Vincent Straub" userId="cc81dce8-242d-424d-a3c5-7390e8e80d05" providerId="ADAL" clId="{19EBF556-3534-A047-AC01-D1E9D643D648}" dt="2023-07-17T13:25:17.657" v="565" actId="478"/>
          <ac:spMkLst>
            <pc:docMk/>
            <pc:sldMk cId="1139201727" sldId="276"/>
            <ac:spMk id="7" creationId="{47DA2022-58E7-72C9-FED9-5C4CE8C1AE98}"/>
          </ac:spMkLst>
        </pc:spChg>
        <pc:spChg chg="add del mod">
          <ac:chgData name="Vincent Straub" userId="cc81dce8-242d-424d-a3c5-7390e8e80d05" providerId="ADAL" clId="{19EBF556-3534-A047-AC01-D1E9D643D648}" dt="2023-07-17T13:26:05.233" v="578"/>
          <ac:spMkLst>
            <pc:docMk/>
            <pc:sldMk cId="1139201727" sldId="276"/>
            <ac:spMk id="8" creationId="{5844FFB2-CB1D-0250-B64E-B0D444789C6E}"/>
          </ac:spMkLst>
        </pc:spChg>
        <pc:spChg chg="add mod">
          <ac:chgData name="Vincent Straub" userId="cc81dce8-242d-424d-a3c5-7390e8e80d05" providerId="ADAL" clId="{19EBF556-3534-A047-AC01-D1E9D643D648}" dt="2023-07-17T13:29:43.216" v="616" actId="1076"/>
          <ac:spMkLst>
            <pc:docMk/>
            <pc:sldMk cId="1139201727" sldId="276"/>
            <ac:spMk id="9" creationId="{C38CA89E-1105-FEFE-BF12-CC90E6837EE3}"/>
          </ac:spMkLst>
        </pc:spChg>
        <pc:graphicFrameChg chg="add del mod">
          <ac:chgData name="Vincent Straub" userId="cc81dce8-242d-424d-a3c5-7390e8e80d05" providerId="ADAL" clId="{19EBF556-3534-A047-AC01-D1E9D643D648}" dt="2023-07-17T13:26:05.233" v="578"/>
          <ac:graphicFrameMkLst>
            <pc:docMk/>
            <pc:sldMk cId="1139201727" sldId="276"/>
            <ac:graphicFrameMk id="6" creationId="{AEBAF97D-FB52-6207-645C-137385083EC7}"/>
          </ac:graphicFrameMkLst>
        </pc:graphicFrameChg>
      </pc:sldChg>
      <pc:sldChg chg="modSp new del mod">
        <pc:chgData name="Vincent Straub" userId="cc81dce8-242d-424d-a3c5-7390e8e80d05" providerId="ADAL" clId="{19EBF556-3534-A047-AC01-D1E9D643D648}" dt="2023-07-17T13:25:08.695" v="562" actId="680"/>
        <pc:sldMkLst>
          <pc:docMk/>
          <pc:sldMk cId="3278490769" sldId="276"/>
        </pc:sldMkLst>
        <pc:spChg chg="mod">
          <ac:chgData name="Vincent Straub" userId="cc81dce8-242d-424d-a3c5-7390e8e80d05" providerId="ADAL" clId="{19EBF556-3534-A047-AC01-D1E9D643D648}" dt="2023-07-17T13:25:08.695" v="562" actId="680"/>
          <ac:spMkLst>
            <pc:docMk/>
            <pc:sldMk cId="3278490769" sldId="276"/>
            <ac:spMk id="3" creationId="{28DE0447-23A5-4073-D578-631309834873}"/>
          </ac:spMkLst>
        </pc:spChg>
      </pc:sldChg>
      <pc:sldChg chg="addSp delSp modSp add mod">
        <pc:chgData name="Vincent Straub" userId="cc81dce8-242d-424d-a3c5-7390e8e80d05" providerId="ADAL" clId="{19EBF556-3534-A047-AC01-D1E9D643D648}" dt="2023-07-17T15:15:57.110" v="979" actId="1076"/>
        <pc:sldMkLst>
          <pc:docMk/>
          <pc:sldMk cId="2864188838" sldId="277"/>
        </pc:sldMkLst>
        <pc:spChg chg="add mod">
          <ac:chgData name="Vincent Straub" userId="cc81dce8-242d-424d-a3c5-7390e8e80d05" providerId="ADAL" clId="{19EBF556-3534-A047-AC01-D1E9D643D648}" dt="2023-07-17T15:15:07.263" v="967" actId="113"/>
          <ac:spMkLst>
            <pc:docMk/>
            <pc:sldMk cId="2864188838" sldId="277"/>
            <ac:spMk id="4" creationId="{4E1B11C4-0230-A5BD-DE2A-EA2447F6CFCC}"/>
          </ac:spMkLst>
        </pc:spChg>
        <pc:spChg chg="add del">
          <ac:chgData name="Vincent Straub" userId="cc81dce8-242d-424d-a3c5-7390e8e80d05" providerId="ADAL" clId="{19EBF556-3534-A047-AC01-D1E9D643D648}" dt="2023-07-17T15:11:29.884" v="751" actId="22"/>
          <ac:spMkLst>
            <pc:docMk/>
            <pc:sldMk cId="2864188838" sldId="277"/>
            <ac:spMk id="6" creationId="{7BFC5B16-D06E-7EAC-1564-53E4D43F23E8}"/>
          </ac:spMkLst>
        </pc:spChg>
        <pc:picChg chg="add mod modCrop">
          <ac:chgData name="Vincent Straub" userId="cc81dce8-242d-424d-a3c5-7390e8e80d05" providerId="ADAL" clId="{19EBF556-3534-A047-AC01-D1E9D643D648}" dt="2023-07-17T15:15:57.110" v="979" actId="1076"/>
          <ac:picMkLst>
            <pc:docMk/>
            <pc:sldMk cId="2864188838" sldId="277"/>
            <ac:picMk id="7" creationId="{D0D7D615-D41B-2317-AEBD-5DB73DDB81FD}"/>
          </ac:picMkLst>
        </pc:picChg>
        <pc:picChg chg="del">
          <ac:chgData name="Vincent Straub" userId="cc81dce8-242d-424d-a3c5-7390e8e80d05" providerId="ADAL" clId="{19EBF556-3534-A047-AC01-D1E9D643D648}" dt="2023-07-17T15:08:53.875" v="620" actId="478"/>
          <ac:picMkLst>
            <pc:docMk/>
            <pc:sldMk cId="2864188838" sldId="277"/>
            <ac:picMk id="55" creationId="{AC1DF86B-7CF4-D08D-5FEF-746C8E5A905A}"/>
          </ac:picMkLst>
        </pc:picChg>
      </pc:sldChg>
      <pc:sldChg chg="add del">
        <pc:chgData name="Vincent Straub" userId="cc81dce8-242d-424d-a3c5-7390e8e80d05" providerId="ADAL" clId="{19EBF556-3534-A047-AC01-D1E9D643D648}" dt="2023-07-17T15:10:24.344" v="708"/>
        <pc:sldMkLst>
          <pc:docMk/>
          <pc:sldMk cId="1529801113" sldId="278"/>
        </pc:sldMkLst>
      </pc:sldChg>
    </pc:docChg>
  </pc:docChgLst>
  <pc:docChgLst>
    <pc:chgData name="Deborah Morgan" userId="91a257ba-a42c-4df2-959b-6354f9db2e78" providerId="ADAL" clId="{9FC5664D-CCAE-904D-8E39-90950A856DF8}"/>
    <pc:docChg chg="undo custSel modSld">
      <pc:chgData name="Deborah Morgan" userId="91a257ba-a42c-4df2-959b-6354f9db2e78" providerId="ADAL" clId="{9FC5664D-CCAE-904D-8E39-90950A856DF8}" dt="2023-08-03T11:22:51.188" v="8" actId="1076"/>
      <pc:docMkLst>
        <pc:docMk/>
      </pc:docMkLst>
      <pc:sldChg chg="delSp modSp mod">
        <pc:chgData name="Deborah Morgan" userId="91a257ba-a42c-4df2-959b-6354f9db2e78" providerId="ADAL" clId="{9FC5664D-CCAE-904D-8E39-90950A856DF8}" dt="2023-08-03T11:22:51.188" v="8" actId="1076"/>
        <pc:sldMkLst>
          <pc:docMk/>
          <pc:sldMk cId="4099870511" sldId="262"/>
        </pc:sldMkLst>
        <pc:spChg chg="mod">
          <ac:chgData name="Deborah Morgan" userId="91a257ba-a42c-4df2-959b-6354f9db2e78" providerId="ADAL" clId="{9FC5664D-CCAE-904D-8E39-90950A856DF8}" dt="2023-08-03T11:22:51.188" v="8" actId="1076"/>
          <ac:spMkLst>
            <pc:docMk/>
            <pc:sldMk cId="4099870511" sldId="262"/>
            <ac:spMk id="15" creationId="{AFF0EC38-EA29-4994-B3B4-31D28A776EDA}"/>
          </ac:spMkLst>
        </pc:spChg>
        <pc:picChg chg="del">
          <ac:chgData name="Deborah Morgan" userId="91a257ba-a42c-4df2-959b-6354f9db2e78" providerId="ADAL" clId="{9FC5664D-CCAE-904D-8E39-90950A856DF8}" dt="2023-08-03T11:22:12.292" v="0" actId="478"/>
          <ac:picMkLst>
            <pc:docMk/>
            <pc:sldMk cId="4099870511" sldId="262"/>
            <ac:picMk id="3" creationId="{BB63702F-50FB-134D-FAC3-07A9819927A4}"/>
          </ac:picMkLst>
        </pc:picChg>
      </pc:sldChg>
    </pc:docChg>
  </pc:docChgLst>
  <pc:docChgLst>
    <pc:chgData name="Vincent Straub" userId="S::vstraub@turing.ac.uk::cc81dce8-242d-424d-a3c5-7390e8e80d05" providerId="AD" clId="Web-{00708440-F4FE-6233-7DE5-A4551C94F015}"/>
    <pc:docChg chg="addSld delSld modSld">
      <pc:chgData name="Vincent Straub" userId="S::vstraub@turing.ac.uk::cc81dce8-242d-424d-a3c5-7390e8e80d05" providerId="AD" clId="Web-{00708440-F4FE-6233-7DE5-A4551C94F015}" dt="2023-05-12T08:45:37.235" v="102"/>
      <pc:docMkLst>
        <pc:docMk/>
      </pc:docMkLst>
      <pc:sldChg chg="del">
        <pc:chgData name="Vincent Straub" userId="S::vstraub@turing.ac.uk::cc81dce8-242d-424d-a3c5-7390e8e80d05" providerId="AD" clId="Web-{00708440-F4FE-6233-7DE5-A4551C94F015}" dt="2023-05-12T08:42:28.074" v="17"/>
        <pc:sldMkLst>
          <pc:docMk/>
          <pc:sldMk cId="2435203686" sldId="257"/>
        </pc:sldMkLst>
      </pc:sldChg>
      <pc:sldChg chg="del">
        <pc:chgData name="Vincent Straub" userId="S::vstraub@turing.ac.uk::cc81dce8-242d-424d-a3c5-7390e8e80d05" providerId="AD" clId="Web-{00708440-F4FE-6233-7DE5-A4551C94F015}" dt="2023-05-12T08:42:26.168" v="16"/>
        <pc:sldMkLst>
          <pc:docMk/>
          <pc:sldMk cId="4283676588" sldId="261"/>
        </pc:sldMkLst>
      </pc:sldChg>
      <pc:sldChg chg="addSp delSp modSp">
        <pc:chgData name="Vincent Straub" userId="S::vstraub@turing.ac.uk::cc81dce8-242d-424d-a3c5-7390e8e80d05" providerId="AD" clId="Web-{00708440-F4FE-6233-7DE5-A4551C94F015}" dt="2023-05-12T08:45:11.969" v="93" actId="1076"/>
        <pc:sldMkLst>
          <pc:docMk/>
          <pc:sldMk cId="4099870511" sldId="262"/>
        </pc:sldMkLst>
        <pc:spChg chg="add del mod">
          <ac:chgData name="Vincent Straub" userId="S::vstraub@turing.ac.uk::cc81dce8-242d-424d-a3c5-7390e8e80d05" providerId="AD" clId="Web-{00708440-F4FE-6233-7DE5-A4551C94F015}" dt="2023-05-12T08:44:53.109" v="89"/>
          <ac:spMkLst>
            <pc:docMk/>
            <pc:sldMk cId="4099870511" sldId="262"/>
            <ac:spMk id="3" creationId="{F95F044A-53A3-0839-5A43-BE27B247964C}"/>
          </ac:spMkLst>
        </pc:spChg>
        <pc:spChg chg="add del mod">
          <ac:chgData name="Vincent Straub" userId="S::vstraub@turing.ac.uk::cc81dce8-242d-424d-a3c5-7390e8e80d05" providerId="AD" clId="Web-{00708440-F4FE-6233-7DE5-A4551C94F015}" dt="2023-05-12T08:45:11.969" v="93" actId="1076"/>
          <ac:spMkLst>
            <pc:docMk/>
            <pc:sldMk cId="4099870511" sldId="262"/>
            <ac:spMk id="13" creationId="{00000000-0000-0000-0000-000000000000}"/>
          </ac:spMkLst>
        </pc:spChg>
        <pc:spChg chg="add del mod">
          <ac:chgData name="Vincent Straub" userId="S::vstraub@turing.ac.uk::cc81dce8-242d-424d-a3c5-7390e8e80d05" providerId="AD" clId="Web-{00708440-F4FE-6233-7DE5-A4551C94F015}" dt="2023-05-12T08:44:53.109" v="89"/>
          <ac:spMkLst>
            <pc:docMk/>
            <pc:sldMk cId="4099870511" sldId="262"/>
            <ac:spMk id="15" creationId="{AFF0EC38-EA29-4994-B3B4-31D28A776EDA}"/>
          </ac:spMkLst>
        </pc:spChg>
      </pc:sldChg>
      <pc:sldChg chg="delSp modSp">
        <pc:chgData name="Vincent Straub" userId="S::vstraub@turing.ac.uk::cc81dce8-242d-424d-a3c5-7390e8e80d05" providerId="AD" clId="Web-{00708440-F4FE-6233-7DE5-A4551C94F015}" dt="2023-05-12T08:44:39.109" v="83" actId="20577"/>
        <pc:sldMkLst>
          <pc:docMk/>
          <pc:sldMk cId="773294712" sldId="264"/>
        </pc:sldMkLst>
        <pc:spChg chg="mod">
          <ac:chgData name="Vincent Straub" userId="S::vstraub@turing.ac.uk::cc81dce8-242d-424d-a3c5-7390e8e80d05" providerId="AD" clId="Web-{00708440-F4FE-6233-7DE5-A4551C94F015}" dt="2023-05-12T08:44:06.373" v="73" actId="20577"/>
          <ac:spMkLst>
            <pc:docMk/>
            <pc:sldMk cId="773294712" sldId="264"/>
            <ac:spMk id="6" creationId="{00000000-0000-0000-0000-000000000000}"/>
          </ac:spMkLst>
        </pc:spChg>
        <pc:spChg chg="mod">
          <ac:chgData name="Vincent Straub" userId="S::vstraub@turing.ac.uk::cc81dce8-242d-424d-a3c5-7390e8e80d05" providerId="AD" clId="Web-{00708440-F4FE-6233-7DE5-A4551C94F015}" dt="2023-05-12T08:44:13.827" v="77" actId="20577"/>
          <ac:spMkLst>
            <pc:docMk/>
            <pc:sldMk cId="773294712" sldId="264"/>
            <ac:spMk id="7" creationId="{00000000-0000-0000-0000-000000000000}"/>
          </ac:spMkLst>
        </pc:spChg>
        <pc:spChg chg="mod">
          <ac:chgData name="Vincent Straub" userId="S::vstraub@turing.ac.uk::cc81dce8-242d-424d-a3c5-7390e8e80d05" providerId="AD" clId="Web-{00708440-F4FE-6233-7DE5-A4551C94F015}" dt="2023-05-12T08:44:39.109" v="83" actId="20577"/>
          <ac:spMkLst>
            <pc:docMk/>
            <pc:sldMk cId="773294712" sldId="264"/>
            <ac:spMk id="8" creationId="{16403544-5A93-06CE-42AB-FF9887778C28}"/>
          </ac:spMkLst>
        </pc:spChg>
        <pc:spChg chg="del">
          <ac:chgData name="Vincent Straub" userId="S::vstraub@turing.ac.uk::cc81dce8-242d-424d-a3c5-7390e8e80d05" providerId="AD" clId="Web-{00708440-F4FE-6233-7DE5-A4551C94F015}" dt="2023-05-12T08:43:14.997" v="57"/>
          <ac:spMkLst>
            <pc:docMk/>
            <pc:sldMk cId="773294712" sldId="264"/>
            <ac:spMk id="13" creationId="{00000000-0000-0000-0000-000000000000}"/>
          </ac:spMkLst>
        </pc:spChg>
      </pc:sldChg>
      <pc:sldChg chg="delSp new">
        <pc:chgData name="Vincent Straub" userId="S::vstraub@turing.ac.uk::cc81dce8-242d-424d-a3c5-7390e8e80d05" providerId="AD" clId="Web-{00708440-F4FE-6233-7DE5-A4551C94F015}" dt="2023-05-12T08:44:23.952" v="81"/>
        <pc:sldMkLst>
          <pc:docMk/>
          <pc:sldMk cId="1063637140" sldId="265"/>
        </pc:sldMkLst>
        <pc:spChg chg="del">
          <ac:chgData name="Vincent Straub" userId="S::vstraub@turing.ac.uk::cc81dce8-242d-424d-a3c5-7390e8e80d05" providerId="AD" clId="Web-{00708440-F4FE-6233-7DE5-A4551C94F015}" dt="2023-05-12T08:44:22.249" v="80"/>
          <ac:spMkLst>
            <pc:docMk/>
            <pc:sldMk cId="1063637140" sldId="265"/>
            <ac:spMk id="2" creationId="{E470A5FA-C82B-4045-2DF1-D8A05EECEF55}"/>
          </ac:spMkLst>
        </pc:spChg>
        <pc:spChg chg="del">
          <ac:chgData name="Vincent Straub" userId="S::vstraub@turing.ac.uk::cc81dce8-242d-424d-a3c5-7390e8e80d05" providerId="AD" clId="Web-{00708440-F4FE-6233-7DE5-A4551C94F015}" dt="2023-05-12T08:44:20.655" v="79"/>
          <ac:spMkLst>
            <pc:docMk/>
            <pc:sldMk cId="1063637140" sldId="265"/>
            <ac:spMk id="3" creationId="{CE702C04-A03E-832F-E2AE-E9C8D30574D3}"/>
          </ac:spMkLst>
        </pc:spChg>
        <pc:spChg chg="del">
          <ac:chgData name="Vincent Straub" userId="S::vstraub@turing.ac.uk::cc81dce8-242d-424d-a3c5-7390e8e80d05" providerId="AD" clId="Web-{00708440-F4FE-6233-7DE5-A4551C94F015}" dt="2023-05-12T08:44:20.655" v="78"/>
          <ac:spMkLst>
            <pc:docMk/>
            <pc:sldMk cId="1063637140" sldId="265"/>
            <ac:spMk id="4" creationId="{E9030DB1-4263-4DFB-A235-EABF1569B741}"/>
          </ac:spMkLst>
        </pc:spChg>
        <pc:spChg chg="del">
          <ac:chgData name="Vincent Straub" userId="S::vstraub@turing.ac.uk::cc81dce8-242d-424d-a3c5-7390e8e80d05" providerId="AD" clId="Web-{00708440-F4FE-6233-7DE5-A4551C94F015}" dt="2023-05-12T08:44:23.952" v="81"/>
          <ac:spMkLst>
            <pc:docMk/>
            <pc:sldMk cId="1063637140" sldId="265"/>
            <ac:spMk id="5" creationId="{EC4DB53F-DB28-9113-3386-91624EDF34D0}"/>
          </ac:spMkLst>
        </pc:spChg>
      </pc:sldChg>
      <pc:sldChg chg="delSp new">
        <pc:chgData name="Vincent Straub" userId="S::vstraub@turing.ac.uk::cc81dce8-242d-424d-a3c5-7390e8e80d05" providerId="AD" clId="Web-{00708440-F4FE-6233-7DE5-A4551C94F015}" dt="2023-05-12T08:45:29.438" v="97"/>
        <pc:sldMkLst>
          <pc:docMk/>
          <pc:sldMk cId="219528012" sldId="266"/>
        </pc:sldMkLst>
        <pc:spChg chg="del">
          <ac:chgData name="Vincent Straub" userId="S::vstraub@turing.ac.uk::cc81dce8-242d-424d-a3c5-7390e8e80d05" providerId="AD" clId="Web-{00708440-F4FE-6233-7DE5-A4551C94F015}" dt="2023-05-12T08:45:23.750" v="95"/>
          <ac:spMkLst>
            <pc:docMk/>
            <pc:sldMk cId="219528012" sldId="266"/>
            <ac:spMk id="2" creationId="{A27B9222-AC94-864F-0B4F-61D9992EFC5C}"/>
          </ac:spMkLst>
        </pc:spChg>
        <pc:spChg chg="del">
          <ac:chgData name="Vincent Straub" userId="S::vstraub@turing.ac.uk::cc81dce8-242d-424d-a3c5-7390e8e80d05" providerId="AD" clId="Web-{00708440-F4FE-6233-7DE5-A4551C94F015}" dt="2023-05-12T08:45:27.485" v="96"/>
          <ac:spMkLst>
            <pc:docMk/>
            <pc:sldMk cId="219528012" sldId="266"/>
            <ac:spMk id="3" creationId="{3DF0D84C-65CB-6185-2097-481105B2747E}"/>
          </ac:spMkLst>
        </pc:spChg>
        <pc:spChg chg="del">
          <ac:chgData name="Vincent Straub" userId="S::vstraub@turing.ac.uk::cc81dce8-242d-424d-a3c5-7390e8e80d05" providerId="AD" clId="Web-{00708440-F4FE-6233-7DE5-A4551C94F015}" dt="2023-05-12T08:45:29.438" v="97"/>
          <ac:spMkLst>
            <pc:docMk/>
            <pc:sldMk cId="219528012" sldId="266"/>
            <ac:spMk id="4" creationId="{73F12398-7850-4947-54D0-A3CC213F425D}"/>
          </ac:spMkLst>
        </pc:spChg>
      </pc:sldChg>
      <pc:sldChg chg="delSp new">
        <pc:chgData name="Vincent Straub" userId="S::vstraub@turing.ac.uk::cc81dce8-242d-424d-a3c5-7390e8e80d05" providerId="AD" clId="Web-{00708440-F4FE-6233-7DE5-A4551C94F015}" dt="2023-05-12T08:45:37.235" v="102"/>
        <pc:sldMkLst>
          <pc:docMk/>
          <pc:sldMk cId="2594450314" sldId="267"/>
        </pc:sldMkLst>
        <pc:spChg chg="del">
          <ac:chgData name="Vincent Straub" userId="S::vstraub@turing.ac.uk::cc81dce8-242d-424d-a3c5-7390e8e80d05" providerId="AD" clId="Web-{00708440-F4FE-6233-7DE5-A4551C94F015}" dt="2023-05-12T08:45:33.376" v="100"/>
          <ac:spMkLst>
            <pc:docMk/>
            <pc:sldMk cId="2594450314" sldId="267"/>
            <ac:spMk id="2" creationId="{EC044FA3-A3C1-64C6-1209-0FEFA01C2CF8}"/>
          </ac:spMkLst>
        </pc:spChg>
        <pc:spChg chg="del">
          <ac:chgData name="Vincent Straub" userId="S::vstraub@turing.ac.uk::cc81dce8-242d-424d-a3c5-7390e8e80d05" providerId="AD" clId="Web-{00708440-F4FE-6233-7DE5-A4551C94F015}" dt="2023-05-12T08:45:37.235" v="102"/>
          <ac:spMkLst>
            <pc:docMk/>
            <pc:sldMk cId="2594450314" sldId="267"/>
            <ac:spMk id="3" creationId="{D80B873B-2DBD-50B0-5982-18221A79EFB4}"/>
          </ac:spMkLst>
        </pc:spChg>
        <pc:spChg chg="del">
          <ac:chgData name="Vincent Straub" userId="S::vstraub@turing.ac.uk::cc81dce8-242d-424d-a3c5-7390e8e80d05" providerId="AD" clId="Web-{00708440-F4FE-6233-7DE5-A4551C94F015}" dt="2023-05-12T08:45:37.235" v="101"/>
          <ac:spMkLst>
            <pc:docMk/>
            <pc:sldMk cId="2594450314" sldId="267"/>
            <ac:spMk id="4" creationId="{14EA87EC-A80C-1A7F-4435-457463707571}"/>
          </ac:spMkLst>
        </pc:spChg>
        <pc:spChg chg="del">
          <ac:chgData name="Vincent Straub" userId="S::vstraub@turing.ac.uk::cc81dce8-242d-424d-a3c5-7390e8e80d05" providerId="AD" clId="Web-{00708440-F4FE-6233-7DE5-A4551C94F015}" dt="2023-05-12T08:45:32.719" v="99"/>
          <ac:spMkLst>
            <pc:docMk/>
            <pc:sldMk cId="2594450314" sldId="267"/>
            <ac:spMk id="5" creationId="{4A4B13CE-7884-F5FF-B8C2-A9C6650A504F}"/>
          </ac:spMkLst>
        </pc:spChg>
      </pc:sldChg>
      <pc:sldChg chg="del">
        <pc:chgData name="Vincent Straub" userId="S::vstraub@turing.ac.uk::cc81dce8-242d-424d-a3c5-7390e8e80d05" providerId="AD" clId="Web-{00708440-F4FE-6233-7DE5-A4551C94F015}" dt="2023-05-12T08:42:17.636" v="10"/>
        <pc:sldMkLst>
          <pc:docMk/>
          <pc:sldMk cId="1451545137" sldId="269"/>
        </pc:sldMkLst>
      </pc:sldChg>
      <pc:sldChg chg="del">
        <pc:chgData name="Vincent Straub" userId="S::vstraub@turing.ac.uk::cc81dce8-242d-424d-a3c5-7390e8e80d05" providerId="AD" clId="Web-{00708440-F4FE-6233-7DE5-A4551C94F015}" dt="2023-05-12T08:42:14.839" v="7"/>
        <pc:sldMkLst>
          <pc:docMk/>
          <pc:sldMk cId="4043667248" sldId="274"/>
        </pc:sldMkLst>
      </pc:sldChg>
      <pc:sldChg chg="del">
        <pc:chgData name="Vincent Straub" userId="S::vstraub@turing.ac.uk::cc81dce8-242d-424d-a3c5-7390e8e80d05" providerId="AD" clId="Web-{00708440-F4FE-6233-7DE5-A4551C94F015}" dt="2023-05-12T08:42:15.667" v="8"/>
        <pc:sldMkLst>
          <pc:docMk/>
          <pc:sldMk cId="2060773684" sldId="275"/>
        </pc:sldMkLst>
      </pc:sldChg>
      <pc:sldChg chg="del">
        <pc:chgData name="Vincent Straub" userId="S::vstraub@turing.ac.uk::cc81dce8-242d-424d-a3c5-7390e8e80d05" providerId="AD" clId="Web-{00708440-F4FE-6233-7DE5-A4551C94F015}" dt="2023-05-12T08:42:06.355" v="1"/>
        <pc:sldMkLst>
          <pc:docMk/>
          <pc:sldMk cId="1869210676" sldId="279"/>
        </pc:sldMkLst>
      </pc:sldChg>
      <pc:sldChg chg="del">
        <pc:chgData name="Vincent Straub" userId="S::vstraub@turing.ac.uk::cc81dce8-242d-424d-a3c5-7390e8e80d05" providerId="AD" clId="Web-{00708440-F4FE-6233-7DE5-A4551C94F015}" dt="2023-05-12T08:42:04.355" v="0"/>
        <pc:sldMkLst>
          <pc:docMk/>
          <pc:sldMk cId="3315820267" sldId="288"/>
        </pc:sldMkLst>
      </pc:sldChg>
      <pc:sldChg chg="del">
        <pc:chgData name="Vincent Straub" userId="S::vstraub@turing.ac.uk::cc81dce8-242d-424d-a3c5-7390e8e80d05" providerId="AD" clId="Web-{00708440-F4FE-6233-7DE5-A4551C94F015}" dt="2023-05-12T08:42:07.433" v="2"/>
        <pc:sldMkLst>
          <pc:docMk/>
          <pc:sldMk cId="892283678" sldId="289"/>
        </pc:sldMkLst>
      </pc:sldChg>
      <pc:sldChg chg="del">
        <pc:chgData name="Vincent Straub" userId="S::vstraub@turing.ac.uk::cc81dce8-242d-424d-a3c5-7390e8e80d05" providerId="AD" clId="Web-{00708440-F4FE-6233-7DE5-A4551C94F015}" dt="2023-05-12T08:42:13.074" v="5"/>
        <pc:sldMkLst>
          <pc:docMk/>
          <pc:sldMk cId="969908894" sldId="290"/>
        </pc:sldMkLst>
      </pc:sldChg>
      <pc:sldChg chg="del">
        <pc:chgData name="Vincent Straub" userId="S::vstraub@turing.ac.uk::cc81dce8-242d-424d-a3c5-7390e8e80d05" providerId="AD" clId="Web-{00708440-F4FE-6233-7DE5-A4551C94F015}" dt="2023-05-12T08:42:16.386" v="9"/>
        <pc:sldMkLst>
          <pc:docMk/>
          <pc:sldMk cId="3071157609" sldId="293"/>
        </pc:sldMkLst>
      </pc:sldChg>
      <pc:sldChg chg="del">
        <pc:chgData name="Vincent Straub" userId="S::vstraub@turing.ac.uk::cc81dce8-242d-424d-a3c5-7390e8e80d05" providerId="AD" clId="Web-{00708440-F4FE-6233-7DE5-A4551C94F015}" dt="2023-05-12T08:42:31.246" v="20"/>
        <pc:sldMkLst>
          <pc:docMk/>
          <pc:sldMk cId="128489767" sldId="299"/>
        </pc:sldMkLst>
      </pc:sldChg>
      <pc:sldChg chg="del">
        <pc:chgData name="Vincent Straub" userId="S::vstraub@turing.ac.uk::cc81dce8-242d-424d-a3c5-7390e8e80d05" providerId="AD" clId="Web-{00708440-F4FE-6233-7DE5-A4551C94F015}" dt="2023-05-12T08:42:14.074" v="6"/>
        <pc:sldMkLst>
          <pc:docMk/>
          <pc:sldMk cId="195354411" sldId="300"/>
        </pc:sldMkLst>
      </pc:sldChg>
      <pc:sldChg chg="del">
        <pc:chgData name="Vincent Straub" userId="S::vstraub@turing.ac.uk::cc81dce8-242d-424d-a3c5-7390e8e80d05" providerId="AD" clId="Web-{00708440-F4FE-6233-7DE5-A4551C94F015}" dt="2023-05-12T08:42:11.292" v="3"/>
        <pc:sldMkLst>
          <pc:docMk/>
          <pc:sldMk cId="1305511189" sldId="302"/>
        </pc:sldMkLst>
      </pc:sldChg>
      <pc:sldChg chg="del">
        <pc:chgData name="Vincent Straub" userId="S::vstraub@turing.ac.uk::cc81dce8-242d-424d-a3c5-7390e8e80d05" providerId="AD" clId="Web-{00708440-F4FE-6233-7DE5-A4551C94F015}" dt="2023-05-12T08:42:23.558" v="14"/>
        <pc:sldMkLst>
          <pc:docMk/>
          <pc:sldMk cId="2476089484" sldId="304"/>
        </pc:sldMkLst>
      </pc:sldChg>
      <pc:sldChg chg="del">
        <pc:chgData name="Vincent Straub" userId="S::vstraub@turing.ac.uk::cc81dce8-242d-424d-a3c5-7390e8e80d05" providerId="AD" clId="Web-{00708440-F4FE-6233-7DE5-A4551C94F015}" dt="2023-05-12T08:42:19.167" v="11"/>
        <pc:sldMkLst>
          <pc:docMk/>
          <pc:sldMk cId="3734122241" sldId="305"/>
        </pc:sldMkLst>
      </pc:sldChg>
      <pc:sldChg chg="del">
        <pc:chgData name="Vincent Straub" userId="S::vstraub@turing.ac.uk::cc81dce8-242d-424d-a3c5-7390e8e80d05" providerId="AD" clId="Web-{00708440-F4FE-6233-7DE5-A4551C94F015}" dt="2023-05-12T08:42:20.324" v="12"/>
        <pc:sldMkLst>
          <pc:docMk/>
          <pc:sldMk cId="2046471512" sldId="306"/>
        </pc:sldMkLst>
      </pc:sldChg>
      <pc:sldChg chg="del">
        <pc:chgData name="Vincent Straub" userId="S::vstraub@turing.ac.uk::cc81dce8-242d-424d-a3c5-7390e8e80d05" providerId="AD" clId="Web-{00708440-F4FE-6233-7DE5-A4551C94F015}" dt="2023-05-12T08:42:21.714" v="13"/>
        <pc:sldMkLst>
          <pc:docMk/>
          <pc:sldMk cId="3204062438" sldId="309"/>
        </pc:sldMkLst>
      </pc:sldChg>
      <pc:sldChg chg="del">
        <pc:chgData name="Vincent Straub" userId="S::vstraub@turing.ac.uk::cc81dce8-242d-424d-a3c5-7390e8e80d05" providerId="AD" clId="Web-{00708440-F4FE-6233-7DE5-A4551C94F015}" dt="2023-05-12T08:42:12.089" v="4"/>
        <pc:sldMkLst>
          <pc:docMk/>
          <pc:sldMk cId="3451192180" sldId="311"/>
        </pc:sldMkLst>
      </pc:sldChg>
      <pc:sldChg chg="del">
        <pc:chgData name="Vincent Straub" userId="S::vstraub@turing.ac.uk::cc81dce8-242d-424d-a3c5-7390e8e80d05" providerId="AD" clId="Web-{00708440-F4FE-6233-7DE5-A4551C94F015}" dt="2023-05-12T08:42:25.136" v="15"/>
        <pc:sldMkLst>
          <pc:docMk/>
          <pc:sldMk cId="1625489498" sldId="313"/>
        </pc:sldMkLst>
      </pc:sldChg>
      <pc:sldChg chg="del">
        <pc:chgData name="Vincent Straub" userId="S::vstraub@turing.ac.uk::cc81dce8-242d-424d-a3c5-7390e8e80d05" providerId="AD" clId="Web-{00708440-F4FE-6233-7DE5-A4551C94F015}" dt="2023-05-12T08:42:30.308" v="19"/>
        <pc:sldMkLst>
          <pc:docMk/>
          <pc:sldMk cId="792760264" sldId="314"/>
        </pc:sldMkLst>
      </pc:sldChg>
      <pc:sldChg chg="del">
        <pc:chgData name="Vincent Straub" userId="S::vstraub@turing.ac.uk::cc81dce8-242d-424d-a3c5-7390e8e80d05" providerId="AD" clId="Web-{00708440-F4FE-6233-7DE5-A4551C94F015}" dt="2023-05-12T08:42:29.558" v="18"/>
        <pc:sldMkLst>
          <pc:docMk/>
          <pc:sldMk cId="3058255167" sldId="315"/>
        </pc:sldMkLst>
      </pc:sldChg>
      <pc:sldChg chg="del">
        <pc:chgData name="Vincent Straub" userId="S::vstraub@turing.ac.uk::cc81dce8-242d-424d-a3c5-7390e8e80d05" providerId="AD" clId="Web-{00708440-F4FE-6233-7DE5-A4551C94F015}" dt="2023-05-12T08:42:32.387" v="21"/>
        <pc:sldMkLst>
          <pc:docMk/>
          <pc:sldMk cId="250490490" sldId="316"/>
        </pc:sldMkLst>
      </pc:sldChg>
      <pc:sldChg chg="del">
        <pc:chgData name="Vincent Straub" userId="S::vstraub@turing.ac.uk::cc81dce8-242d-424d-a3c5-7390e8e80d05" providerId="AD" clId="Web-{00708440-F4FE-6233-7DE5-A4551C94F015}" dt="2023-05-12T08:42:33.215" v="22"/>
        <pc:sldMkLst>
          <pc:docMk/>
          <pc:sldMk cId="3347309993" sldId="317"/>
        </pc:sldMkLst>
      </pc:sldChg>
      <pc:sldChg chg="del">
        <pc:chgData name="Vincent Straub" userId="S::vstraub@turing.ac.uk::cc81dce8-242d-424d-a3c5-7390e8e80d05" providerId="AD" clId="Web-{00708440-F4FE-6233-7DE5-A4551C94F015}" dt="2023-05-12T08:42:34.605" v="23"/>
        <pc:sldMkLst>
          <pc:docMk/>
          <pc:sldMk cId="1323635191" sldId="318"/>
        </pc:sldMkLst>
      </pc:sldChg>
    </pc:docChg>
  </pc:docChgLst>
  <pc:docChgLst>
    <pc:chgData name="Vincent Straub" userId="S::vstraub@turing.ac.uk::cc81dce8-242d-424d-a3c5-7390e8e80d05" providerId="AD" clId="Web-{C4C52D81-F65B-6EE4-60DF-5D0EEC75E14E}"/>
    <pc:docChg chg="addSld delSld modSld">
      <pc:chgData name="Vincent Straub" userId="S::vstraub@turing.ac.uk::cc81dce8-242d-424d-a3c5-7390e8e80d05" providerId="AD" clId="Web-{C4C52D81-F65B-6EE4-60DF-5D0EEC75E14E}" dt="2022-07-13T12:52:47.329" v="32" actId="20577"/>
      <pc:docMkLst>
        <pc:docMk/>
      </pc:docMkLst>
      <pc:sldChg chg="del">
        <pc:chgData name="Vincent Straub" userId="S::vstraub@turing.ac.uk::cc81dce8-242d-424d-a3c5-7390e8e80d05" providerId="AD" clId="Web-{C4C52D81-F65B-6EE4-60DF-5D0EEC75E14E}" dt="2022-07-12T10:52:40.475" v="11"/>
        <pc:sldMkLst>
          <pc:docMk/>
          <pc:sldMk cId="109857222" sldId="256"/>
        </pc:sldMkLst>
      </pc:sldChg>
      <pc:sldChg chg="new del">
        <pc:chgData name="Vincent Straub" userId="S::vstraub@turing.ac.uk::cc81dce8-242d-424d-a3c5-7390e8e80d05" providerId="AD" clId="Web-{C4C52D81-F65B-6EE4-60DF-5D0EEC75E14E}" dt="2022-07-12T10:52:44.632" v="12"/>
        <pc:sldMkLst>
          <pc:docMk/>
          <pc:sldMk cId="54759965" sldId="257"/>
        </pc:sldMkLst>
      </pc:sldChg>
      <pc:sldChg chg="modSp new">
        <pc:chgData name="Vincent Straub" userId="S::vstraub@turing.ac.uk::cc81dce8-242d-424d-a3c5-7390e8e80d05" providerId="AD" clId="Web-{C4C52D81-F65B-6EE4-60DF-5D0EEC75E14E}" dt="2022-07-13T12:52:47.329" v="32" actId="20577"/>
        <pc:sldMkLst>
          <pc:docMk/>
          <pc:sldMk cId="1731758384" sldId="258"/>
        </pc:sldMkLst>
        <pc:spChg chg="mod">
          <ac:chgData name="Vincent Straub" userId="S::vstraub@turing.ac.uk::cc81dce8-242d-424d-a3c5-7390e8e80d05" providerId="AD" clId="Web-{C4C52D81-F65B-6EE4-60DF-5D0EEC75E14E}" dt="2022-07-13T12:52:47.329" v="32" actId="20577"/>
          <ac:spMkLst>
            <pc:docMk/>
            <pc:sldMk cId="1731758384" sldId="258"/>
            <ac:spMk id="2" creationId="{CCED346B-BC23-D274-D500-49CEFA003C74}"/>
          </ac:spMkLst>
        </pc:spChg>
        <pc:spChg chg="mod">
          <ac:chgData name="Vincent Straub" userId="S::vstraub@turing.ac.uk::cc81dce8-242d-424d-a3c5-7390e8e80d05" providerId="AD" clId="Web-{C4C52D81-F65B-6EE4-60DF-5D0EEC75E14E}" dt="2022-07-13T10:05:28.020" v="16" actId="20577"/>
          <ac:spMkLst>
            <pc:docMk/>
            <pc:sldMk cId="1731758384" sldId="258"/>
            <ac:spMk id="3" creationId="{DF3E41C3-F427-8DEA-F0F1-E0A28E97CC96}"/>
          </ac:spMkLst>
        </pc:spChg>
      </pc:sldChg>
      <pc:sldChg chg="new">
        <pc:chgData name="Vincent Straub" userId="S::vstraub@turing.ac.uk::cc81dce8-242d-424d-a3c5-7390e8e80d05" providerId="AD" clId="Web-{C4C52D81-F65B-6EE4-60DF-5D0EEC75E14E}" dt="2022-07-12T10:52:22.396" v="2"/>
        <pc:sldMkLst>
          <pc:docMk/>
          <pc:sldMk cId="2843635817" sldId="259"/>
        </pc:sldMkLst>
      </pc:sldChg>
      <pc:sldChg chg="new">
        <pc:chgData name="Vincent Straub" userId="S::vstraub@turing.ac.uk::cc81dce8-242d-424d-a3c5-7390e8e80d05" providerId="AD" clId="Web-{C4C52D81-F65B-6EE4-60DF-5D0EEC75E14E}" dt="2022-07-12T10:52:22.646" v="3"/>
        <pc:sldMkLst>
          <pc:docMk/>
          <pc:sldMk cId="2709432554" sldId="260"/>
        </pc:sldMkLst>
      </pc:sldChg>
      <pc:sldChg chg="new">
        <pc:chgData name="Vincent Straub" userId="S::vstraub@turing.ac.uk::cc81dce8-242d-424d-a3c5-7390e8e80d05" providerId="AD" clId="Web-{C4C52D81-F65B-6EE4-60DF-5D0EEC75E14E}" dt="2022-07-12T10:52:23.083" v="4"/>
        <pc:sldMkLst>
          <pc:docMk/>
          <pc:sldMk cId="4283676588" sldId="261"/>
        </pc:sldMkLst>
      </pc:sldChg>
      <pc:sldChg chg="new">
        <pc:chgData name="Vincent Straub" userId="S::vstraub@turing.ac.uk::cc81dce8-242d-424d-a3c5-7390e8e80d05" providerId="AD" clId="Web-{C4C52D81-F65B-6EE4-60DF-5D0EEC75E14E}" dt="2022-07-12T10:52:23.427" v="5"/>
        <pc:sldMkLst>
          <pc:docMk/>
          <pc:sldMk cId="475634872" sldId="262"/>
        </pc:sldMkLst>
      </pc:sldChg>
      <pc:sldChg chg="new">
        <pc:chgData name="Vincent Straub" userId="S::vstraub@turing.ac.uk::cc81dce8-242d-424d-a3c5-7390e8e80d05" providerId="AD" clId="Web-{C4C52D81-F65B-6EE4-60DF-5D0EEC75E14E}" dt="2022-07-12T10:52:23.755" v="6"/>
        <pc:sldMkLst>
          <pc:docMk/>
          <pc:sldMk cId="2176064867" sldId="263"/>
        </pc:sldMkLst>
      </pc:sldChg>
      <pc:sldChg chg="new">
        <pc:chgData name="Vincent Straub" userId="S::vstraub@turing.ac.uk::cc81dce8-242d-424d-a3c5-7390e8e80d05" providerId="AD" clId="Web-{C4C52D81-F65B-6EE4-60DF-5D0EEC75E14E}" dt="2022-07-12T10:52:24.068" v="7"/>
        <pc:sldMkLst>
          <pc:docMk/>
          <pc:sldMk cId="2373704627" sldId="264"/>
        </pc:sldMkLst>
      </pc:sldChg>
      <pc:sldChg chg="delSp new">
        <pc:chgData name="Vincent Straub" userId="S::vstraub@turing.ac.uk::cc81dce8-242d-424d-a3c5-7390e8e80d05" providerId="AD" clId="Web-{C4C52D81-F65B-6EE4-60DF-5D0EEC75E14E}" dt="2022-07-12T10:52:37.756" v="10"/>
        <pc:sldMkLst>
          <pc:docMk/>
          <pc:sldMk cId="3973554406" sldId="265"/>
        </pc:sldMkLst>
        <pc:spChg chg="del">
          <ac:chgData name="Vincent Straub" userId="S::vstraub@turing.ac.uk::cc81dce8-242d-424d-a3c5-7390e8e80d05" providerId="AD" clId="Web-{C4C52D81-F65B-6EE4-60DF-5D0EEC75E14E}" dt="2022-07-12T10:52:37.756" v="10"/>
          <ac:spMkLst>
            <pc:docMk/>
            <pc:sldMk cId="3973554406" sldId="265"/>
            <ac:spMk id="2" creationId="{219B1C1D-04BD-1337-40CC-9260E7928093}"/>
          </ac:spMkLst>
        </pc:spChg>
        <pc:spChg chg="del">
          <ac:chgData name="Vincent Straub" userId="S::vstraub@turing.ac.uk::cc81dce8-242d-424d-a3c5-7390e8e80d05" providerId="AD" clId="Web-{C4C52D81-F65B-6EE4-60DF-5D0EEC75E14E}" dt="2022-07-12T10:52:37.756" v="9"/>
          <ac:spMkLst>
            <pc:docMk/>
            <pc:sldMk cId="3973554406" sldId="265"/>
            <ac:spMk id="3" creationId="{03964FB4-5E1E-7605-6FBA-059E780C1977}"/>
          </ac:spMkLst>
        </pc:spChg>
      </pc:sldChg>
    </pc:docChg>
  </pc:docChgLst>
  <pc:docChgLst>
    <pc:chgData name="Vincent Straub" userId="cc81dce8-242d-424d-a3c5-7390e8e80d05" providerId="ADAL" clId="{0E96C34D-F066-4D44-8866-B6B98CBDDE83}"/>
    <pc:docChg chg="undo custSel addSld delSld modSld">
      <pc:chgData name="Vincent Straub" userId="cc81dce8-242d-424d-a3c5-7390e8e80d05" providerId="ADAL" clId="{0E96C34D-F066-4D44-8866-B6B98CBDDE83}" dt="2023-05-12T09:33:44.072" v="322" actId="1076"/>
      <pc:docMkLst>
        <pc:docMk/>
      </pc:docMkLst>
      <pc:sldChg chg="addSp delSp modSp mod">
        <pc:chgData name="Vincent Straub" userId="cc81dce8-242d-424d-a3c5-7390e8e80d05" providerId="ADAL" clId="{0E96C34D-F066-4D44-8866-B6B98CBDDE83}" dt="2023-05-12T09:00:10.597" v="167" actId="20577"/>
        <pc:sldMkLst>
          <pc:docMk/>
          <pc:sldMk cId="4099870511" sldId="262"/>
        </pc:sldMkLst>
        <pc:spChg chg="mod">
          <ac:chgData name="Vincent Straub" userId="cc81dce8-242d-424d-a3c5-7390e8e80d05" providerId="ADAL" clId="{0E96C34D-F066-4D44-8866-B6B98CBDDE83}" dt="2023-05-12T09:00:10.597" v="167" actId="20577"/>
          <ac:spMkLst>
            <pc:docMk/>
            <pc:sldMk cId="4099870511" sldId="262"/>
            <ac:spMk id="4" creationId="{00000000-0000-0000-0000-000000000000}"/>
          </ac:spMkLst>
        </pc:spChg>
        <pc:spChg chg="mod">
          <ac:chgData name="Vincent Straub" userId="cc81dce8-242d-424d-a3c5-7390e8e80d05" providerId="ADAL" clId="{0E96C34D-F066-4D44-8866-B6B98CBDDE83}" dt="2023-05-12T08:52:59.001" v="84" actId="1076"/>
          <ac:spMkLst>
            <pc:docMk/>
            <pc:sldMk cId="4099870511" sldId="262"/>
            <ac:spMk id="13" creationId="{00000000-0000-0000-0000-000000000000}"/>
          </ac:spMkLst>
        </pc:spChg>
        <pc:spChg chg="mod">
          <ac:chgData name="Vincent Straub" userId="cc81dce8-242d-424d-a3c5-7390e8e80d05" providerId="ADAL" clId="{0E96C34D-F066-4D44-8866-B6B98CBDDE83}" dt="2023-05-12T08:53:31.620" v="101" actId="113"/>
          <ac:spMkLst>
            <pc:docMk/>
            <pc:sldMk cId="4099870511" sldId="262"/>
            <ac:spMk id="15" creationId="{AFF0EC38-EA29-4994-B3B4-31D28A776EDA}"/>
          </ac:spMkLst>
        </pc:spChg>
        <pc:picChg chg="add del mod">
          <ac:chgData name="Vincent Straub" userId="cc81dce8-242d-424d-a3c5-7390e8e80d05" providerId="ADAL" clId="{0E96C34D-F066-4D44-8866-B6B98CBDDE83}" dt="2023-05-12T08:52:45.990" v="77" actId="478"/>
          <ac:picMkLst>
            <pc:docMk/>
            <pc:sldMk cId="4099870511" sldId="262"/>
            <ac:picMk id="2" creationId="{C9442263-CA9E-A684-1C60-C59E1499B214}"/>
          </ac:picMkLst>
        </pc:picChg>
        <pc:picChg chg="add mod">
          <ac:chgData name="Vincent Straub" userId="cc81dce8-242d-424d-a3c5-7390e8e80d05" providerId="ADAL" clId="{0E96C34D-F066-4D44-8866-B6B98CBDDE83}" dt="2023-05-12T08:52:57.473" v="82" actId="1076"/>
          <ac:picMkLst>
            <pc:docMk/>
            <pc:sldMk cId="4099870511" sldId="262"/>
            <ac:picMk id="3" creationId="{BB63702F-50FB-134D-FAC3-07A9819927A4}"/>
          </ac:picMkLst>
        </pc:picChg>
      </pc:sldChg>
      <pc:sldChg chg="add del">
        <pc:chgData name="Vincent Straub" userId="cc81dce8-242d-424d-a3c5-7390e8e80d05" providerId="ADAL" clId="{0E96C34D-F066-4D44-8866-B6B98CBDDE83}" dt="2023-05-12T09:01:41.496" v="178" actId="2696"/>
        <pc:sldMkLst>
          <pc:docMk/>
          <pc:sldMk cId="2513214501" sldId="263"/>
        </pc:sldMkLst>
      </pc:sldChg>
      <pc:sldChg chg="addSp delSp modSp mod">
        <pc:chgData name="Vincent Straub" userId="cc81dce8-242d-424d-a3c5-7390e8e80d05" providerId="ADAL" clId="{0E96C34D-F066-4D44-8866-B6B98CBDDE83}" dt="2023-05-12T08:52:27.240" v="69" actId="1076"/>
        <pc:sldMkLst>
          <pc:docMk/>
          <pc:sldMk cId="773294712" sldId="264"/>
        </pc:sldMkLst>
        <pc:spChg chg="add del mod">
          <ac:chgData name="Vincent Straub" userId="cc81dce8-242d-424d-a3c5-7390e8e80d05" providerId="ADAL" clId="{0E96C34D-F066-4D44-8866-B6B98CBDDE83}" dt="2023-05-12T08:49:27.712" v="42"/>
          <ac:spMkLst>
            <pc:docMk/>
            <pc:sldMk cId="773294712" sldId="264"/>
            <ac:spMk id="3" creationId="{AA67B165-9F59-0D2C-3C89-AF745AC8B11A}"/>
          </ac:spMkLst>
        </pc:spChg>
        <pc:spChg chg="add mod">
          <ac:chgData name="Vincent Straub" userId="cc81dce8-242d-424d-a3c5-7390e8e80d05" providerId="ADAL" clId="{0E96C34D-F066-4D44-8866-B6B98CBDDE83}" dt="2023-05-12T08:50:05.761" v="57"/>
          <ac:spMkLst>
            <pc:docMk/>
            <pc:sldMk cId="773294712" sldId="264"/>
            <ac:spMk id="4" creationId="{639FCC01-5DCC-9555-28F3-9BDD74AE84EC}"/>
          </ac:spMkLst>
        </pc:spChg>
        <pc:spChg chg="del mod">
          <ac:chgData name="Vincent Straub" userId="cc81dce8-242d-424d-a3c5-7390e8e80d05" providerId="ADAL" clId="{0E96C34D-F066-4D44-8866-B6B98CBDDE83}" dt="2023-05-12T08:50:05.571" v="56" actId="478"/>
          <ac:spMkLst>
            <pc:docMk/>
            <pc:sldMk cId="773294712" sldId="264"/>
            <ac:spMk id="8" creationId="{16403544-5A93-06CE-42AB-FF9887778C28}"/>
          </ac:spMkLst>
        </pc:spChg>
        <pc:picChg chg="add mod">
          <ac:chgData name="Vincent Straub" userId="cc81dce8-242d-424d-a3c5-7390e8e80d05" providerId="ADAL" clId="{0E96C34D-F066-4D44-8866-B6B98CBDDE83}" dt="2023-05-12T08:52:27.240" v="69" actId="1076"/>
          <ac:picMkLst>
            <pc:docMk/>
            <pc:sldMk cId="773294712" sldId="264"/>
            <ac:picMk id="9" creationId="{702D7060-39F3-C223-267F-5916271CBD96}"/>
          </ac:picMkLst>
        </pc:picChg>
        <pc:picChg chg="add del mod">
          <ac:chgData name="Vincent Straub" userId="cc81dce8-242d-424d-a3c5-7390e8e80d05" providerId="ADAL" clId="{0E96C34D-F066-4D44-8866-B6B98CBDDE83}" dt="2023-05-12T08:52:00.938" v="65"/>
          <ac:picMkLst>
            <pc:docMk/>
            <pc:sldMk cId="773294712" sldId="264"/>
            <ac:picMk id="10" creationId="{8B6B5150-48E5-AE12-D17C-EEC4A02690C2}"/>
          </ac:picMkLst>
        </pc:picChg>
      </pc:sldChg>
      <pc:sldChg chg="addSp delSp modSp mod">
        <pc:chgData name="Vincent Straub" userId="cc81dce8-242d-424d-a3c5-7390e8e80d05" providerId="ADAL" clId="{0E96C34D-F066-4D44-8866-B6B98CBDDE83}" dt="2023-05-12T08:59:57.489" v="157" actId="114"/>
        <pc:sldMkLst>
          <pc:docMk/>
          <pc:sldMk cId="1063637140" sldId="265"/>
        </pc:sldMkLst>
        <pc:spChg chg="add del mod">
          <ac:chgData name="Vincent Straub" userId="cc81dce8-242d-424d-a3c5-7390e8e80d05" providerId="ADAL" clId="{0E96C34D-F066-4D44-8866-B6B98CBDDE83}" dt="2023-05-12T08:49:29.504" v="44"/>
          <ac:spMkLst>
            <pc:docMk/>
            <pc:sldMk cId="1063637140" sldId="265"/>
            <ac:spMk id="2" creationId="{0F4FDDEE-CF8B-D659-8488-FEC7A24241E2}"/>
          </ac:spMkLst>
        </pc:spChg>
        <pc:spChg chg="add mod">
          <ac:chgData name="Vincent Straub" userId="cc81dce8-242d-424d-a3c5-7390e8e80d05" providerId="ADAL" clId="{0E96C34D-F066-4D44-8866-B6B98CBDDE83}" dt="2023-05-12T08:50:11.450" v="59"/>
          <ac:spMkLst>
            <pc:docMk/>
            <pc:sldMk cId="1063637140" sldId="265"/>
            <ac:spMk id="3" creationId="{1370875B-CE14-99AD-5A33-3E12F9B848F2}"/>
          </ac:spMkLst>
        </pc:spChg>
        <pc:spChg chg="add mod">
          <ac:chgData name="Vincent Straub" userId="cc81dce8-242d-424d-a3c5-7390e8e80d05" providerId="ADAL" clId="{0E96C34D-F066-4D44-8866-B6B98CBDDE83}" dt="2023-05-12T08:53:41.702" v="102"/>
          <ac:spMkLst>
            <pc:docMk/>
            <pc:sldMk cId="1063637140" sldId="265"/>
            <ac:spMk id="6" creationId="{A6B3ABAC-5CC9-33B2-158C-982FA3AB1756}"/>
          </ac:spMkLst>
        </pc:spChg>
        <pc:spChg chg="add mod">
          <ac:chgData name="Vincent Straub" userId="cc81dce8-242d-424d-a3c5-7390e8e80d05" providerId="ADAL" clId="{0E96C34D-F066-4D44-8866-B6B98CBDDE83}" dt="2023-05-12T08:59:57.489" v="157" actId="114"/>
          <ac:spMkLst>
            <pc:docMk/>
            <pc:sldMk cId="1063637140" sldId="265"/>
            <ac:spMk id="8" creationId="{86552BC4-7A28-C7F8-F859-C2E52167A352}"/>
          </ac:spMkLst>
        </pc:spChg>
        <pc:picChg chg="add del mod">
          <ac:chgData name="Vincent Straub" userId="cc81dce8-242d-424d-a3c5-7390e8e80d05" providerId="ADAL" clId="{0E96C34D-F066-4D44-8866-B6B98CBDDE83}" dt="2023-05-12T08:52:03.911" v="66" actId="478"/>
          <ac:picMkLst>
            <pc:docMk/>
            <pc:sldMk cId="1063637140" sldId="265"/>
            <ac:picMk id="5" creationId="{B6945E5C-2C22-8916-605D-4F9C4456E25C}"/>
          </ac:picMkLst>
        </pc:picChg>
      </pc:sldChg>
      <pc:sldChg chg="addSp delSp modSp mod">
        <pc:chgData name="Vincent Straub" userId="cc81dce8-242d-424d-a3c5-7390e8e80d05" providerId="ADAL" clId="{0E96C34D-F066-4D44-8866-B6B98CBDDE83}" dt="2023-05-12T09:33:44.072" v="322" actId="1076"/>
        <pc:sldMkLst>
          <pc:docMk/>
          <pc:sldMk cId="219528012" sldId="266"/>
        </pc:sldMkLst>
        <pc:spChg chg="add mod">
          <ac:chgData name="Vincent Straub" userId="cc81dce8-242d-424d-a3c5-7390e8e80d05" providerId="ADAL" clId="{0E96C34D-F066-4D44-8866-B6B98CBDDE83}" dt="2023-05-12T08:50:09.973" v="58"/>
          <ac:spMkLst>
            <pc:docMk/>
            <pc:sldMk cId="219528012" sldId="266"/>
            <ac:spMk id="2" creationId="{C17E4D39-5608-45EF-917A-527BF7C947EE}"/>
          </ac:spMkLst>
        </pc:spChg>
        <pc:spChg chg="add mod">
          <ac:chgData name="Vincent Straub" userId="cc81dce8-242d-424d-a3c5-7390e8e80d05" providerId="ADAL" clId="{0E96C34D-F066-4D44-8866-B6B98CBDDE83}" dt="2023-05-12T08:53:42.807" v="103"/>
          <ac:spMkLst>
            <pc:docMk/>
            <pc:sldMk cId="219528012" sldId="266"/>
            <ac:spMk id="3" creationId="{CBD99C90-62E3-4C11-2754-FABC563AC21C}"/>
          </ac:spMkLst>
        </pc:spChg>
        <pc:spChg chg="del">
          <ac:chgData name="Vincent Straub" userId="cc81dce8-242d-424d-a3c5-7390e8e80d05" providerId="ADAL" clId="{0E96C34D-F066-4D44-8866-B6B98CBDDE83}" dt="2023-05-12T08:53:07.655" v="85" actId="478"/>
          <ac:spMkLst>
            <pc:docMk/>
            <pc:sldMk cId="219528012" sldId="266"/>
            <ac:spMk id="5" creationId="{C4B48C22-FDAC-C3C7-E74B-4341C5F84688}"/>
          </ac:spMkLst>
        </pc:spChg>
        <pc:spChg chg="add del mod">
          <ac:chgData name="Vincent Straub" userId="cc81dce8-242d-424d-a3c5-7390e8e80d05" providerId="ADAL" clId="{0E96C34D-F066-4D44-8866-B6B98CBDDE83}" dt="2023-05-12T08:54:28.072" v="106"/>
          <ac:spMkLst>
            <pc:docMk/>
            <pc:sldMk cId="219528012" sldId="266"/>
            <ac:spMk id="47" creationId="{6774A49E-A5FF-6E55-415C-8EF70996394C}"/>
          </ac:spMkLst>
        </pc:spChg>
        <pc:spChg chg="add del mod">
          <ac:chgData name="Vincent Straub" userId="cc81dce8-242d-424d-a3c5-7390e8e80d05" providerId="ADAL" clId="{0E96C34D-F066-4D44-8866-B6B98CBDDE83}" dt="2023-05-12T08:54:28.072" v="106"/>
          <ac:spMkLst>
            <pc:docMk/>
            <pc:sldMk cId="219528012" sldId="266"/>
            <ac:spMk id="48" creationId="{ED2321CF-08F6-397A-4495-CF7993EBD733}"/>
          </ac:spMkLst>
        </pc:spChg>
        <pc:spChg chg="mod">
          <ac:chgData name="Vincent Straub" userId="cc81dce8-242d-424d-a3c5-7390e8e80d05" providerId="ADAL" clId="{0E96C34D-F066-4D44-8866-B6B98CBDDE83}" dt="2023-05-12T08:54:21.755" v="105"/>
          <ac:spMkLst>
            <pc:docMk/>
            <pc:sldMk cId="219528012" sldId="266"/>
            <ac:spMk id="50" creationId="{9BC584DE-DF82-54C8-F636-5E39141EF66B}"/>
          </ac:spMkLst>
        </pc:spChg>
        <pc:spChg chg="mod">
          <ac:chgData name="Vincent Straub" userId="cc81dce8-242d-424d-a3c5-7390e8e80d05" providerId="ADAL" clId="{0E96C34D-F066-4D44-8866-B6B98CBDDE83}" dt="2023-05-12T08:54:21.755" v="105"/>
          <ac:spMkLst>
            <pc:docMk/>
            <pc:sldMk cId="219528012" sldId="266"/>
            <ac:spMk id="51" creationId="{0439AB2F-7772-5AF2-5CFC-9B37FC85CBCC}"/>
          </ac:spMkLst>
        </pc:spChg>
        <pc:spChg chg="mod">
          <ac:chgData name="Vincent Straub" userId="cc81dce8-242d-424d-a3c5-7390e8e80d05" providerId="ADAL" clId="{0E96C34D-F066-4D44-8866-B6B98CBDDE83}" dt="2023-05-12T08:54:21.755" v="105"/>
          <ac:spMkLst>
            <pc:docMk/>
            <pc:sldMk cId="219528012" sldId="266"/>
            <ac:spMk id="52" creationId="{DA9E7DBA-F959-0274-AFAB-85BD4D0CEC1E}"/>
          </ac:spMkLst>
        </pc:spChg>
        <pc:spChg chg="mod">
          <ac:chgData name="Vincent Straub" userId="cc81dce8-242d-424d-a3c5-7390e8e80d05" providerId="ADAL" clId="{0E96C34D-F066-4D44-8866-B6B98CBDDE83}" dt="2023-05-12T08:54:21.755" v="105"/>
          <ac:spMkLst>
            <pc:docMk/>
            <pc:sldMk cId="219528012" sldId="266"/>
            <ac:spMk id="53" creationId="{65CF4E20-8041-57D0-EEC0-2FEF550A699C}"/>
          </ac:spMkLst>
        </pc:spChg>
        <pc:spChg chg="mod">
          <ac:chgData name="Vincent Straub" userId="cc81dce8-242d-424d-a3c5-7390e8e80d05" providerId="ADAL" clId="{0E96C34D-F066-4D44-8866-B6B98CBDDE83}" dt="2023-05-12T08:54:21.755" v="105"/>
          <ac:spMkLst>
            <pc:docMk/>
            <pc:sldMk cId="219528012" sldId="266"/>
            <ac:spMk id="54" creationId="{55D96EE9-0242-2E33-A7F9-1D1468CDB1AC}"/>
          </ac:spMkLst>
        </pc:spChg>
        <pc:spChg chg="mod">
          <ac:chgData name="Vincent Straub" userId="cc81dce8-242d-424d-a3c5-7390e8e80d05" providerId="ADAL" clId="{0E96C34D-F066-4D44-8866-B6B98CBDDE83}" dt="2023-05-12T08:54:21.755" v="105"/>
          <ac:spMkLst>
            <pc:docMk/>
            <pc:sldMk cId="219528012" sldId="266"/>
            <ac:spMk id="55" creationId="{4F179786-42C0-7AEA-2521-A94371515A4C}"/>
          </ac:spMkLst>
        </pc:spChg>
        <pc:spChg chg="mod">
          <ac:chgData name="Vincent Straub" userId="cc81dce8-242d-424d-a3c5-7390e8e80d05" providerId="ADAL" clId="{0E96C34D-F066-4D44-8866-B6B98CBDDE83}" dt="2023-05-12T08:54:21.755" v="105"/>
          <ac:spMkLst>
            <pc:docMk/>
            <pc:sldMk cId="219528012" sldId="266"/>
            <ac:spMk id="56" creationId="{9BBDCF18-DB0D-11DF-1C28-8D0266E2B99A}"/>
          </ac:spMkLst>
        </pc:spChg>
        <pc:spChg chg="mod">
          <ac:chgData name="Vincent Straub" userId="cc81dce8-242d-424d-a3c5-7390e8e80d05" providerId="ADAL" clId="{0E96C34D-F066-4D44-8866-B6B98CBDDE83}" dt="2023-05-12T08:54:21.755" v="105"/>
          <ac:spMkLst>
            <pc:docMk/>
            <pc:sldMk cId="219528012" sldId="266"/>
            <ac:spMk id="57" creationId="{AC612A21-377C-4E76-46F5-C21BE75425B8}"/>
          </ac:spMkLst>
        </pc:spChg>
        <pc:spChg chg="mod">
          <ac:chgData name="Vincent Straub" userId="cc81dce8-242d-424d-a3c5-7390e8e80d05" providerId="ADAL" clId="{0E96C34D-F066-4D44-8866-B6B98CBDDE83}" dt="2023-05-12T08:54:21.755" v="105"/>
          <ac:spMkLst>
            <pc:docMk/>
            <pc:sldMk cId="219528012" sldId="266"/>
            <ac:spMk id="58" creationId="{445937DC-4E21-74AF-88BE-5595E1E8472C}"/>
          </ac:spMkLst>
        </pc:spChg>
        <pc:spChg chg="mod">
          <ac:chgData name="Vincent Straub" userId="cc81dce8-242d-424d-a3c5-7390e8e80d05" providerId="ADAL" clId="{0E96C34D-F066-4D44-8866-B6B98CBDDE83}" dt="2023-05-12T08:54:21.755" v="105"/>
          <ac:spMkLst>
            <pc:docMk/>
            <pc:sldMk cId="219528012" sldId="266"/>
            <ac:spMk id="59" creationId="{F90B0ECD-AAC3-DB4E-B66B-67D0F9903B93}"/>
          </ac:spMkLst>
        </pc:spChg>
        <pc:spChg chg="mod">
          <ac:chgData name="Vincent Straub" userId="cc81dce8-242d-424d-a3c5-7390e8e80d05" providerId="ADAL" clId="{0E96C34D-F066-4D44-8866-B6B98CBDDE83}" dt="2023-05-12T08:54:21.755" v="105"/>
          <ac:spMkLst>
            <pc:docMk/>
            <pc:sldMk cId="219528012" sldId="266"/>
            <ac:spMk id="60" creationId="{E8E86855-56B8-3D2C-CC9F-9D43F5A48BA4}"/>
          </ac:spMkLst>
        </pc:spChg>
        <pc:spChg chg="mod">
          <ac:chgData name="Vincent Straub" userId="cc81dce8-242d-424d-a3c5-7390e8e80d05" providerId="ADAL" clId="{0E96C34D-F066-4D44-8866-B6B98CBDDE83}" dt="2023-05-12T08:54:21.755" v="105"/>
          <ac:spMkLst>
            <pc:docMk/>
            <pc:sldMk cId="219528012" sldId="266"/>
            <ac:spMk id="72" creationId="{A4F0771C-41DD-B937-7150-939CDE82A73F}"/>
          </ac:spMkLst>
        </pc:spChg>
        <pc:spChg chg="add del mod">
          <ac:chgData name="Vincent Straub" userId="cc81dce8-242d-424d-a3c5-7390e8e80d05" providerId="ADAL" clId="{0E96C34D-F066-4D44-8866-B6B98CBDDE83}" dt="2023-05-12T08:54:28.072" v="106"/>
          <ac:spMkLst>
            <pc:docMk/>
            <pc:sldMk cId="219528012" sldId="266"/>
            <ac:spMk id="74" creationId="{CF8B95FA-ACC7-1376-3B4E-8A95D2CE76A8}"/>
          </ac:spMkLst>
        </pc:spChg>
        <pc:spChg chg="add del mod">
          <ac:chgData name="Vincent Straub" userId="cc81dce8-242d-424d-a3c5-7390e8e80d05" providerId="ADAL" clId="{0E96C34D-F066-4D44-8866-B6B98CBDDE83}" dt="2023-05-12T08:54:28.072" v="106"/>
          <ac:spMkLst>
            <pc:docMk/>
            <pc:sldMk cId="219528012" sldId="266"/>
            <ac:spMk id="75" creationId="{1A663414-9716-39AC-95E5-45ABE0B7BC59}"/>
          </ac:spMkLst>
        </pc:spChg>
        <pc:spChg chg="add del mod">
          <ac:chgData name="Vincent Straub" userId="cc81dce8-242d-424d-a3c5-7390e8e80d05" providerId="ADAL" clId="{0E96C34D-F066-4D44-8866-B6B98CBDDE83}" dt="2023-05-12T08:54:28.072" v="106"/>
          <ac:spMkLst>
            <pc:docMk/>
            <pc:sldMk cId="219528012" sldId="266"/>
            <ac:spMk id="76" creationId="{42AC10EC-9172-5978-6775-1A3EBC4560BE}"/>
          </ac:spMkLst>
        </pc:spChg>
        <pc:spChg chg="add del mod">
          <ac:chgData name="Vincent Straub" userId="cc81dce8-242d-424d-a3c5-7390e8e80d05" providerId="ADAL" clId="{0E96C34D-F066-4D44-8866-B6B98CBDDE83}" dt="2023-05-12T08:54:28.072" v="106"/>
          <ac:spMkLst>
            <pc:docMk/>
            <pc:sldMk cId="219528012" sldId="266"/>
            <ac:spMk id="77" creationId="{51BAA4D3-83BA-C91E-03D8-51A71D53F8A1}"/>
          </ac:spMkLst>
        </pc:spChg>
        <pc:spChg chg="add del mod">
          <ac:chgData name="Vincent Straub" userId="cc81dce8-242d-424d-a3c5-7390e8e80d05" providerId="ADAL" clId="{0E96C34D-F066-4D44-8866-B6B98CBDDE83}" dt="2023-05-12T08:54:28.072" v="106"/>
          <ac:spMkLst>
            <pc:docMk/>
            <pc:sldMk cId="219528012" sldId="266"/>
            <ac:spMk id="78" creationId="{EEF45E0E-3224-260A-2E19-1B560A771585}"/>
          </ac:spMkLst>
        </pc:spChg>
        <pc:spChg chg="add del mod">
          <ac:chgData name="Vincent Straub" userId="cc81dce8-242d-424d-a3c5-7390e8e80d05" providerId="ADAL" clId="{0E96C34D-F066-4D44-8866-B6B98CBDDE83}" dt="2023-05-12T08:54:28.072" v="106"/>
          <ac:spMkLst>
            <pc:docMk/>
            <pc:sldMk cId="219528012" sldId="266"/>
            <ac:spMk id="79" creationId="{CF0F5474-C4DF-473E-10DE-E435D9595A3C}"/>
          </ac:spMkLst>
        </pc:spChg>
        <pc:spChg chg="add del mod">
          <ac:chgData name="Vincent Straub" userId="cc81dce8-242d-424d-a3c5-7390e8e80d05" providerId="ADAL" clId="{0E96C34D-F066-4D44-8866-B6B98CBDDE83}" dt="2023-05-12T08:54:28.072" v="106"/>
          <ac:spMkLst>
            <pc:docMk/>
            <pc:sldMk cId="219528012" sldId="266"/>
            <ac:spMk id="80" creationId="{74F0252A-A8CD-F8BD-85B2-7CD0246BA613}"/>
          </ac:spMkLst>
        </pc:spChg>
        <pc:spChg chg="add del mod">
          <ac:chgData name="Vincent Straub" userId="cc81dce8-242d-424d-a3c5-7390e8e80d05" providerId="ADAL" clId="{0E96C34D-F066-4D44-8866-B6B98CBDDE83}" dt="2023-05-12T08:54:28.072" v="106"/>
          <ac:spMkLst>
            <pc:docMk/>
            <pc:sldMk cId="219528012" sldId="266"/>
            <ac:spMk id="88" creationId="{2A63CF03-E38A-B8CD-0057-3B879497CEF9}"/>
          </ac:spMkLst>
        </pc:spChg>
        <pc:spChg chg="add del mod">
          <ac:chgData name="Vincent Straub" userId="cc81dce8-242d-424d-a3c5-7390e8e80d05" providerId="ADAL" clId="{0E96C34D-F066-4D44-8866-B6B98CBDDE83}" dt="2023-05-12T08:54:28.072" v="106"/>
          <ac:spMkLst>
            <pc:docMk/>
            <pc:sldMk cId="219528012" sldId="266"/>
            <ac:spMk id="90" creationId="{6BEB24FD-9FEF-33AA-F5FC-A609F82D61EE}"/>
          </ac:spMkLst>
        </pc:spChg>
        <pc:spChg chg="add del mod">
          <ac:chgData name="Vincent Straub" userId="cc81dce8-242d-424d-a3c5-7390e8e80d05" providerId="ADAL" clId="{0E96C34D-F066-4D44-8866-B6B98CBDDE83}" dt="2023-05-12T08:54:28.072" v="106"/>
          <ac:spMkLst>
            <pc:docMk/>
            <pc:sldMk cId="219528012" sldId="266"/>
            <ac:spMk id="91" creationId="{959743A9-E0B5-1B2C-5253-574D29EE0F5B}"/>
          </ac:spMkLst>
        </pc:spChg>
        <pc:spChg chg="add del mod">
          <ac:chgData name="Vincent Straub" userId="cc81dce8-242d-424d-a3c5-7390e8e80d05" providerId="ADAL" clId="{0E96C34D-F066-4D44-8866-B6B98CBDDE83}" dt="2023-05-12T08:54:28.072" v="106"/>
          <ac:spMkLst>
            <pc:docMk/>
            <pc:sldMk cId="219528012" sldId="266"/>
            <ac:spMk id="92" creationId="{1B822DE3-0ED6-7B18-C767-0880AB80E933}"/>
          </ac:spMkLst>
        </pc:spChg>
        <pc:spChg chg="add del mod">
          <ac:chgData name="Vincent Straub" userId="cc81dce8-242d-424d-a3c5-7390e8e80d05" providerId="ADAL" clId="{0E96C34D-F066-4D44-8866-B6B98CBDDE83}" dt="2023-05-12T08:54:28.072" v="106"/>
          <ac:spMkLst>
            <pc:docMk/>
            <pc:sldMk cId="219528012" sldId="266"/>
            <ac:spMk id="93" creationId="{29DBC9C9-3A80-591A-3C66-FB09134816F9}"/>
          </ac:spMkLst>
        </pc:spChg>
        <pc:spChg chg="add del mod">
          <ac:chgData name="Vincent Straub" userId="cc81dce8-242d-424d-a3c5-7390e8e80d05" providerId="ADAL" clId="{0E96C34D-F066-4D44-8866-B6B98CBDDE83}" dt="2023-05-12T08:54:28.072" v="106"/>
          <ac:spMkLst>
            <pc:docMk/>
            <pc:sldMk cId="219528012" sldId="266"/>
            <ac:spMk id="94" creationId="{877920FB-15F9-9C1B-DB15-E932C85CC5A5}"/>
          </ac:spMkLst>
        </pc:spChg>
        <pc:spChg chg="add del mod">
          <ac:chgData name="Vincent Straub" userId="cc81dce8-242d-424d-a3c5-7390e8e80d05" providerId="ADAL" clId="{0E96C34D-F066-4D44-8866-B6B98CBDDE83}" dt="2023-05-12T08:54:28.072" v="106"/>
          <ac:spMkLst>
            <pc:docMk/>
            <pc:sldMk cId="219528012" sldId="266"/>
            <ac:spMk id="95" creationId="{DD458076-B876-02C9-1086-CFBBD7E86AE0}"/>
          </ac:spMkLst>
        </pc:spChg>
        <pc:spChg chg="add del mod">
          <ac:chgData name="Vincent Straub" userId="cc81dce8-242d-424d-a3c5-7390e8e80d05" providerId="ADAL" clId="{0E96C34D-F066-4D44-8866-B6B98CBDDE83}" dt="2023-05-12T08:54:28.072" v="106"/>
          <ac:spMkLst>
            <pc:docMk/>
            <pc:sldMk cId="219528012" sldId="266"/>
            <ac:spMk id="96" creationId="{418D13A3-19AA-5D00-5846-F3BEDFE1757A}"/>
          </ac:spMkLst>
        </pc:spChg>
        <pc:spChg chg="add del mod">
          <ac:chgData name="Vincent Straub" userId="cc81dce8-242d-424d-a3c5-7390e8e80d05" providerId="ADAL" clId="{0E96C34D-F066-4D44-8866-B6B98CBDDE83}" dt="2023-05-12T08:54:28.072" v="106"/>
          <ac:spMkLst>
            <pc:docMk/>
            <pc:sldMk cId="219528012" sldId="266"/>
            <ac:spMk id="99" creationId="{1702E6EB-056E-DC56-C7F6-0E9821FB7963}"/>
          </ac:spMkLst>
        </pc:spChg>
        <pc:spChg chg="add del mod">
          <ac:chgData name="Vincent Straub" userId="cc81dce8-242d-424d-a3c5-7390e8e80d05" providerId="ADAL" clId="{0E96C34D-F066-4D44-8866-B6B98CBDDE83}" dt="2023-05-12T08:54:28.072" v="106"/>
          <ac:spMkLst>
            <pc:docMk/>
            <pc:sldMk cId="219528012" sldId="266"/>
            <ac:spMk id="100" creationId="{25E2970A-C8BD-5DCD-A4F7-468487AAE61A}"/>
          </ac:spMkLst>
        </pc:spChg>
        <pc:spChg chg="mod">
          <ac:chgData name="Vincent Straub" userId="cc81dce8-242d-424d-a3c5-7390e8e80d05" providerId="ADAL" clId="{0E96C34D-F066-4D44-8866-B6B98CBDDE83}" dt="2023-05-12T08:54:21.755" v="105"/>
          <ac:spMkLst>
            <pc:docMk/>
            <pc:sldMk cId="219528012" sldId="266"/>
            <ac:spMk id="127" creationId="{97875E17-9188-8783-90C6-3FA4FF252E22}"/>
          </ac:spMkLst>
        </pc:spChg>
        <pc:spChg chg="mod">
          <ac:chgData name="Vincent Straub" userId="cc81dce8-242d-424d-a3c5-7390e8e80d05" providerId="ADAL" clId="{0E96C34D-F066-4D44-8866-B6B98CBDDE83}" dt="2023-05-12T08:54:21.755" v="105"/>
          <ac:spMkLst>
            <pc:docMk/>
            <pc:sldMk cId="219528012" sldId="266"/>
            <ac:spMk id="128" creationId="{649FD25D-BB04-6A4B-90AE-76230C330745}"/>
          </ac:spMkLst>
        </pc:spChg>
        <pc:spChg chg="mod">
          <ac:chgData name="Vincent Straub" userId="cc81dce8-242d-424d-a3c5-7390e8e80d05" providerId="ADAL" clId="{0E96C34D-F066-4D44-8866-B6B98CBDDE83}" dt="2023-05-12T08:54:21.755" v="105"/>
          <ac:spMkLst>
            <pc:docMk/>
            <pc:sldMk cId="219528012" sldId="266"/>
            <ac:spMk id="129" creationId="{31E7C87E-23C1-3B83-9A6E-C3153A6285A2}"/>
          </ac:spMkLst>
        </pc:spChg>
        <pc:spChg chg="mod">
          <ac:chgData name="Vincent Straub" userId="cc81dce8-242d-424d-a3c5-7390e8e80d05" providerId="ADAL" clId="{0E96C34D-F066-4D44-8866-B6B98CBDDE83}" dt="2023-05-12T08:54:21.755" v="105"/>
          <ac:spMkLst>
            <pc:docMk/>
            <pc:sldMk cId="219528012" sldId="266"/>
            <ac:spMk id="133" creationId="{C1AE6318-46E5-F95B-B730-EB68EA1BC9D7}"/>
          </ac:spMkLst>
        </pc:spChg>
        <pc:spChg chg="add del mod">
          <ac:chgData name="Vincent Straub" userId="cc81dce8-242d-424d-a3c5-7390e8e80d05" providerId="ADAL" clId="{0E96C34D-F066-4D44-8866-B6B98CBDDE83}" dt="2023-05-12T08:54:28.072" v="106"/>
          <ac:spMkLst>
            <pc:docMk/>
            <pc:sldMk cId="219528012" sldId="266"/>
            <ac:spMk id="147" creationId="{1D25F528-4E0E-E4BE-8A69-6769DF1D61D8}"/>
          </ac:spMkLst>
        </pc:spChg>
        <pc:spChg chg="add del mod">
          <ac:chgData name="Vincent Straub" userId="cc81dce8-242d-424d-a3c5-7390e8e80d05" providerId="ADAL" clId="{0E96C34D-F066-4D44-8866-B6B98CBDDE83}" dt="2023-05-12T08:54:28.072" v="106"/>
          <ac:spMkLst>
            <pc:docMk/>
            <pc:sldMk cId="219528012" sldId="266"/>
            <ac:spMk id="148" creationId="{AA350AE8-E5D9-7A65-E69C-4CEC15C5A6D0}"/>
          </ac:spMkLst>
        </pc:spChg>
        <pc:spChg chg="add del mod">
          <ac:chgData name="Vincent Straub" userId="cc81dce8-242d-424d-a3c5-7390e8e80d05" providerId="ADAL" clId="{0E96C34D-F066-4D44-8866-B6B98CBDDE83}" dt="2023-05-12T08:54:28.072" v="106"/>
          <ac:spMkLst>
            <pc:docMk/>
            <pc:sldMk cId="219528012" sldId="266"/>
            <ac:spMk id="149" creationId="{8AE212DE-D543-1551-1C1F-F4BA3F2F5FC2}"/>
          </ac:spMkLst>
        </pc:spChg>
        <pc:spChg chg="add del mod">
          <ac:chgData name="Vincent Straub" userId="cc81dce8-242d-424d-a3c5-7390e8e80d05" providerId="ADAL" clId="{0E96C34D-F066-4D44-8866-B6B98CBDDE83}" dt="2023-05-12T08:54:28.072" v="106"/>
          <ac:spMkLst>
            <pc:docMk/>
            <pc:sldMk cId="219528012" sldId="266"/>
            <ac:spMk id="150" creationId="{157D3A7D-BEB0-954B-A516-5A59AABCE97E}"/>
          </ac:spMkLst>
        </pc:spChg>
        <pc:spChg chg="add del mod">
          <ac:chgData name="Vincent Straub" userId="cc81dce8-242d-424d-a3c5-7390e8e80d05" providerId="ADAL" clId="{0E96C34D-F066-4D44-8866-B6B98CBDDE83}" dt="2023-05-12T08:54:28.072" v="106"/>
          <ac:spMkLst>
            <pc:docMk/>
            <pc:sldMk cId="219528012" sldId="266"/>
            <ac:spMk id="151" creationId="{85D4615D-5BAF-3D9D-01F0-898812A30AA6}"/>
          </ac:spMkLst>
        </pc:spChg>
        <pc:spChg chg="add del mod">
          <ac:chgData name="Vincent Straub" userId="cc81dce8-242d-424d-a3c5-7390e8e80d05" providerId="ADAL" clId="{0E96C34D-F066-4D44-8866-B6B98CBDDE83}" dt="2023-05-12T08:54:28.072" v="106"/>
          <ac:spMkLst>
            <pc:docMk/>
            <pc:sldMk cId="219528012" sldId="266"/>
            <ac:spMk id="152" creationId="{AF6F576A-7A32-7C71-052F-219E7E77CF7D}"/>
          </ac:spMkLst>
        </pc:spChg>
        <pc:spChg chg="add del mod">
          <ac:chgData name="Vincent Straub" userId="cc81dce8-242d-424d-a3c5-7390e8e80d05" providerId="ADAL" clId="{0E96C34D-F066-4D44-8866-B6B98CBDDE83}" dt="2023-05-12T08:54:28.072" v="106"/>
          <ac:spMkLst>
            <pc:docMk/>
            <pc:sldMk cId="219528012" sldId="266"/>
            <ac:spMk id="153" creationId="{B72512B1-50CE-236A-5D49-AA6613B068D7}"/>
          </ac:spMkLst>
        </pc:spChg>
        <pc:spChg chg="add del mod">
          <ac:chgData name="Vincent Straub" userId="cc81dce8-242d-424d-a3c5-7390e8e80d05" providerId="ADAL" clId="{0E96C34D-F066-4D44-8866-B6B98CBDDE83}" dt="2023-05-12T08:54:28.072" v="106"/>
          <ac:spMkLst>
            <pc:docMk/>
            <pc:sldMk cId="219528012" sldId="266"/>
            <ac:spMk id="154" creationId="{B51CD073-AA75-16C3-4DF8-F6B004D383A9}"/>
          </ac:spMkLst>
        </pc:spChg>
        <pc:spChg chg="add del mod">
          <ac:chgData name="Vincent Straub" userId="cc81dce8-242d-424d-a3c5-7390e8e80d05" providerId="ADAL" clId="{0E96C34D-F066-4D44-8866-B6B98CBDDE83}" dt="2023-05-12T08:54:28.072" v="106"/>
          <ac:spMkLst>
            <pc:docMk/>
            <pc:sldMk cId="219528012" sldId="266"/>
            <ac:spMk id="155" creationId="{3859C7A2-0A26-28E4-CE5D-79069F3881F1}"/>
          </ac:spMkLst>
        </pc:spChg>
        <pc:spChg chg="add del mod">
          <ac:chgData name="Vincent Straub" userId="cc81dce8-242d-424d-a3c5-7390e8e80d05" providerId="ADAL" clId="{0E96C34D-F066-4D44-8866-B6B98CBDDE83}" dt="2023-05-12T08:54:28.072" v="106"/>
          <ac:spMkLst>
            <pc:docMk/>
            <pc:sldMk cId="219528012" sldId="266"/>
            <ac:spMk id="156" creationId="{8F02E6E1-D99D-AAA7-A366-2CEFC30C2BC0}"/>
          </ac:spMkLst>
        </pc:spChg>
        <pc:spChg chg="add del mod">
          <ac:chgData name="Vincent Straub" userId="cc81dce8-242d-424d-a3c5-7390e8e80d05" providerId="ADAL" clId="{0E96C34D-F066-4D44-8866-B6B98CBDDE83}" dt="2023-05-12T08:54:28.072" v="106"/>
          <ac:spMkLst>
            <pc:docMk/>
            <pc:sldMk cId="219528012" sldId="266"/>
            <ac:spMk id="157" creationId="{03A9DA1B-1A01-4F11-6C5D-72A1ABA337FF}"/>
          </ac:spMkLst>
        </pc:spChg>
        <pc:spChg chg="add del mod">
          <ac:chgData name="Vincent Straub" userId="cc81dce8-242d-424d-a3c5-7390e8e80d05" providerId="ADAL" clId="{0E96C34D-F066-4D44-8866-B6B98CBDDE83}" dt="2023-05-12T08:54:28.072" v="106"/>
          <ac:spMkLst>
            <pc:docMk/>
            <pc:sldMk cId="219528012" sldId="266"/>
            <ac:spMk id="158" creationId="{26B2C1FD-BB3C-0C14-EA7D-079A9112FFC8}"/>
          </ac:spMkLst>
        </pc:spChg>
        <pc:spChg chg="add del mod">
          <ac:chgData name="Vincent Straub" userId="cc81dce8-242d-424d-a3c5-7390e8e80d05" providerId="ADAL" clId="{0E96C34D-F066-4D44-8866-B6B98CBDDE83}" dt="2023-05-12T08:54:28.072" v="106"/>
          <ac:spMkLst>
            <pc:docMk/>
            <pc:sldMk cId="219528012" sldId="266"/>
            <ac:spMk id="159" creationId="{0E8326D3-EF5E-C09E-D2CB-CF835F76C81A}"/>
          </ac:spMkLst>
        </pc:spChg>
        <pc:spChg chg="add del mod">
          <ac:chgData name="Vincent Straub" userId="cc81dce8-242d-424d-a3c5-7390e8e80d05" providerId="ADAL" clId="{0E96C34D-F066-4D44-8866-B6B98CBDDE83}" dt="2023-05-12T08:54:28.072" v="106"/>
          <ac:spMkLst>
            <pc:docMk/>
            <pc:sldMk cId="219528012" sldId="266"/>
            <ac:spMk id="160" creationId="{E7337BC9-DC63-4724-7397-3F1E5A18035F}"/>
          </ac:spMkLst>
        </pc:spChg>
        <pc:spChg chg="add del mod">
          <ac:chgData name="Vincent Straub" userId="cc81dce8-242d-424d-a3c5-7390e8e80d05" providerId="ADAL" clId="{0E96C34D-F066-4D44-8866-B6B98CBDDE83}" dt="2023-05-12T08:54:28.072" v="106"/>
          <ac:spMkLst>
            <pc:docMk/>
            <pc:sldMk cId="219528012" sldId="266"/>
            <ac:spMk id="161" creationId="{0306B3DB-A552-FC77-711D-BFFD226F12DE}"/>
          </ac:spMkLst>
        </pc:spChg>
        <pc:spChg chg="add del mod">
          <ac:chgData name="Vincent Straub" userId="cc81dce8-242d-424d-a3c5-7390e8e80d05" providerId="ADAL" clId="{0E96C34D-F066-4D44-8866-B6B98CBDDE83}" dt="2023-05-12T08:54:28.072" v="106"/>
          <ac:spMkLst>
            <pc:docMk/>
            <pc:sldMk cId="219528012" sldId="266"/>
            <ac:spMk id="162" creationId="{DA5D93D2-7391-2F14-B8AC-15726B533E32}"/>
          </ac:spMkLst>
        </pc:spChg>
        <pc:spChg chg="add del mod">
          <ac:chgData name="Vincent Straub" userId="cc81dce8-242d-424d-a3c5-7390e8e80d05" providerId="ADAL" clId="{0E96C34D-F066-4D44-8866-B6B98CBDDE83}" dt="2023-05-12T08:54:28.072" v="106"/>
          <ac:spMkLst>
            <pc:docMk/>
            <pc:sldMk cId="219528012" sldId="266"/>
            <ac:spMk id="163" creationId="{65A1570C-2DE7-0C3F-9AAD-6C871F744F96}"/>
          </ac:spMkLst>
        </pc:spChg>
        <pc:spChg chg="add del mod">
          <ac:chgData name="Vincent Straub" userId="cc81dce8-242d-424d-a3c5-7390e8e80d05" providerId="ADAL" clId="{0E96C34D-F066-4D44-8866-B6B98CBDDE83}" dt="2023-05-12T08:54:28.072" v="106"/>
          <ac:spMkLst>
            <pc:docMk/>
            <pc:sldMk cId="219528012" sldId="266"/>
            <ac:spMk id="164" creationId="{F3DC9FD6-1355-4DAA-8373-6B9C05B21349}"/>
          </ac:spMkLst>
        </pc:spChg>
        <pc:spChg chg="add del mod">
          <ac:chgData name="Vincent Straub" userId="cc81dce8-242d-424d-a3c5-7390e8e80d05" providerId="ADAL" clId="{0E96C34D-F066-4D44-8866-B6B98CBDDE83}" dt="2023-05-12T08:54:28.072" v="106"/>
          <ac:spMkLst>
            <pc:docMk/>
            <pc:sldMk cId="219528012" sldId="266"/>
            <ac:spMk id="165" creationId="{40A36998-5394-A8CA-6AD8-6E2CE1AA88A7}"/>
          </ac:spMkLst>
        </pc:spChg>
        <pc:spChg chg="add del mod">
          <ac:chgData name="Vincent Straub" userId="cc81dce8-242d-424d-a3c5-7390e8e80d05" providerId="ADAL" clId="{0E96C34D-F066-4D44-8866-B6B98CBDDE83}" dt="2023-05-12T08:54:28.072" v="106"/>
          <ac:spMkLst>
            <pc:docMk/>
            <pc:sldMk cId="219528012" sldId="266"/>
            <ac:spMk id="166" creationId="{01A74795-4A70-3C78-04E7-709E2D722A06}"/>
          </ac:spMkLst>
        </pc:spChg>
        <pc:spChg chg="add del mod">
          <ac:chgData name="Vincent Straub" userId="cc81dce8-242d-424d-a3c5-7390e8e80d05" providerId="ADAL" clId="{0E96C34D-F066-4D44-8866-B6B98CBDDE83}" dt="2023-05-12T08:54:28.072" v="106"/>
          <ac:spMkLst>
            <pc:docMk/>
            <pc:sldMk cId="219528012" sldId="266"/>
            <ac:spMk id="167" creationId="{7AF6A744-B0BC-094E-7DA2-8B281691AE68}"/>
          </ac:spMkLst>
        </pc:spChg>
        <pc:spChg chg="add del mod">
          <ac:chgData name="Vincent Straub" userId="cc81dce8-242d-424d-a3c5-7390e8e80d05" providerId="ADAL" clId="{0E96C34D-F066-4D44-8866-B6B98CBDDE83}" dt="2023-05-12T08:54:28.072" v="106"/>
          <ac:spMkLst>
            <pc:docMk/>
            <pc:sldMk cId="219528012" sldId="266"/>
            <ac:spMk id="168" creationId="{7E839EAB-8399-9F3B-0ED1-88BC55A15775}"/>
          </ac:spMkLst>
        </pc:spChg>
        <pc:spChg chg="add del mod">
          <ac:chgData name="Vincent Straub" userId="cc81dce8-242d-424d-a3c5-7390e8e80d05" providerId="ADAL" clId="{0E96C34D-F066-4D44-8866-B6B98CBDDE83}" dt="2023-05-12T08:54:28.072" v="106"/>
          <ac:spMkLst>
            <pc:docMk/>
            <pc:sldMk cId="219528012" sldId="266"/>
            <ac:spMk id="169" creationId="{A9B46942-D63B-C902-DE53-BA158F23D059}"/>
          </ac:spMkLst>
        </pc:spChg>
        <pc:spChg chg="mod">
          <ac:chgData name="Vincent Straub" userId="cc81dce8-242d-424d-a3c5-7390e8e80d05" providerId="ADAL" clId="{0E96C34D-F066-4D44-8866-B6B98CBDDE83}" dt="2023-05-12T08:54:21.755" v="105"/>
          <ac:spMkLst>
            <pc:docMk/>
            <pc:sldMk cId="219528012" sldId="266"/>
            <ac:spMk id="171" creationId="{FF79EABE-6585-C1C2-7A13-6DB3D7B60488}"/>
          </ac:spMkLst>
        </pc:spChg>
        <pc:spChg chg="mod">
          <ac:chgData name="Vincent Straub" userId="cc81dce8-242d-424d-a3c5-7390e8e80d05" providerId="ADAL" clId="{0E96C34D-F066-4D44-8866-B6B98CBDDE83}" dt="2023-05-12T08:54:21.755" v="105"/>
          <ac:spMkLst>
            <pc:docMk/>
            <pc:sldMk cId="219528012" sldId="266"/>
            <ac:spMk id="172" creationId="{5CA8A650-95DE-3243-9EAA-55C7FC59F79E}"/>
          </ac:spMkLst>
        </pc:spChg>
        <pc:spChg chg="mod">
          <ac:chgData name="Vincent Straub" userId="cc81dce8-242d-424d-a3c5-7390e8e80d05" providerId="ADAL" clId="{0E96C34D-F066-4D44-8866-B6B98CBDDE83}" dt="2023-05-12T08:54:21.755" v="105"/>
          <ac:spMkLst>
            <pc:docMk/>
            <pc:sldMk cId="219528012" sldId="266"/>
            <ac:spMk id="174" creationId="{F9B1C374-95AD-9EA7-9ED3-BF0F358683EF}"/>
          </ac:spMkLst>
        </pc:spChg>
        <pc:spChg chg="mod">
          <ac:chgData name="Vincent Straub" userId="cc81dce8-242d-424d-a3c5-7390e8e80d05" providerId="ADAL" clId="{0E96C34D-F066-4D44-8866-B6B98CBDDE83}" dt="2023-05-12T08:54:21.755" v="105"/>
          <ac:spMkLst>
            <pc:docMk/>
            <pc:sldMk cId="219528012" sldId="266"/>
            <ac:spMk id="175" creationId="{856857D8-1EBE-70D4-EC86-E195A682B2C5}"/>
          </ac:spMkLst>
        </pc:spChg>
        <pc:spChg chg="add del mod">
          <ac:chgData name="Vincent Straub" userId="cc81dce8-242d-424d-a3c5-7390e8e80d05" providerId="ADAL" clId="{0E96C34D-F066-4D44-8866-B6B98CBDDE83}" dt="2023-05-12T08:54:28.072" v="106"/>
          <ac:spMkLst>
            <pc:docMk/>
            <pc:sldMk cId="219528012" sldId="266"/>
            <ac:spMk id="176" creationId="{3D0B91BB-F1A4-F2C1-D5CA-33BF901B7D1F}"/>
          </ac:spMkLst>
        </pc:spChg>
        <pc:spChg chg="add del mod">
          <ac:chgData name="Vincent Straub" userId="cc81dce8-242d-424d-a3c5-7390e8e80d05" providerId="ADAL" clId="{0E96C34D-F066-4D44-8866-B6B98CBDDE83}" dt="2023-05-12T08:54:28.072" v="106"/>
          <ac:spMkLst>
            <pc:docMk/>
            <pc:sldMk cId="219528012" sldId="266"/>
            <ac:spMk id="177" creationId="{6ED72DE3-99C4-1C29-A2BF-ACBB6D9BE5BF}"/>
          </ac:spMkLst>
        </pc:spChg>
        <pc:spChg chg="add del mod">
          <ac:chgData name="Vincent Straub" userId="cc81dce8-242d-424d-a3c5-7390e8e80d05" providerId="ADAL" clId="{0E96C34D-F066-4D44-8866-B6B98CBDDE83}" dt="2023-05-12T08:54:28.072" v="106"/>
          <ac:spMkLst>
            <pc:docMk/>
            <pc:sldMk cId="219528012" sldId="266"/>
            <ac:spMk id="178" creationId="{3229DF44-DF71-EB78-5369-08EF50F9D51E}"/>
          </ac:spMkLst>
        </pc:spChg>
        <pc:spChg chg="add del mod">
          <ac:chgData name="Vincent Straub" userId="cc81dce8-242d-424d-a3c5-7390e8e80d05" providerId="ADAL" clId="{0E96C34D-F066-4D44-8866-B6B98CBDDE83}" dt="2023-05-12T08:54:28.072" v="106"/>
          <ac:spMkLst>
            <pc:docMk/>
            <pc:sldMk cId="219528012" sldId="266"/>
            <ac:spMk id="179" creationId="{03140685-1452-F684-4075-64A27A4B29DB}"/>
          </ac:spMkLst>
        </pc:spChg>
        <pc:spChg chg="add del mod">
          <ac:chgData name="Vincent Straub" userId="cc81dce8-242d-424d-a3c5-7390e8e80d05" providerId="ADAL" clId="{0E96C34D-F066-4D44-8866-B6B98CBDDE83}" dt="2023-05-12T08:54:28.072" v="106"/>
          <ac:spMkLst>
            <pc:docMk/>
            <pc:sldMk cId="219528012" sldId="266"/>
            <ac:spMk id="180" creationId="{FCF35B24-D9F3-5239-5570-12297F199A9D}"/>
          </ac:spMkLst>
        </pc:spChg>
        <pc:spChg chg="add del mod">
          <ac:chgData name="Vincent Straub" userId="cc81dce8-242d-424d-a3c5-7390e8e80d05" providerId="ADAL" clId="{0E96C34D-F066-4D44-8866-B6B98CBDDE83}" dt="2023-05-12T08:54:28.072" v="106"/>
          <ac:spMkLst>
            <pc:docMk/>
            <pc:sldMk cId="219528012" sldId="266"/>
            <ac:spMk id="181" creationId="{D3F93F0B-D597-0962-7E34-F414390B2262}"/>
          </ac:spMkLst>
        </pc:spChg>
        <pc:spChg chg="add del mod">
          <ac:chgData name="Vincent Straub" userId="cc81dce8-242d-424d-a3c5-7390e8e80d05" providerId="ADAL" clId="{0E96C34D-F066-4D44-8866-B6B98CBDDE83}" dt="2023-05-12T08:54:28.072" v="106"/>
          <ac:spMkLst>
            <pc:docMk/>
            <pc:sldMk cId="219528012" sldId="266"/>
            <ac:spMk id="182" creationId="{39573D53-FF7D-0DAA-F804-09A956F9AB62}"/>
          </ac:spMkLst>
        </pc:spChg>
        <pc:spChg chg="add del mod">
          <ac:chgData name="Vincent Straub" userId="cc81dce8-242d-424d-a3c5-7390e8e80d05" providerId="ADAL" clId="{0E96C34D-F066-4D44-8866-B6B98CBDDE83}" dt="2023-05-12T08:54:28.072" v="106"/>
          <ac:spMkLst>
            <pc:docMk/>
            <pc:sldMk cId="219528012" sldId="266"/>
            <ac:spMk id="183" creationId="{98816340-982B-9A19-9F9A-1AE85912E0E3}"/>
          </ac:spMkLst>
        </pc:spChg>
        <pc:spChg chg="add del mod">
          <ac:chgData name="Vincent Straub" userId="cc81dce8-242d-424d-a3c5-7390e8e80d05" providerId="ADAL" clId="{0E96C34D-F066-4D44-8866-B6B98CBDDE83}" dt="2023-05-12T08:54:28.072" v="106"/>
          <ac:spMkLst>
            <pc:docMk/>
            <pc:sldMk cId="219528012" sldId="266"/>
            <ac:spMk id="184" creationId="{3826D5A0-96A0-697E-61A3-755401FD103F}"/>
          </ac:spMkLst>
        </pc:spChg>
        <pc:spChg chg="add del mod">
          <ac:chgData name="Vincent Straub" userId="cc81dce8-242d-424d-a3c5-7390e8e80d05" providerId="ADAL" clId="{0E96C34D-F066-4D44-8866-B6B98CBDDE83}" dt="2023-05-12T08:54:28.072" v="106"/>
          <ac:spMkLst>
            <pc:docMk/>
            <pc:sldMk cId="219528012" sldId="266"/>
            <ac:spMk id="185" creationId="{2517DFAF-86D0-D1D9-87AA-CA2AA03F1988}"/>
          </ac:spMkLst>
        </pc:spChg>
        <pc:spChg chg="add del mod">
          <ac:chgData name="Vincent Straub" userId="cc81dce8-242d-424d-a3c5-7390e8e80d05" providerId="ADAL" clId="{0E96C34D-F066-4D44-8866-B6B98CBDDE83}" dt="2023-05-12T08:54:28.072" v="106"/>
          <ac:spMkLst>
            <pc:docMk/>
            <pc:sldMk cId="219528012" sldId="266"/>
            <ac:spMk id="186" creationId="{8546519F-1D2F-007B-8DE5-F2FC8A2CE64A}"/>
          </ac:spMkLst>
        </pc:spChg>
        <pc:spChg chg="add del mod">
          <ac:chgData name="Vincent Straub" userId="cc81dce8-242d-424d-a3c5-7390e8e80d05" providerId="ADAL" clId="{0E96C34D-F066-4D44-8866-B6B98CBDDE83}" dt="2023-05-12T08:54:28.072" v="106"/>
          <ac:spMkLst>
            <pc:docMk/>
            <pc:sldMk cId="219528012" sldId="266"/>
            <ac:spMk id="187" creationId="{E393220B-F127-23B3-C3CB-16027CDEF74D}"/>
          </ac:spMkLst>
        </pc:spChg>
        <pc:spChg chg="add del mod">
          <ac:chgData name="Vincent Straub" userId="cc81dce8-242d-424d-a3c5-7390e8e80d05" providerId="ADAL" clId="{0E96C34D-F066-4D44-8866-B6B98CBDDE83}" dt="2023-05-12T08:54:28.072" v="106"/>
          <ac:spMkLst>
            <pc:docMk/>
            <pc:sldMk cId="219528012" sldId="266"/>
            <ac:spMk id="188" creationId="{3C7FFF27-CE22-C7B9-482D-3E0A8F9ED525}"/>
          </ac:spMkLst>
        </pc:spChg>
        <pc:spChg chg="add del mod">
          <ac:chgData name="Vincent Straub" userId="cc81dce8-242d-424d-a3c5-7390e8e80d05" providerId="ADAL" clId="{0E96C34D-F066-4D44-8866-B6B98CBDDE83}" dt="2023-05-12T08:54:28.072" v="106"/>
          <ac:spMkLst>
            <pc:docMk/>
            <pc:sldMk cId="219528012" sldId="266"/>
            <ac:spMk id="189" creationId="{B66A0A11-C184-E84D-44B6-68BEFE5A4012}"/>
          </ac:spMkLst>
        </pc:spChg>
        <pc:spChg chg="add del mod">
          <ac:chgData name="Vincent Straub" userId="cc81dce8-242d-424d-a3c5-7390e8e80d05" providerId="ADAL" clId="{0E96C34D-F066-4D44-8866-B6B98CBDDE83}" dt="2023-05-12T08:54:28.072" v="106"/>
          <ac:spMkLst>
            <pc:docMk/>
            <pc:sldMk cId="219528012" sldId="266"/>
            <ac:spMk id="190" creationId="{3B2248CF-00B3-2651-6824-CC6DAB327097}"/>
          </ac:spMkLst>
        </pc:spChg>
        <pc:spChg chg="add del mod">
          <ac:chgData name="Vincent Straub" userId="cc81dce8-242d-424d-a3c5-7390e8e80d05" providerId="ADAL" clId="{0E96C34D-F066-4D44-8866-B6B98CBDDE83}" dt="2023-05-12T08:54:28.072" v="106"/>
          <ac:spMkLst>
            <pc:docMk/>
            <pc:sldMk cId="219528012" sldId="266"/>
            <ac:spMk id="191" creationId="{14C3045D-56DF-7517-2580-C57673AF3545}"/>
          </ac:spMkLst>
        </pc:spChg>
        <pc:spChg chg="add del mod">
          <ac:chgData name="Vincent Straub" userId="cc81dce8-242d-424d-a3c5-7390e8e80d05" providerId="ADAL" clId="{0E96C34D-F066-4D44-8866-B6B98CBDDE83}" dt="2023-05-12T08:54:28.072" v="106"/>
          <ac:spMkLst>
            <pc:docMk/>
            <pc:sldMk cId="219528012" sldId="266"/>
            <ac:spMk id="192" creationId="{79BACBD7-A7C9-BC78-BEEE-D992A8E23E2C}"/>
          </ac:spMkLst>
        </pc:spChg>
        <pc:spChg chg="add del mod">
          <ac:chgData name="Vincent Straub" userId="cc81dce8-242d-424d-a3c5-7390e8e80d05" providerId="ADAL" clId="{0E96C34D-F066-4D44-8866-B6B98CBDDE83}" dt="2023-05-12T08:54:28.072" v="106"/>
          <ac:spMkLst>
            <pc:docMk/>
            <pc:sldMk cId="219528012" sldId="266"/>
            <ac:spMk id="193" creationId="{9A03C5BF-0C4C-90AB-C6C7-9BF43C4108AD}"/>
          </ac:spMkLst>
        </pc:spChg>
        <pc:spChg chg="add del mod">
          <ac:chgData name="Vincent Straub" userId="cc81dce8-242d-424d-a3c5-7390e8e80d05" providerId="ADAL" clId="{0E96C34D-F066-4D44-8866-B6B98CBDDE83}" dt="2023-05-12T08:54:28.072" v="106"/>
          <ac:spMkLst>
            <pc:docMk/>
            <pc:sldMk cId="219528012" sldId="266"/>
            <ac:spMk id="194" creationId="{7D8CBBBD-50AC-3E60-C2E4-BB1D85AB8CE5}"/>
          </ac:spMkLst>
        </pc:spChg>
        <pc:spChg chg="add del mod">
          <ac:chgData name="Vincent Straub" userId="cc81dce8-242d-424d-a3c5-7390e8e80d05" providerId="ADAL" clId="{0E96C34D-F066-4D44-8866-B6B98CBDDE83}" dt="2023-05-12T08:54:28.072" v="106"/>
          <ac:spMkLst>
            <pc:docMk/>
            <pc:sldMk cId="219528012" sldId="266"/>
            <ac:spMk id="195" creationId="{DCE10AD6-06D0-E562-BE3C-E352ECB33632}"/>
          </ac:spMkLst>
        </pc:spChg>
        <pc:spChg chg="add del mod">
          <ac:chgData name="Vincent Straub" userId="cc81dce8-242d-424d-a3c5-7390e8e80d05" providerId="ADAL" clId="{0E96C34D-F066-4D44-8866-B6B98CBDDE83}" dt="2023-05-12T08:54:28.072" v="106"/>
          <ac:spMkLst>
            <pc:docMk/>
            <pc:sldMk cId="219528012" sldId="266"/>
            <ac:spMk id="196" creationId="{0D048DC4-A9B2-88F6-F7A4-27AADB8ABDA5}"/>
          </ac:spMkLst>
        </pc:spChg>
        <pc:spChg chg="add del mod">
          <ac:chgData name="Vincent Straub" userId="cc81dce8-242d-424d-a3c5-7390e8e80d05" providerId="ADAL" clId="{0E96C34D-F066-4D44-8866-B6B98CBDDE83}" dt="2023-05-12T08:54:28.072" v="106"/>
          <ac:spMkLst>
            <pc:docMk/>
            <pc:sldMk cId="219528012" sldId="266"/>
            <ac:spMk id="197" creationId="{6CC99686-A6B6-FDA4-35BC-4C6A9EBBD095}"/>
          </ac:spMkLst>
        </pc:spChg>
        <pc:spChg chg="add del mod">
          <ac:chgData name="Vincent Straub" userId="cc81dce8-242d-424d-a3c5-7390e8e80d05" providerId="ADAL" clId="{0E96C34D-F066-4D44-8866-B6B98CBDDE83}" dt="2023-05-12T08:54:28.072" v="106"/>
          <ac:spMkLst>
            <pc:docMk/>
            <pc:sldMk cId="219528012" sldId="266"/>
            <ac:spMk id="198" creationId="{8E8383FC-9D1A-B9F5-977D-E78E95F17B7B}"/>
          </ac:spMkLst>
        </pc:spChg>
        <pc:spChg chg="add del mod">
          <ac:chgData name="Vincent Straub" userId="cc81dce8-242d-424d-a3c5-7390e8e80d05" providerId="ADAL" clId="{0E96C34D-F066-4D44-8866-B6B98CBDDE83}" dt="2023-05-12T08:54:28.072" v="106"/>
          <ac:spMkLst>
            <pc:docMk/>
            <pc:sldMk cId="219528012" sldId="266"/>
            <ac:spMk id="199" creationId="{A583BC7B-3BAA-B748-BA9C-C3A606970945}"/>
          </ac:spMkLst>
        </pc:spChg>
        <pc:spChg chg="add del mod">
          <ac:chgData name="Vincent Straub" userId="cc81dce8-242d-424d-a3c5-7390e8e80d05" providerId="ADAL" clId="{0E96C34D-F066-4D44-8866-B6B98CBDDE83}" dt="2023-05-12T08:54:28.072" v="106"/>
          <ac:spMkLst>
            <pc:docMk/>
            <pc:sldMk cId="219528012" sldId="266"/>
            <ac:spMk id="200" creationId="{9E418AB0-EA33-AD3F-56C5-BA453FE29E9C}"/>
          </ac:spMkLst>
        </pc:spChg>
        <pc:spChg chg="add del mod">
          <ac:chgData name="Vincent Straub" userId="cc81dce8-242d-424d-a3c5-7390e8e80d05" providerId="ADAL" clId="{0E96C34D-F066-4D44-8866-B6B98CBDDE83}" dt="2023-05-12T08:54:28.072" v="106"/>
          <ac:spMkLst>
            <pc:docMk/>
            <pc:sldMk cId="219528012" sldId="266"/>
            <ac:spMk id="201" creationId="{86BD2FD2-A136-01EC-3077-957CAFA4C705}"/>
          </ac:spMkLst>
        </pc:spChg>
        <pc:spChg chg="add del mod">
          <ac:chgData name="Vincent Straub" userId="cc81dce8-242d-424d-a3c5-7390e8e80d05" providerId="ADAL" clId="{0E96C34D-F066-4D44-8866-B6B98CBDDE83}" dt="2023-05-12T08:54:28.072" v="106"/>
          <ac:spMkLst>
            <pc:docMk/>
            <pc:sldMk cId="219528012" sldId="266"/>
            <ac:spMk id="202" creationId="{6CADCB5C-B7E8-618C-06A3-33FFAD605D16}"/>
          </ac:spMkLst>
        </pc:spChg>
        <pc:spChg chg="add del mod">
          <ac:chgData name="Vincent Straub" userId="cc81dce8-242d-424d-a3c5-7390e8e80d05" providerId="ADAL" clId="{0E96C34D-F066-4D44-8866-B6B98CBDDE83}" dt="2023-05-12T08:54:28.072" v="106"/>
          <ac:spMkLst>
            <pc:docMk/>
            <pc:sldMk cId="219528012" sldId="266"/>
            <ac:spMk id="203" creationId="{025BD129-46DE-BCCB-7739-37BAE6B13E6C}"/>
          </ac:spMkLst>
        </pc:spChg>
        <pc:spChg chg="add del mod">
          <ac:chgData name="Vincent Straub" userId="cc81dce8-242d-424d-a3c5-7390e8e80d05" providerId="ADAL" clId="{0E96C34D-F066-4D44-8866-B6B98CBDDE83}" dt="2023-05-12T08:54:28.072" v="106"/>
          <ac:spMkLst>
            <pc:docMk/>
            <pc:sldMk cId="219528012" sldId="266"/>
            <ac:spMk id="204" creationId="{312FB128-1912-ECEC-99FB-D156F270B098}"/>
          </ac:spMkLst>
        </pc:spChg>
        <pc:spChg chg="add del mod">
          <ac:chgData name="Vincent Straub" userId="cc81dce8-242d-424d-a3c5-7390e8e80d05" providerId="ADAL" clId="{0E96C34D-F066-4D44-8866-B6B98CBDDE83}" dt="2023-05-12T08:54:28.072" v="106"/>
          <ac:spMkLst>
            <pc:docMk/>
            <pc:sldMk cId="219528012" sldId="266"/>
            <ac:spMk id="205" creationId="{C9D16986-6371-435A-E82B-5A30683029A4}"/>
          </ac:spMkLst>
        </pc:spChg>
        <pc:spChg chg="add del mod">
          <ac:chgData name="Vincent Straub" userId="cc81dce8-242d-424d-a3c5-7390e8e80d05" providerId="ADAL" clId="{0E96C34D-F066-4D44-8866-B6B98CBDDE83}" dt="2023-05-12T08:54:28.072" v="106"/>
          <ac:spMkLst>
            <pc:docMk/>
            <pc:sldMk cId="219528012" sldId="266"/>
            <ac:spMk id="206" creationId="{2945C099-78DC-221D-E48C-DF8B5F588C58}"/>
          </ac:spMkLst>
        </pc:spChg>
        <pc:spChg chg="add del mod">
          <ac:chgData name="Vincent Straub" userId="cc81dce8-242d-424d-a3c5-7390e8e80d05" providerId="ADAL" clId="{0E96C34D-F066-4D44-8866-B6B98CBDDE83}" dt="2023-05-12T08:54:28.072" v="106"/>
          <ac:spMkLst>
            <pc:docMk/>
            <pc:sldMk cId="219528012" sldId="266"/>
            <ac:spMk id="207" creationId="{E469A183-2D4D-780B-43EC-6E3FBC3EF0AC}"/>
          </ac:spMkLst>
        </pc:spChg>
        <pc:spChg chg="add del mod">
          <ac:chgData name="Vincent Straub" userId="cc81dce8-242d-424d-a3c5-7390e8e80d05" providerId="ADAL" clId="{0E96C34D-F066-4D44-8866-B6B98CBDDE83}" dt="2023-05-12T08:54:28.072" v="106"/>
          <ac:spMkLst>
            <pc:docMk/>
            <pc:sldMk cId="219528012" sldId="266"/>
            <ac:spMk id="208" creationId="{9217B0E0-AE19-5798-FFF5-9EF389035D31}"/>
          </ac:spMkLst>
        </pc:spChg>
        <pc:spChg chg="add del mod">
          <ac:chgData name="Vincent Straub" userId="cc81dce8-242d-424d-a3c5-7390e8e80d05" providerId="ADAL" clId="{0E96C34D-F066-4D44-8866-B6B98CBDDE83}" dt="2023-05-12T08:54:28.072" v="106"/>
          <ac:spMkLst>
            <pc:docMk/>
            <pc:sldMk cId="219528012" sldId="266"/>
            <ac:spMk id="209" creationId="{83029DA0-42D1-FD88-36F4-28739AACD2F8}"/>
          </ac:spMkLst>
        </pc:spChg>
        <pc:spChg chg="add del mod">
          <ac:chgData name="Vincent Straub" userId="cc81dce8-242d-424d-a3c5-7390e8e80d05" providerId="ADAL" clId="{0E96C34D-F066-4D44-8866-B6B98CBDDE83}" dt="2023-05-12T08:54:28.072" v="106"/>
          <ac:spMkLst>
            <pc:docMk/>
            <pc:sldMk cId="219528012" sldId="266"/>
            <ac:spMk id="210" creationId="{34AF2C59-83E4-0D18-F95A-E71B48847A9F}"/>
          </ac:spMkLst>
        </pc:spChg>
        <pc:spChg chg="add del mod">
          <ac:chgData name="Vincent Straub" userId="cc81dce8-242d-424d-a3c5-7390e8e80d05" providerId="ADAL" clId="{0E96C34D-F066-4D44-8866-B6B98CBDDE83}" dt="2023-05-12T08:54:28.072" v="106"/>
          <ac:spMkLst>
            <pc:docMk/>
            <pc:sldMk cId="219528012" sldId="266"/>
            <ac:spMk id="211" creationId="{BC36CCCE-3225-580B-F533-BA868AC2B3C6}"/>
          </ac:spMkLst>
        </pc:spChg>
        <pc:spChg chg="add del mod">
          <ac:chgData name="Vincent Straub" userId="cc81dce8-242d-424d-a3c5-7390e8e80d05" providerId="ADAL" clId="{0E96C34D-F066-4D44-8866-B6B98CBDDE83}" dt="2023-05-12T08:54:28.072" v="106"/>
          <ac:spMkLst>
            <pc:docMk/>
            <pc:sldMk cId="219528012" sldId="266"/>
            <ac:spMk id="212" creationId="{608F1BF4-E2DA-5D1A-CA4A-41EE7BFFF40E}"/>
          </ac:spMkLst>
        </pc:spChg>
        <pc:spChg chg="add del mod">
          <ac:chgData name="Vincent Straub" userId="cc81dce8-242d-424d-a3c5-7390e8e80d05" providerId="ADAL" clId="{0E96C34D-F066-4D44-8866-B6B98CBDDE83}" dt="2023-05-12T08:54:28.072" v="106"/>
          <ac:spMkLst>
            <pc:docMk/>
            <pc:sldMk cId="219528012" sldId="266"/>
            <ac:spMk id="213" creationId="{279EFF8E-C04A-19C6-DE3A-E6FC2D3E57BC}"/>
          </ac:spMkLst>
        </pc:spChg>
        <pc:spChg chg="add del mod">
          <ac:chgData name="Vincent Straub" userId="cc81dce8-242d-424d-a3c5-7390e8e80d05" providerId="ADAL" clId="{0E96C34D-F066-4D44-8866-B6B98CBDDE83}" dt="2023-05-12T08:54:28.072" v="106"/>
          <ac:spMkLst>
            <pc:docMk/>
            <pc:sldMk cId="219528012" sldId="266"/>
            <ac:spMk id="214" creationId="{13A370EE-9981-F08A-6414-0F44D2128ED9}"/>
          </ac:spMkLst>
        </pc:spChg>
        <pc:spChg chg="add del mod">
          <ac:chgData name="Vincent Straub" userId="cc81dce8-242d-424d-a3c5-7390e8e80d05" providerId="ADAL" clId="{0E96C34D-F066-4D44-8866-B6B98CBDDE83}" dt="2023-05-12T08:54:28.072" v="106"/>
          <ac:spMkLst>
            <pc:docMk/>
            <pc:sldMk cId="219528012" sldId="266"/>
            <ac:spMk id="215" creationId="{0364AF2F-5B11-19B2-65C5-06FB9E1D5DF8}"/>
          </ac:spMkLst>
        </pc:spChg>
        <pc:spChg chg="add del mod">
          <ac:chgData name="Vincent Straub" userId="cc81dce8-242d-424d-a3c5-7390e8e80d05" providerId="ADAL" clId="{0E96C34D-F066-4D44-8866-B6B98CBDDE83}" dt="2023-05-12T08:54:28.072" v="106"/>
          <ac:spMkLst>
            <pc:docMk/>
            <pc:sldMk cId="219528012" sldId="266"/>
            <ac:spMk id="216" creationId="{1404DA9C-68E7-C030-0506-E495D741D284}"/>
          </ac:spMkLst>
        </pc:spChg>
        <pc:spChg chg="add del mod">
          <ac:chgData name="Vincent Straub" userId="cc81dce8-242d-424d-a3c5-7390e8e80d05" providerId="ADAL" clId="{0E96C34D-F066-4D44-8866-B6B98CBDDE83}" dt="2023-05-12T08:54:28.072" v="106"/>
          <ac:spMkLst>
            <pc:docMk/>
            <pc:sldMk cId="219528012" sldId="266"/>
            <ac:spMk id="217" creationId="{74AB2BAC-45B6-CCFE-E1F3-EADCBDD7EC35}"/>
          </ac:spMkLst>
        </pc:spChg>
        <pc:spChg chg="add del mod">
          <ac:chgData name="Vincent Straub" userId="cc81dce8-242d-424d-a3c5-7390e8e80d05" providerId="ADAL" clId="{0E96C34D-F066-4D44-8866-B6B98CBDDE83}" dt="2023-05-12T08:54:28.072" v="106"/>
          <ac:spMkLst>
            <pc:docMk/>
            <pc:sldMk cId="219528012" sldId="266"/>
            <ac:spMk id="218" creationId="{01408AAA-A2CA-A3D7-2625-A852711499D7}"/>
          </ac:spMkLst>
        </pc:spChg>
        <pc:spChg chg="add del mod">
          <ac:chgData name="Vincent Straub" userId="cc81dce8-242d-424d-a3c5-7390e8e80d05" providerId="ADAL" clId="{0E96C34D-F066-4D44-8866-B6B98CBDDE83}" dt="2023-05-12T08:54:28.072" v="106"/>
          <ac:spMkLst>
            <pc:docMk/>
            <pc:sldMk cId="219528012" sldId="266"/>
            <ac:spMk id="219" creationId="{9EBEA74B-7218-ECA0-CF89-85C663FCE84D}"/>
          </ac:spMkLst>
        </pc:spChg>
        <pc:spChg chg="add del mod">
          <ac:chgData name="Vincent Straub" userId="cc81dce8-242d-424d-a3c5-7390e8e80d05" providerId="ADAL" clId="{0E96C34D-F066-4D44-8866-B6B98CBDDE83}" dt="2023-05-12T08:54:28.072" v="106"/>
          <ac:spMkLst>
            <pc:docMk/>
            <pc:sldMk cId="219528012" sldId="266"/>
            <ac:spMk id="220" creationId="{EF6733F3-920C-347E-EA7F-D05226DEAB4F}"/>
          </ac:spMkLst>
        </pc:spChg>
        <pc:spChg chg="add del mod">
          <ac:chgData name="Vincent Straub" userId="cc81dce8-242d-424d-a3c5-7390e8e80d05" providerId="ADAL" clId="{0E96C34D-F066-4D44-8866-B6B98CBDDE83}" dt="2023-05-12T08:54:28.072" v="106"/>
          <ac:spMkLst>
            <pc:docMk/>
            <pc:sldMk cId="219528012" sldId="266"/>
            <ac:spMk id="221" creationId="{94F0BD3C-6F34-145F-813E-FE18EDD32974}"/>
          </ac:spMkLst>
        </pc:spChg>
        <pc:spChg chg="add del mod">
          <ac:chgData name="Vincent Straub" userId="cc81dce8-242d-424d-a3c5-7390e8e80d05" providerId="ADAL" clId="{0E96C34D-F066-4D44-8866-B6B98CBDDE83}" dt="2023-05-12T08:54:28.072" v="106"/>
          <ac:spMkLst>
            <pc:docMk/>
            <pc:sldMk cId="219528012" sldId="266"/>
            <ac:spMk id="223" creationId="{E93AD954-AB2D-108F-F1B4-BE387E15C8B3}"/>
          </ac:spMkLst>
        </pc:spChg>
        <pc:spChg chg="add del mod">
          <ac:chgData name="Vincent Straub" userId="cc81dce8-242d-424d-a3c5-7390e8e80d05" providerId="ADAL" clId="{0E96C34D-F066-4D44-8866-B6B98CBDDE83}" dt="2023-05-12T08:54:28.072" v="106"/>
          <ac:spMkLst>
            <pc:docMk/>
            <pc:sldMk cId="219528012" sldId="266"/>
            <ac:spMk id="224" creationId="{E1B0AD37-44FD-6CC0-FBF8-67A40B4C0404}"/>
          </ac:spMkLst>
        </pc:spChg>
        <pc:spChg chg="add del mod">
          <ac:chgData name="Vincent Straub" userId="cc81dce8-242d-424d-a3c5-7390e8e80d05" providerId="ADAL" clId="{0E96C34D-F066-4D44-8866-B6B98CBDDE83}" dt="2023-05-12T08:54:28.072" v="106"/>
          <ac:spMkLst>
            <pc:docMk/>
            <pc:sldMk cId="219528012" sldId="266"/>
            <ac:spMk id="225" creationId="{0D918640-E296-6C47-1F7E-70089919832F}"/>
          </ac:spMkLst>
        </pc:spChg>
        <pc:spChg chg="add del mod">
          <ac:chgData name="Vincent Straub" userId="cc81dce8-242d-424d-a3c5-7390e8e80d05" providerId="ADAL" clId="{0E96C34D-F066-4D44-8866-B6B98CBDDE83}" dt="2023-05-12T08:54:28.072" v="106"/>
          <ac:spMkLst>
            <pc:docMk/>
            <pc:sldMk cId="219528012" sldId="266"/>
            <ac:spMk id="226" creationId="{07A2827D-FC8B-716D-9FD6-D30F0A282C07}"/>
          </ac:spMkLst>
        </pc:spChg>
        <pc:spChg chg="add del mod">
          <ac:chgData name="Vincent Straub" userId="cc81dce8-242d-424d-a3c5-7390e8e80d05" providerId="ADAL" clId="{0E96C34D-F066-4D44-8866-B6B98CBDDE83}" dt="2023-05-12T08:54:28.072" v="106"/>
          <ac:spMkLst>
            <pc:docMk/>
            <pc:sldMk cId="219528012" sldId="266"/>
            <ac:spMk id="227" creationId="{5638BF22-9ED4-F9C8-0BCC-FFF7AF5C406D}"/>
          </ac:spMkLst>
        </pc:spChg>
        <pc:spChg chg="add del mod">
          <ac:chgData name="Vincent Straub" userId="cc81dce8-242d-424d-a3c5-7390e8e80d05" providerId="ADAL" clId="{0E96C34D-F066-4D44-8866-B6B98CBDDE83}" dt="2023-05-12T08:54:28.072" v="106"/>
          <ac:spMkLst>
            <pc:docMk/>
            <pc:sldMk cId="219528012" sldId="266"/>
            <ac:spMk id="228" creationId="{F5C84E8A-917B-0483-EA49-5497C89C37CB}"/>
          </ac:spMkLst>
        </pc:spChg>
        <pc:spChg chg="add del mod">
          <ac:chgData name="Vincent Straub" userId="cc81dce8-242d-424d-a3c5-7390e8e80d05" providerId="ADAL" clId="{0E96C34D-F066-4D44-8866-B6B98CBDDE83}" dt="2023-05-12T08:54:28.072" v="106"/>
          <ac:spMkLst>
            <pc:docMk/>
            <pc:sldMk cId="219528012" sldId="266"/>
            <ac:spMk id="229" creationId="{EAC8968A-0C37-6A6F-1709-AC3A81B6E7A7}"/>
          </ac:spMkLst>
        </pc:spChg>
        <pc:spChg chg="add del mod">
          <ac:chgData name="Vincent Straub" userId="cc81dce8-242d-424d-a3c5-7390e8e80d05" providerId="ADAL" clId="{0E96C34D-F066-4D44-8866-B6B98CBDDE83}" dt="2023-05-12T08:54:28.072" v="106"/>
          <ac:spMkLst>
            <pc:docMk/>
            <pc:sldMk cId="219528012" sldId="266"/>
            <ac:spMk id="230" creationId="{E54125C8-698E-B698-B5B3-649AECF521A3}"/>
          </ac:spMkLst>
        </pc:spChg>
        <pc:spChg chg="add del mod">
          <ac:chgData name="Vincent Straub" userId="cc81dce8-242d-424d-a3c5-7390e8e80d05" providerId="ADAL" clId="{0E96C34D-F066-4D44-8866-B6B98CBDDE83}" dt="2023-05-12T08:54:28.072" v="106"/>
          <ac:spMkLst>
            <pc:docMk/>
            <pc:sldMk cId="219528012" sldId="266"/>
            <ac:spMk id="231" creationId="{CAFBBE1B-D931-FB65-272E-B202D3987C47}"/>
          </ac:spMkLst>
        </pc:spChg>
        <pc:spChg chg="add del mod">
          <ac:chgData name="Vincent Straub" userId="cc81dce8-242d-424d-a3c5-7390e8e80d05" providerId="ADAL" clId="{0E96C34D-F066-4D44-8866-B6B98CBDDE83}" dt="2023-05-12T08:54:28.072" v="106"/>
          <ac:spMkLst>
            <pc:docMk/>
            <pc:sldMk cId="219528012" sldId="266"/>
            <ac:spMk id="234" creationId="{CF95E1AF-FF0F-824E-743F-DB10BBCF6D72}"/>
          </ac:spMkLst>
        </pc:spChg>
        <pc:spChg chg="add del mod">
          <ac:chgData name="Vincent Straub" userId="cc81dce8-242d-424d-a3c5-7390e8e80d05" providerId="ADAL" clId="{0E96C34D-F066-4D44-8866-B6B98CBDDE83}" dt="2023-05-12T08:54:28.072" v="106"/>
          <ac:spMkLst>
            <pc:docMk/>
            <pc:sldMk cId="219528012" sldId="266"/>
            <ac:spMk id="236" creationId="{21DF0ECF-5A41-FF3F-3843-514C5CE3E6B9}"/>
          </ac:spMkLst>
        </pc:spChg>
        <pc:spChg chg="add del mod">
          <ac:chgData name="Vincent Straub" userId="cc81dce8-242d-424d-a3c5-7390e8e80d05" providerId="ADAL" clId="{0E96C34D-F066-4D44-8866-B6B98CBDDE83}" dt="2023-05-12T08:54:28.072" v="106"/>
          <ac:spMkLst>
            <pc:docMk/>
            <pc:sldMk cId="219528012" sldId="266"/>
            <ac:spMk id="237" creationId="{472FAA1D-F51A-6ACC-22F7-0963358A3FF2}"/>
          </ac:spMkLst>
        </pc:spChg>
        <pc:spChg chg="add del mod">
          <ac:chgData name="Vincent Straub" userId="cc81dce8-242d-424d-a3c5-7390e8e80d05" providerId="ADAL" clId="{0E96C34D-F066-4D44-8866-B6B98CBDDE83}" dt="2023-05-12T08:54:28.072" v="106"/>
          <ac:spMkLst>
            <pc:docMk/>
            <pc:sldMk cId="219528012" sldId="266"/>
            <ac:spMk id="238" creationId="{AF6EC4EA-AE70-5097-63B0-7832BD343AA4}"/>
          </ac:spMkLst>
        </pc:spChg>
        <pc:spChg chg="add del mod">
          <ac:chgData name="Vincent Straub" userId="cc81dce8-242d-424d-a3c5-7390e8e80d05" providerId="ADAL" clId="{0E96C34D-F066-4D44-8866-B6B98CBDDE83}" dt="2023-05-12T08:54:28.072" v="106"/>
          <ac:spMkLst>
            <pc:docMk/>
            <pc:sldMk cId="219528012" sldId="266"/>
            <ac:spMk id="239" creationId="{38821058-D312-BE2F-BDE1-2C5BAAF8CA25}"/>
          </ac:spMkLst>
        </pc:spChg>
        <pc:spChg chg="add del mod">
          <ac:chgData name="Vincent Straub" userId="cc81dce8-242d-424d-a3c5-7390e8e80d05" providerId="ADAL" clId="{0E96C34D-F066-4D44-8866-B6B98CBDDE83}" dt="2023-05-12T08:54:28.072" v="106"/>
          <ac:spMkLst>
            <pc:docMk/>
            <pc:sldMk cId="219528012" sldId="266"/>
            <ac:spMk id="240" creationId="{DCCB5B78-637A-A7D2-7492-BC27FC676C97}"/>
          </ac:spMkLst>
        </pc:spChg>
        <pc:spChg chg="add del mod">
          <ac:chgData name="Vincent Straub" userId="cc81dce8-242d-424d-a3c5-7390e8e80d05" providerId="ADAL" clId="{0E96C34D-F066-4D44-8866-B6B98CBDDE83}" dt="2023-05-12T08:54:28.072" v="106"/>
          <ac:spMkLst>
            <pc:docMk/>
            <pc:sldMk cId="219528012" sldId="266"/>
            <ac:spMk id="241" creationId="{78D5A566-2A82-303E-53CA-5061A5CDC3E3}"/>
          </ac:spMkLst>
        </pc:spChg>
        <pc:spChg chg="add del mod">
          <ac:chgData name="Vincent Straub" userId="cc81dce8-242d-424d-a3c5-7390e8e80d05" providerId="ADAL" clId="{0E96C34D-F066-4D44-8866-B6B98CBDDE83}" dt="2023-05-12T08:54:28.072" v="106"/>
          <ac:spMkLst>
            <pc:docMk/>
            <pc:sldMk cId="219528012" sldId="266"/>
            <ac:spMk id="242" creationId="{7F496A58-DDFA-28A8-F710-55DB567FCDF2}"/>
          </ac:spMkLst>
        </pc:spChg>
        <pc:spChg chg="add del mod">
          <ac:chgData name="Vincent Straub" userId="cc81dce8-242d-424d-a3c5-7390e8e80d05" providerId="ADAL" clId="{0E96C34D-F066-4D44-8866-B6B98CBDDE83}" dt="2023-05-12T08:54:28.072" v="106"/>
          <ac:spMkLst>
            <pc:docMk/>
            <pc:sldMk cId="219528012" sldId="266"/>
            <ac:spMk id="243" creationId="{D5994C2C-D500-960F-70FC-F4CBDDDE4FBE}"/>
          </ac:spMkLst>
        </pc:spChg>
        <pc:spChg chg="add del mod">
          <ac:chgData name="Vincent Straub" userId="cc81dce8-242d-424d-a3c5-7390e8e80d05" providerId="ADAL" clId="{0E96C34D-F066-4D44-8866-B6B98CBDDE83}" dt="2023-05-12T08:54:28.072" v="106"/>
          <ac:spMkLst>
            <pc:docMk/>
            <pc:sldMk cId="219528012" sldId="266"/>
            <ac:spMk id="244" creationId="{1EFF1CE5-881D-796B-AEBE-6A0F58465D60}"/>
          </ac:spMkLst>
        </pc:spChg>
        <pc:spChg chg="add del mod">
          <ac:chgData name="Vincent Straub" userId="cc81dce8-242d-424d-a3c5-7390e8e80d05" providerId="ADAL" clId="{0E96C34D-F066-4D44-8866-B6B98CBDDE83}" dt="2023-05-12T08:54:28.072" v="106"/>
          <ac:spMkLst>
            <pc:docMk/>
            <pc:sldMk cId="219528012" sldId="266"/>
            <ac:spMk id="245" creationId="{1FD2FD69-6D14-7F8F-1EB6-A9224C0719A2}"/>
          </ac:spMkLst>
        </pc:spChg>
        <pc:spChg chg="add del mod">
          <ac:chgData name="Vincent Straub" userId="cc81dce8-242d-424d-a3c5-7390e8e80d05" providerId="ADAL" clId="{0E96C34D-F066-4D44-8866-B6B98CBDDE83}" dt="2023-05-12T08:54:28.072" v="106"/>
          <ac:spMkLst>
            <pc:docMk/>
            <pc:sldMk cId="219528012" sldId="266"/>
            <ac:spMk id="246" creationId="{3E201050-99D3-730A-DA0C-D43706C0434E}"/>
          </ac:spMkLst>
        </pc:spChg>
        <pc:spChg chg="add del mod">
          <ac:chgData name="Vincent Straub" userId="cc81dce8-242d-424d-a3c5-7390e8e80d05" providerId="ADAL" clId="{0E96C34D-F066-4D44-8866-B6B98CBDDE83}" dt="2023-05-12T08:54:28.072" v="106"/>
          <ac:spMkLst>
            <pc:docMk/>
            <pc:sldMk cId="219528012" sldId="266"/>
            <ac:spMk id="247" creationId="{CE999790-551A-456F-4E72-4FD6E400DD9E}"/>
          </ac:spMkLst>
        </pc:spChg>
        <pc:spChg chg="add del mod">
          <ac:chgData name="Vincent Straub" userId="cc81dce8-242d-424d-a3c5-7390e8e80d05" providerId="ADAL" clId="{0E96C34D-F066-4D44-8866-B6B98CBDDE83}" dt="2023-05-12T08:54:28.072" v="106"/>
          <ac:spMkLst>
            <pc:docMk/>
            <pc:sldMk cId="219528012" sldId="266"/>
            <ac:spMk id="248" creationId="{04EEFCE7-CC9C-1A92-3104-E2A3176DE128}"/>
          </ac:spMkLst>
        </pc:spChg>
        <pc:spChg chg="add del mod">
          <ac:chgData name="Vincent Straub" userId="cc81dce8-242d-424d-a3c5-7390e8e80d05" providerId="ADAL" clId="{0E96C34D-F066-4D44-8866-B6B98CBDDE83}" dt="2023-05-12T08:54:28.072" v="106"/>
          <ac:spMkLst>
            <pc:docMk/>
            <pc:sldMk cId="219528012" sldId="266"/>
            <ac:spMk id="249" creationId="{061B9987-F33F-C2DD-BCE8-29705E4C883C}"/>
          </ac:spMkLst>
        </pc:spChg>
        <pc:spChg chg="add del mod">
          <ac:chgData name="Vincent Straub" userId="cc81dce8-242d-424d-a3c5-7390e8e80d05" providerId="ADAL" clId="{0E96C34D-F066-4D44-8866-B6B98CBDDE83}" dt="2023-05-12T08:54:28.072" v="106"/>
          <ac:spMkLst>
            <pc:docMk/>
            <pc:sldMk cId="219528012" sldId="266"/>
            <ac:spMk id="250" creationId="{BBC7E298-70C1-2B90-0932-A928BC9C2778}"/>
          </ac:spMkLst>
        </pc:spChg>
        <pc:spChg chg="add del mod">
          <ac:chgData name="Vincent Straub" userId="cc81dce8-242d-424d-a3c5-7390e8e80d05" providerId="ADAL" clId="{0E96C34D-F066-4D44-8866-B6B98CBDDE83}" dt="2023-05-12T08:54:28.072" v="106"/>
          <ac:spMkLst>
            <pc:docMk/>
            <pc:sldMk cId="219528012" sldId="266"/>
            <ac:spMk id="251" creationId="{4CF777FE-C2E6-A4A6-9840-53089AC5BB6A}"/>
          </ac:spMkLst>
        </pc:spChg>
        <pc:spChg chg="add del mod">
          <ac:chgData name="Vincent Straub" userId="cc81dce8-242d-424d-a3c5-7390e8e80d05" providerId="ADAL" clId="{0E96C34D-F066-4D44-8866-B6B98CBDDE83}" dt="2023-05-12T08:54:28.072" v="106"/>
          <ac:spMkLst>
            <pc:docMk/>
            <pc:sldMk cId="219528012" sldId="266"/>
            <ac:spMk id="252" creationId="{5F608EAB-6B37-EBC3-D997-08DAB42C6F95}"/>
          </ac:spMkLst>
        </pc:spChg>
        <pc:spChg chg="add del mod">
          <ac:chgData name="Vincent Straub" userId="cc81dce8-242d-424d-a3c5-7390e8e80d05" providerId="ADAL" clId="{0E96C34D-F066-4D44-8866-B6B98CBDDE83}" dt="2023-05-12T08:54:28.072" v="106"/>
          <ac:spMkLst>
            <pc:docMk/>
            <pc:sldMk cId="219528012" sldId="266"/>
            <ac:spMk id="253" creationId="{3CDD8821-0252-C3B5-D8C4-5666C1D2E8F9}"/>
          </ac:spMkLst>
        </pc:spChg>
        <pc:spChg chg="add del mod">
          <ac:chgData name="Vincent Straub" userId="cc81dce8-242d-424d-a3c5-7390e8e80d05" providerId="ADAL" clId="{0E96C34D-F066-4D44-8866-B6B98CBDDE83}" dt="2023-05-12T08:54:28.072" v="106"/>
          <ac:spMkLst>
            <pc:docMk/>
            <pc:sldMk cId="219528012" sldId="266"/>
            <ac:spMk id="254" creationId="{22457270-F19D-5C3B-4456-FF149DB5BA9F}"/>
          </ac:spMkLst>
        </pc:spChg>
        <pc:spChg chg="add del mod">
          <ac:chgData name="Vincent Straub" userId="cc81dce8-242d-424d-a3c5-7390e8e80d05" providerId="ADAL" clId="{0E96C34D-F066-4D44-8866-B6B98CBDDE83}" dt="2023-05-12T08:54:28.072" v="106"/>
          <ac:spMkLst>
            <pc:docMk/>
            <pc:sldMk cId="219528012" sldId="266"/>
            <ac:spMk id="255" creationId="{92580E52-B001-CCD6-DEFD-FB8A41C6D5B9}"/>
          </ac:spMkLst>
        </pc:spChg>
        <pc:spChg chg="add del mod">
          <ac:chgData name="Vincent Straub" userId="cc81dce8-242d-424d-a3c5-7390e8e80d05" providerId="ADAL" clId="{0E96C34D-F066-4D44-8866-B6B98CBDDE83}" dt="2023-05-12T08:54:28.072" v="106"/>
          <ac:spMkLst>
            <pc:docMk/>
            <pc:sldMk cId="219528012" sldId="266"/>
            <ac:spMk id="256" creationId="{138C7FB8-B4FF-8133-40F5-5C66C2C1131E}"/>
          </ac:spMkLst>
        </pc:spChg>
        <pc:spChg chg="add del mod">
          <ac:chgData name="Vincent Straub" userId="cc81dce8-242d-424d-a3c5-7390e8e80d05" providerId="ADAL" clId="{0E96C34D-F066-4D44-8866-B6B98CBDDE83}" dt="2023-05-12T08:54:28.072" v="106"/>
          <ac:spMkLst>
            <pc:docMk/>
            <pc:sldMk cId="219528012" sldId="266"/>
            <ac:spMk id="257" creationId="{EA21D09D-DDD0-6BA3-0F48-F65122723E14}"/>
          </ac:spMkLst>
        </pc:spChg>
        <pc:spChg chg="add del mod">
          <ac:chgData name="Vincent Straub" userId="cc81dce8-242d-424d-a3c5-7390e8e80d05" providerId="ADAL" clId="{0E96C34D-F066-4D44-8866-B6B98CBDDE83}" dt="2023-05-12T08:54:28.072" v="106"/>
          <ac:spMkLst>
            <pc:docMk/>
            <pc:sldMk cId="219528012" sldId="266"/>
            <ac:spMk id="258" creationId="{8449CDCD-13AC-F1FE-B23B-1AC8957BF946}"/>
          </ac:spMkLst>
        </pc:spChg>
        <pc:spChg chg="add del mod">
          <ac:chgData name="Vincent Straub" userId="cc81dce8-242d-424d-a3c5-7390e8e80d05" providerId="ADAL" clId="{0E96C34D-F066-4D44-8866-B6B98CBDDE83}" dt="2023-05-12T08:54:28.072" v="106"/>
          <ac:spMkLst>
            <pc:docMk/>
            <pc:sldMk cId="219528012" sldId="266"/>
            <ac:spMk id="259" creationId="{7417B726-A239-2F5B-15AE-90AB0F76444F}"/>
          </ac:spMkLst>
        </pc:spChg>
        <pc:spChg chg="add del mod">
          <ac:chgData name="Vincent Straub" userId="cc81dce8-242d-424d-a3c5-7390e8e80d05" providerId="ADAL" clId="{0E96C34D-F066-4D44-8866-B6B98CBDDE83}" dt="2023-05-12T08:54:28.072" v="106"/>
          <ac:spMkLst>
            <pc:docMk/>
            <pc:sldMk cId="219528012" sldId="266"/>
            <ac:spMk id="260" creationId="{F67529B8-6138-FED4-DF18-BEAC69A4061F}"/>
          </ac:spMkLst>
        </pc:spChg>
        <pc:spChg chg="add del mod">
          <ac:chgData name="Vincent Straub" userId="cc81dce8-242d-424d-a3c5-7390e8e80d05" providerId="ADAL" clId="{0E96C34D-F066-4D44-8866-B6B98CBDDE83}" dt="2023-05-12T08:54:28.072" v="106"/>
          <ac:spMkLst>
            <pc:docMk/>
            <pc:sldMk cId="219528012" sldId="266"/>
            <ac:spMk id="261" creationId="{1F878B92-7373-5E3F-66C5-593822DFA3FD}"/>
          </ac:spMkLst>
        </pc:spChg>
        <pc:spChg chg="add del mod">
          <ac:chgData name="Vincent Straub" userId="cc81dce8-242d-424d-a3c5-7390e8e80d05" providerId="ADAL" clId="{0E96C34D-F066-4D44-8866-B6B98CBDDE83}" dt="2023-05-12T08:54:28.072" v="106"/>
          <ac:spMkLst>
            <pc:docMk/>
            <pc:sldMk cId="219528012" sldId="266"/>
            <ac:spMk id="262" creationId="{AC0996E5-3751-A25A-9DC7-BC44BA5ABC83}"/>
          </ac:spMkLst>
        </pc:spChg>
        <pc:spChg chg="add del mod">
          <ac:chgData name="Vincent Straub" userId="cc81dce8-242d-424d-a3c5-7390e8e80d05" providerId="ADAL" clId="{0E96C34D-F066-4D44-8866-B6B98CBDDE83}" dt="2023-05-12T08:54:28.072" v="106"/>
          <ac:spMkLst>
            <pc:docMk/>
            <pc:sldMk cId="219528012" sldId="266"/>
            <ac:spMk id="263" creationId="{A7660962-C886-5F18-4044-3DA690C778DD}"/>
          </ac:spMkLst>
        </pc:spChg>
        <pc:spChg chg="add del mod">
          <ac:chgData name="Vincent Straub" userId="cc81dce8-242d-424d-a3c5-7390e8e80d05" providerId="ADAL" clId="{0E96C34D-F066-4D44-8866-B6B98CBDDE83}" dt="2023-05-12T08:54:28.072" v="106"/>
          <ac:spMkLst>
            <pc:docMk/>
            <pc:sldMk cId="219528012" sldId="266"/>
            <ac:spMk id="264" creationId="{B68788A7-ECDB-0279-5807-A2438A1775E3}"/>
          </ac:spMkLst>
        </pc:spChg>
        <pc:spChg chg="add del mod">
          <ac:chgData name="Vincent Straub" userId="cc81dce8-242d-424d-a3c5-7390e8e80d05" providerId="ADAL" clId="{0E96C34D-F066-4D44-8866-B6B98CBDDE83}" dt="2023-05-12T08:54:28.072" v="106"/>
          <ac:spMkLst>
            <pc:docMk/>
            <pc:sldMk cId="219528012" sldId="266"/>
            <ac:spMk id="265" creationId="{A7BAB8D3-CA1E-1537-F241-45FD0DEB0989}"/>
          </ac:spMkLst>
        </pc:spChg>
        <pc:spChg chg="add del mod">
          <ac:chgData name="Vincent Straub" userId="cc81dce8-242d-424d-a3c5-7390e8e80d05" providerId="ADAL" clId="{0E96C34D-F066-4D44-8866-B6B98CBDDE83}" dt="2023-05-12T08:54:28.072" v="106"/>
          <ac:spMkLst>
            <pc:docMk/>
            <pc:sldMk cId="219528012" sldId="266"/>
            <ac:spMk id="266" creationId="{FA1A1C93-CEDB-C5A6-5455-4B9E586DAA5A}"/>
          </ac:spMkLst>
        </pc:spChg>
        <pc:spChg chg="add del mod">
          <ac:chgData name="Vincent Straub" userId="cc81dce8-242d-424d-a3c5-7390e8e80d05" providerId="ADAL" clId="{0E96C34D-F066-4D44-8866-B6B98CBDDE83}" dt="2023-05-12T08:54:28.072" v="106"/>
          <ac:spMkLst>
            <pc:docMk/>
            <pc:sldMk cId="219528012" sldId="266"/>
            <ac:spMk id="267" creationId="{3374F483-56AB-F525-1588-A6881127D199}"/>
          </ac:spMkLst>
        </pc:spChg>
        <pc:spChg chg="add del mod">
          <ac:chgData name="Vincent Straub" userId="cc81dce8-242d-424d-a3c5-7390e8e80d05" providerId="ADAL" clId="{0E96C34D-F066-4D44-8866-B6B98CBDDE83}" dt="2023-05-12T08:54:28.072" v="106"/>
          <ac:spMkLst>
            <pc:docMk/>
            <pc:sldMk cId="219528012" sldId="266"/>
            <ac:spMk id="268" creationId="{95AA2259-89D9-8FA8-EFBF-12C0F198935C}"/>
          </ac:spMkLst>
        </pc:spChg>
        <pc:spChg chg="add del mod">
          <ac:chgData name="Vincent Straub" userId="cc81dce8-242d-424d-a3c5-7390e8e80d05" providerId="ADAL" clId="{0E96C34D-F066-4D44-8866-B6B98CBDDE83}" dt="2023-05-12T08:54:28.072" v="106"/>
          <ac:spMkLst>
            <pc:docMk/>
            <pc:sldMk cId="219528012" sldId="266"/>
            <ac:spMk id="269" creationId="{AD4EC1B2-E12C-1634-DBF8-72C64E971ECF}"/>
          </ac:spMkLst>
        </pc:spChg>
        <pc:spChg chg="add del mod">
          <ac:chgData name="Vincent Straub" userId="cc81dce8-242d-424d-a3c5-7390e8e80d05" providerId="ADAL" clId="{0E96C34D-F066-4D44-8866-B6B98CBDDE83}" dt="2023-05-12T08:54:28.072" v="106"/>
          <ac:spMkLst>
            <pc:docMk/>
            <pc:sldMk cId="219528012" sldId="266"/>
            <ac:spMk id="270" creationId="{ECABDD31-50D0-2500-75DA-AEC555E04674}"/>
          </ac:spMkLst>
        </pc:spChg>
        <pc:spChg chg="add del mod">
          <ac:chgData name="Vincent Straub" userId="cc81dce8-242d-424d-a3c5-7390e8e80d05" providerId="ADAL" clId="{0E96C34D-F066-4D44-8866-B6B98CBDDE83}" dt="2023-05-12T08:54:28.072" v="106"/>
          <ac:spMkLst>
            <pc:docMk/>
            <pc:sldMk cId="219528012" sldId="266"/>
            <ac:spMk id="271" creationId="{5239CEF3-77AA-A78D-8216-DAC618DD7FF1}"/>
          </ac:spMkLst>
        </pc:spChg>
        <pc:spChg chg="add del mod">
          <ac:chgData name="Vincent Straub" userId="cc81dce8-242d-424d-a3c5-7390e8e80d05" providerId="ADAL" clId="{0E96C34D-F066-4D44-8866-B6B98CBDDE83}" dt="2023-05-12T08:54:28.072" v="106"/>
          <ac:spMkLst>
            <pc:docMk/>
            <pc:sldMk cId="219528012" sldId="266"/>
            <ac:spMk id="272" creationId="{DDA9245D-6A2A-AEC5-449D-375608368AF0}"/>
          </ac:spMkLst>
        </pc:spChg>
        <pc:spChg chg="add del mod">
          <ac:chgData name="Vincent Straub" userId="cc81dce8-242d-424d-a3c5-7390e8e80d05" providerId="ADAL" clId="{0E96C34D-F066-4D44-8866-B6B98CBDDE83}" dt="2023-05-12T08:54:28.072" v="106"/>
          <ac:spMkLst>
            <pc:docMk/>
            <pc:sldMk cId="219528012" sldId="266"/>
            <ac:spMk id="273" creationId="{9B06EB11-47DE-338D-EAE8-D89D413FA82C}"/>
          </ac:spMkLst>
        </pc:spChg>
        <pc:spChg chg="add del mod">
          <ac:chgData name="Vincent Straub" userId="cc81dce8-242d-424d-a3c5-7390e8e80d05" providerId="ADAL" clId="{0E96C34D-F066-4D44-8866-B6B98CBDDE83}" dt="2023-05-12T08:54:28.072" v="106"/>
          <ac:spMkLst>
            <pc:docMk/>
            <pc:sldMk cId="219528012" sldId="266"/>
            <ac:spMk id="274" creationId="{A6219DB1-CA60-AD51-A341-F3ABE6ADB962}"/>
          </ac:spMkLst>
        </pc:spChg>
        <pc:spChg chg="add del mod">
          <ac:chgData name="Vincent Straub" userId="cc81dce8-242d-424d-a3c5-7390e8e80d05" providerId="ADAL" clId="{0E96C34D-F066-4D44-8866-B6B98CBDDE83}" dt="2023-05-12T08:54:28.072" v="106"/>
          <ac:spMkLst>
            <pc:docMk/>
            <pc:sldMk cId="219528012" sldId="266"/>
            <ac:spMk id="275" creationId="{1857C9CF-2E91-7738-AEFA-0E64DF4F9471}"/>
          </ac:spMkLst>
        </pc:spChg>
        <pc:spChg chg="add del mod">
          <ac:chgData name="Vincent Straub" userId="cc81dce8-242d-424d-a3c5-7390e8e80d05" providerId="ADAL" clId="{0E96C34D-F066-4D44-8866-B6B98CBDDE83}" dt="2023-05-12T08:54:28.072" v="106"/>
          <ac:spMkLst>
            <pc:docMk/>
            <pc:sldMk cId="219528012" sldId="266"/>
            <ac:spMk id="276" creationId="{AE169D5A-33ED-1D00-70DA-700531E75030}"/>
          </ac:spMkLst>
        </pc:spChg>
        <pc:spChg chg="add del mod">
          <ac:chgData name="Vincent Straub" userId="cc81dce8-242d-424d-a3c5-7390e8e80d05" providerId="ADAL" clId="{0E96C34D-F066-4D44-8866-B6B98CBDDE83}" dt="2023-05-12T08:54:28.072" v="106"/>
          <ac:spMkLst>
            <pc:docMk/>
            <pc:sldMk cId="219528012" sldId="266"/>
            <ac:spMk id="277" creationId="{6372819E-4F8D-585E-2840-E4044FED26CB}"/>
          </ac:spMkLst>
        </pc:spChg>
        <pc:spChg chg="add del mod">
          <ac:chgData name="Vincent Straub" userId="cc81dce8-242d-424d-a3c5-7390e8e80d05" providerId="ADAL" clId="{0E96C34D-F066-4D44-8866-B6B98CBDDE83}" dt="2023-05-12T08:54:28.072" v="106"/>
          <ac:spMkLst>
            <pc:docMk/>
            <pc:sldMk cId="219528012" sldId="266"/>
            <ac:spMk id="278" creationId="{629C8D64-19B1-5C3C-3D0F-7AF5DCBFA417}"/>
          </ac:spMkLst>
        </pc:spChg>
        <pc:spChg chg="add del mod">
          <ac:chgData name="Vincent Straub" userId="cc81dce8-242d-424d-a3c5-7390e8e80d05" providerId="ADAL" clId="{0E96C34D-F066-4D44-8866-B6B98CBDDE83}" dt="2023-05-12T08:54:28.072" v="106"/>
          <ac:spMkLst>
            <pc:docMk/>
            <pc:sldMk cId="219528012" sldId="266"/>
            <ac:spMk id="279" creationId="{4C8BB6D6-E291-767D-0906-9886DDBAAC94}"/>
          </ac:spMkLst>
        </pc:spChg>
        <pc:spChg chg="add del mod">
          <ac:chgData name="Vincent Straub" userId="cc81dce8-242d-424d-a3c5-7390e8e80d05" providerId="ADAL" clId="{0E96C34D-F066-4D44-8866-B6B98CBDDE83}" dt="2023-05-12T08:54:28.072" v="106"/>
          <ac:spMkLst>
            <pc:docMk/>
            <pc:sldMk cId="219528012" sldId="266"/>
            <ac:spMk id="280" creationId="{BB56466A-876E-A476-B79B-BB6485828345}"/>
          </ac:spMkLst>
        </pc:spChg>
        <pc:spChg chg="add del mod">
          <ac:chgData name="Vincent Straub" userId="cc81dce8-242d-424d-a3c5-7390e8e80d05" providerId="ADAL" clId="{0E96C34D-F066-4D44-8866-B6B98CBDDE83}" dt="2023-05-12T08:54:28.072" v="106"/>
          <ac:spMkLst>
            <pc:docMk/>
            <pc:sldMk cId="219528012" sldId="266"/>
            <ac:spMk id="281" creationId="{2554113C-3078-E70F-A86F-EA73444BDE1D}"/>
          </ac:spMkLst>
        </pc:spChg>
        <pc:spChg chg="add del mod">
          <ac:chgData name="Vincent Straub" userId="cc81dce8-242d-424d-a3c5-7390e8e80d05" providerId="ADAL" clId="{0E96C34D-F066-4D44-8866-B6B98CBDDE83}" dt="2023-05-12T08:54:28.072" v="106"/>
          <ac:spMkLst>
            <pc:docMk/>
            <pc:sldMk cId="219528012" sldId="266"/>
            <ac:spMk id="282" creationId="{109A137F-D969-6360-F984-D5DDB100AF40}"/>
          </ac:spMkLst>
        </pc:spChg>
        <pc:spChg chg="add del mod">
          <ac:chgData name="Vincent Straub" userId="cc81dce8-242d-424d-a3c5-7390e8e80d05" providerId="ADAL" clId="{0E96C34D-F066-4D44-8866-B6B98CBDDE83}" dt="2023-05-12T08:54:28.072" v="106"/>
          <ac:spMkLst>
            <pc:docMk/>
            <pc:sldMk cId="219528012" sldId="266"/>
            <ac:spMk id="283" creationId="{499A407D-026E-6870-D678-431E2F1DE55A}"/>
          </ac:spMkLst>
        </pc:spChg>
        <pc:spChg chg="add del mod">
          <ac:chgData name="Vincent Straub" userId="cc81dce8-242d-424d-a3c5-7390e8e80d05" providerId="ADAL" clId="{0E96C34D-F066-4D44-8866-B6B98CBDDE83}" dt="2023-05-12T08:54:28.072" v="106"/>
          <ac:spMkLst>
            <pc:docMk/>
            <pc:sldMk cId="219528012" sldId="266"/>
            <ac:spMk id="284" creationId="{992836B4-EEF5-8908-4F19-10D48DDD813C}"/>
          </ac:spMkLst>
        </pc:spChg>
        <pc:spChg chg="add del mod">
          <ac:chgData name="Vincent Straub" userId="cc81dce8-242d-424d-a3c5-7390e8e80d05" providerId="ADAL" clId="{0E96C34D-F066-4D44-8866-B6B98CBDDE83}" dt="2023-05-12T08:54:28.072" v="106"/>
          <ac:spMkLst>
            <pc:docMk/>
            <pc:sldMk cId="219528012" sldId="266"/>
            <ac:spMk id="285" creationId="{6C3E650D-27BA-86EC-04B3-1DFEF6DDC3FB}"/>
          </ac:spMkLst>
        </pc:spChg>
        <pc:spChg chg="add del mod">
          <ac:chgData name="Vincent Straub" userId="cc81dce8-242d-424d-a3c5-7390e8e80d05" providerId="ADAL" clId="{0E96C34D-F066-4D44-8866-B6B98CBDDE83}" dt="2023-05-12T08:54:28.072" v="106"/>
          <ac:spMkLst>
            <pc:docMk/>
            <pc:sldMk cId="219528012" sldId="266"/>
            <ac:spMk id="286" creationId="{1236F3CA-EC58-8318-4095-28B7EE8B40CC}"/>
          </ac:spMkLst>
        </pc:spChg>
        <pc:spChg chg="add del mod">
          <ac:chgData name="Vincent Straub" userId="cc81dce8-242d-424d-a3c5-7390e8e80d05" providerId="ADAL" clId="{0E96C34D-F066-4D44-8866-B6B98CBDDE83}" dt="2023-05-12T08:54:28.072" v="106"/>
          <ac:spMkLst>
            <pc:docMk/>
            <pc:sldMk cId="219528012" sldId="266"/>
            <ac:spMk id="287" creationId="{597AA0F5-EFA5-2DA3-5F40-C39A17D0B4E7}"/>
          </ac:spMkLst>
        </pc:spChg>
        <pc:spChg chg="add del mod">
          <ac:chgData name="Vincent Straub" userId="cc81dce8-242d-424d-a3c5-7390e8e80d05" providerId="ADAL" clId="{0E96C34D-F066-4D44-8866-B6B98CBDDE83}" dt="2023-05-12T08:54:28.072" v="106"/>
          <ac:spMkLst>
            <pc:docMk/>
            <pc:sldMk cId="219528012" sldId="266"/>
            <ac:spMk id="288" creationId="{03690DD3-5459-A4CD-A952-5CFEEB2494C3}"/>
          </ac:spMkLst>
        </pc:spChg>
        <pc:spChg chg="add del mod">
          <ac:chgData name="Vincent Straub" userId="cc81dce8-242d-424d-a3c5-7390e8e80d05" providerId="ADAL" clId="{0E96C34D-F066-4D44-8866-B6B98CBDDE83}" dt="2023-05-12T08:54:28.072" v="106"/>
          <ac:spMkLst>
            <pc:docMk/>
            <pc:sldMk cId="219528012" sldId="266"/>
            <ac:spMk id="289" creationId="{7DF6BA30-646C-79CD-B00C-3E02DD9ED5E4}"/>
          </ac:spMkLst>
        </pc:spChg>
        <pc:spChg chg="add del mod">
          <ac:chgData name="Vincent Straub" userId="cc81dce8-242d-424d-a3c5-7390e8e80d05" providerId="ADAL" clId="{0E96C34D-F066-4D44-8866-B6B98CBDDE83}" dt="2023-05-12T08:54:28.072" v="106"/>
          <ac:spMkLst>
            <pc:docMk/>
            <pc:sldMk cId="219528012" sldId="266"/>
            <ac:spMk id="290" creationId="{2814ABD2-A3EB-7F19-EB57-A6062E475B7B}"/>
          </ac:spMkLst>
        </pc:spChg>
        <pc:spChg chg="add del mod">
          <ac:chgData name="Vincent Straub" userId="cc81dce8-242d-424d-a3c5-7390e8e80d05" providerId="ADAL" clId="{0E96C34D-F066-4D44-8866-B6B98CBDDE83}" dt="2023-05-12T08:54:28.072" v="106"/>
          <ac:spMkLst>
            <pc:docMk/>
            <pc:sldMk cId="219528012" sldId="266"/>
            <ac:spMk id="291" creationId="{9A6D0B2A-4C3A-EC6A-59DC-2C8EA83E71BB}"/>
          </ac:spMkLst>
        </pc:spChg>
        <pc:spChg chg="add del mod">
          <ac:chgData name="Vincent Straub" userId="cc81dce8-242d-424d-a3c5-7390e8e80d05" providerId="ADAL" clId="{0E96C34D-F066-4D44-8866-B6B98CBDDE83}" dt="2023-05-12T08:54:28.072" v="106"/>
          <ac:spMkLst>
            <pc:docMk/>
            <pc:sldMk cId="219528012" sldId="266"/>
            <ac:spMk id="292" creationId="{7261D379-1032-21E9-82BC-F64D6E78DE61}"/>
          </ac:spMkLst>
        </pc:spChg>
        <pc:spChg chg="add del mod">
          <ac:chgData name="Vincent Straub" userId="cc81dce8-242d-424d-a3c5-7390e8e80d05" providerId="ADAL" clId="{0E96C34D-F066-4D44-8866-B6B98CBDDE83}" dt="2023-05-12T08:54:28.072" v="106"/>
          <ac:spMkLst>
            <pc:docMk/>
            <pc:sldMk cId="219528012" sldId="266"/>
            <ac:spMk id="293" creationId="{FFC2F34A-7150-3F23-F6A5-F793E2C52BA8}"/>
          </ac:spMkLst>
        </pc:spChg>
        <pc:spChg chg="add del mod">
          <ac:chgData name="Vincent Straub" userId="cc81dce8-242d-424d-a3c5-7390e8e80d05" providerId="ADAL" clId="{0E96C34D-F066-4D44-8866-B6B98CBDDE83}" dt="2023-05-12T08:54:28.072" v="106"/>
          <ac:spMkLst>
            <pc:docMk/>
            <pc:sldMk cId="219528012" sldId="266"/>
            <ac:spMk id="295" creationId="{D85C9911-072E-2096-8835-4B6A15432008}"/>
          </ac:spMkLst>
        </pc:spChg>
        <pc:spChg chg="add del mod">
          <ac:chgData name="Vincent Straub" userId="cc81dce8-242d-424d-a3c5-7390e8e80d05" providerId="ADAL" clId="{0E96C34D-F066-4D44-8866-B6B98CBDDE83}" dt="2023-05-12T08:54:28.072" v="106"/>
          <ac:spMkLst>
            <pc:docMk/>
            <pc:sldMk cId="219528012" sldId="266"/>
            <ac:spMk id="296" creationId="{24C1F8CA-BDCD-D936-5BD5-3D82DBE70B09}"/>
          </ac:spMkLst>
        </pc:spChg>
        <pc:spChg chg="add del mod">
          <ac:chgData name="Vincent Straub" userId="cc81dce8-242d-424d-a3c5-7390e8e80d05" providerId="ADAL" clId="{0E96C34D-F066-4D44-8866-B6B98CBDDE83}" dt="2023-05-12T08:54:28.072" v="106"/>
          <ac:spMkLst>
            <pc:docMk/>
            <pc:sldMk cId="219528012" sldId="266"/>
            <ac:spMk id="297" creationId="{F27104D4-BBAD-4A0E-434D-33CC6A614783}"/>
          </ac:spMkLst>
        </pc:spChg>
        <pc:spChg chg="add del mod">
          <ac:chgData name="Vincent Straub" userId="cc81dce8-242d-424d-a3c5-7390e8e80d05" providerId="ADAL" clId="{0E96C34D-F066-4D44-8866-B6B98CBDDE83}" dt="2023-05-12T08:54:28.072" v="106"/>
          <ac:spMkLst>
            <pc:docMk/>
            <pc:sldMk cId="219528012" sldId="266"/>
            <ac:spMk id="298" creationId="{1B566318-B21A-C84B-6AD0-00FF2BC3F7B3}"/>
          </ac:spMkLst>
        </pc:spChg>
        <pc:spChg chg="add del mod">
          <ac:chgData name="Vincent Straub" userId="cc81dce8-242d-424d-a3c5-7390e8e80d05" providerId="ADAL" clId="{0E96C34D-F066-4D44-8866-B6B98CBDDE83}" dt="2023-05-12T08:54:28.072" v="106"/>
          <ac:spMkLst>
            <pc:docMk/>
            <pc:sldMk cId="219528012" sldId="266"/>
            <ac:spMk id="299" creationId="{6113C1CC-7693-4F2F-805B-F609EA8D226E}"/>
          </ac:spMkLst>
        </pc:spChg>
        <pc:spChg chg="add del mod">
          <ac:chgData name="Vincent Straub" userId="cc81dce8-242d-424d-a3c5-7390e8e80d05" providerId="ADAL" clId="{0E96C34D-F066-4D44-8866-B6B98CBDDE83}" dt="2023-05-12T08:54:28.072" v="106"/>
          <ac:spMkLst>
            <pc:docMk/>
            <pc:sldMk cId="219528012" sldId="266"/>
            <ac:spMk id="300" creationId="{C1598907-1F35-E67C-2B7C-AC76B717D962}"/>
          </ac:spMkLst>
        </pc:spChg>
        <pc:spChg chg="add del mod">
          <ac:chgData name="Vincent Straub" userId="cc81dce8-242d-424d-a3c5-7390e8e80d05" providerId="ADAL" clId="{0E96C34D-F066-4D44-8866-B6B98CBDDE83}" dt="2023-05-12T08:54:28.072" v="106"/>
          <ac:spMkLst>
            <pc:docMk/>
            <pc:sldMk cId="219528012" sldId="266"/>
            <ac:spMk id="301" creationId="{34D7B3B3-D407-1507-F7A5-61416C2B5DCD}"/>
          </ac:spMkLst>
        </pc:spChg>
        <pc:spChg chg="add del mod">
          <ac:chgData name="Vincent Straub" userId="cc81dce8-242d-424d-a3c5-7390e8e80d05" providerId="ADAL" clId="{0E96C34D-F066-4D44-8866-B6B98CBDDE83}" dt="2023-05-12T08:54:28.072" v="106"/>
          <ac:spMkLst>
            <pc:docMk/>
            <pc:sldMk cId="219528012" sldId="266"/>
            <ac:spMk id="302" creationId="{279C8719-B0C8-AE71-C0A6-6BD3D3DA2185}"/>
          </ac:spMkLst>
        </pc:spChg>
        <pc:spChg chg="add del mod">
          <ac:chgData name="Vincent Straub" userId="cc81dce8-242d-424d-a3c5-7390e8e80d05" providerId="ADAL" clId="{0E96C34D-F066-4D44-8866-B6B98CBDDE83}" dt="2023-05-12T08:54:28.072" v="106"/>
          <ac:spMkLst>
            <pc:docMk/>
            <pc:sldMk cId="219528012" sldId="266"/>
            <ac:spMk id="303" creationId="{607E48CE-FDCC-9B14-D83A-5DA8D38C3B64}"/>
          </ac:spMkLst>
        </pc:spChg>
        <pc:spChg chg="add del mod">
          <ac:chgData name="Vincent Straub" userId="cc81dce8-242d-424d-a3c5-7390e8e80d05" providerId="ADAL" clId="{0E96C34D-F066-4D44-8866-B6B98CBDDE83}" dt="2023-05-12T08:54:28.072" v="106"/>
          <ac:spMkLst>
            <pc:docMk/>
            <pc:sldMk cId="219528012" sldId="266"/>
            <ac:spMk id="304" creationId="{6C320620-D312-835F-61CD-8EF97C7D3CB9}"/>
          </ac:spMkLst>
        </pc:spChg>
        <pc:spChg chg="add del mod">
          <ac:chgData name="Vincent Straub" userId="cc81dce8-242d-424d-a3c5-7390e8e80d05" providerId="ADAL" clId="{0E96C34D-F066-4D44-8866-B6B98CBDDE83}" dt="2023-05-12T08:54:28.072" v="106"/>
          <ac:spMkLst>
            <pc:docMk/>
            <pc:sldMk cId="219528012" sldId="266"/>
            <ac:spMk id="305" creationId="{F28E2D66-ADF2-2D1F-0862-0E8BF096CFDA}"/>
          </ac:spMkLst>
        </pc:spChg>
        <pc:spChg chg="add del mod">
          <ac:chgData name="Vincent Straub" userId="cc81dce8-242d-424d-a3c5-7390e8e80d05" providerId="ADAL" clId="{0E96C34D-F066-4D44-8866-B6B98CBDDE83}" dt="2023-05-12T08:54:28.072" v="106"/>
          <ac:spMkLst>
            <pc:docMk/>
            <pc:sldMk cId="219528012" sldId="266"/>
            <ac:spMk id="306" creationId="{7842EF27-12C5-7E30-00C3-45CF607964E1}"/>
          </ac:spMkLst>
        </pc:spChg>
        <pc:spChg chg="add del mod">
          <ac:chgData name="Vincent Straub" userId="cc81dce8-242d-424d-a3c5-7390e8e80d05" providerId="ADAL" clId="{0E96C34D-F066-4D44-8866-B6B98CBDDE83}" dt="2023-05-12T08:54:28.072" v="106"/>
          <ac:spMkLst>
            <pc:docMk/>
            <pc:sldMk cId="219528012" sldId="266"/>
            <ac:spMk id="307" creationId="{B702F914-C76B-0C2D-9820-140D4325132E}"/>
          </ac:spMkLst>
        </pc:spChg>
        <pc:spChg chg="add del mod">
          <ac:chgData name="Vincent Straub" userId="cc81dce8-242d-424d-a3c5-7390e8e80d05" providerId="ADAL" clId="{0E96C34D-F066-4D44-8866-B6B98CBDDE83}" dt="2023-05-12T08:54:28.072" v="106"/>
          <ac:spMkLst>
            <pc:docMk/>
            <pc:sldMk cId="219528012" sldId="266"/>
            <ac:spMk id="308" creationId="{C111873E-6B4B-4CF7-25E0-9A30D93EAE1D}"/>
          </ac:spMkLst>
        </pc:spChg>
        <pc:spChg chg="add del mod">
          <ac:chgData name="Vincent Straub" userId="cc81dce8-242d-424d-a3c5-7390e8e80d05" providerId="ADAL" clId="{0E96C34D-F066-4D44-8866-B6B98CBDDE83}" dt="2023-05-12T08:54:28.072" v="106"/>
          <ac:spMkLst>
            <pc:docMk/>
            <pc:sldMk cId="219528012" sldId="266"/>
            <ac:spMk id="309" creationId="{19856145-A11B-943D-BA23-2D844ECA8E09}"/>
          </ac:spMkLst>
        </pc:spChg>
        <pc:spChg chg="add del mod">
          <ac:chgData name="Vincent Straub" userId="cc81dce8-242d-424d-a3c5-7390e8e80d05" providerId="ADAL" clId="{0E96C34D-F066-4D44-8866-B6B98CBDDE83}" dt="2023-05-12T08:54:28.072" v="106"/>
          <ac:spMkLst>
            <pc:docMk/>
            <pc:sldMk cId="219528012" sldId="266"/>
            <ac:spMk id="310" creationId="{B2CE6BD1-E1CE-A89F-D16E-BF74C247F801}"/>
          </ac:spMkLst>
        </pc:spChg>
        <pc:spChg chg="add del mod">
          <ac:chgData name="Vincent Straub" userId="cc81dce8-242d-424d-a3c5-7390e8e80d05" providerId="ADAL" clId="{0E96C34D-F066-4D44-8866-B6B98CBDDE83}" dt="2023-05-12T08:54:28.072" v="106"/>
          <ac:spMkLst>
            <pc:docMk/>
            <pc:sldMk cId="219528012" sldId="266"/>
            <ac:spMk id="311" creationId="{CDF02CD7-D42F-63A3-D51B-0C03181D57B6}"/>
          </ac:spMkLst>
        </pc:spChg>
        <pc:spChg chg="add del mod">
          <ac:chgData name="Vincent Straub" userId="cc81dce8-242d-424d-a3c5-7390e8e80d05" providerId="ADAL" clId="{0E96C34D-F066-4D44-8866-B6B98CBDDE83}" dt="2023-05-12T08:54:28.072" v="106"/>
          <ac:spMkLst>
            <pc:docMk/>
            <pc:sldMk cId="219528012" sldId="266"/>
            <ac:spMk id="312" creationId="{F067019C-006B-FE9B-7F62-AB5262946500}"/>
          </ac:spMkLst>
        </pc:spChg>
        <pc:spChg chg="add del mod">
          <ac:chgData name="Vincent Straub" userId="cc81dce8-242d-424d-a3c5-7390e8e80d05" providerId="ADAL" clId="{0E96C34D-F066-4D44-8866-B6B98CBDDE83}" dt="2023-05-12T08:54:28.072" v="106"/>
          <ac:spMkLst>
            <pc:docMk/>
            <pc:sldMk cId="219528012" sldId="266"/>
            <ac:spMk id="313" creationId="{A633BCBF-8B07-B871-D16E-2319BD118BB5}"/>
          </ac:spMkLst>
        </pc:spChg>
        <pc:spChg chg="add del mod">
          <ac:chgData name="Vincent Straub" userId="cc81dce8-242d-424d-a3c5-7390e8e80d05" providerId="ADAL" clId="{0E96C34D-F066-4D44-8866-B6B98CBDDE83}" dt="2023-05-12T08:54:28.072" v="106"/>
          <ac:spMkLst>
            <pc:docMk/>
            <pc:sldMk cId="219528012" sldId="266"/>
            <ac:spMk id="314" creationId="{9C26939B-9594-85F1-BF59-824FBA3CAC4A}"/>
          </ac:spMkLst>
        </pc:spChg>
        <pc:spChg chg="add del mod">
          <ac:chgData name="Vincent Straub" userId="cc81dce8-242d-424d-a3c5-7390e8e80d05" providerId="ADAL" clId="{0E96C34D-F066-4D44-8866-B6B98CBDDE83}" dt="2023-05-12T08:54:28.072" v="106"/>
          <ac:spMkLst>
            <pc:docMk/>
            <pc:sldMk cId="219528012" sldId="266"/>
            <ac:spMk id="315" creationId="{743A0E5E-A0FB-987C-2C2C-540F50A981BE}"/>
          </ac:spMkLst>
        </pc:spChg>
        <pc:spChg chg="add del mod">
          <ac:chgData name="Vincent Straub" userId="cc81dce8-242d-424d-a3c5-7390e8e80d05" providerId="ADAL" clId="{0E96C34D-F066-4D44-8866-B6B98CBDDE83}" dt="2023-05-12T08:54:28.072" v="106"/>
          <ac:spMkLst>
            <pc:docMk/>
            <pc:sldMk cId="219528012" sldId="266"/>
            <ac:spMk id="316" creationId="{AA05BEB5-BEF0-ED9A-1B65-BA877331FA39}"/>
          </ac:spMkLst>
        </pc:spChg>
        <pc:spChg chg="add del mod">
          <ac:chgData name="Vincent Straub" userId="cc81dce8-242d-424d-a3c5-7390e8e80d05" providerId="ADAL" clId="{0E96C34D-F066-4D44-8866-B6B98CBDDE83}" dt="2023-05-12T08:54:28.072" v="106"/>
          <ac:spMkLst>
            <pc:docMk/>
            <pc:sldMk cId="219528012" sldId="266"/>
            <ac:spMk id="317" creationId="{631629D8-86D9-3070-FD28-8956FB4A475C}"/>
          </ac:spMkLst>
        </pc:spChg>
        <pc:spChg chg="add del mod">
          <ac:chgData name="Vincent Straub" userId="cc81dce8-242d-424d-a3c5-7390e8e80d05" providerId="ADAL" clId="{0E96C34D-F066-4D44-8866-B6B98CBDDE83}" dt="2023-05-12T08:54:28.072" v="106"/>
          <ac:spMkLst>
            <pc:docMk/>
            <pc:sldMk cId="219528012" sldId="266"/>
            <ac:spMk id="318" creationId="{F1792AD2-37C1-203F-B586-74D1A4959016}"/>
          </ac:spMkLst>
        </pc:spChg>
        <pc:spChg chg="add del mod">
          <ac:chgData name="Vincent Straub" userId="cc81dce8-242d-424d-a3c5-7390e8e80d05" providerId="ADAL" clId="{0E96C34D-F066-4D44-8866-B6B98CBDDE83}" dt="2023-05-12T08:54:28.072" v="106"/>
          <ac:spMkLst>
            <pc:docMk/>
            <pc:sldMk cId="219528012" sldId="266"/>
            <ac:spMk id="319" creationId="{01082807-5E41-7D6B-C2D0-515E3A8A4E22}"/>
          </ac:spMkLst>
        </pc:spChg>
        <pc:spChg chg="add del mod">
          <ac:chgData name="Vincent Straub" userId="cc81dce8-242d-424d-a3c5-7390e8e80d05" providerId="ADAL" clId="{0E96C34D-F066-4D44-8866-B6B98CBDDE83}" dt="2023-05-12T08:54:28.072" v="106"/>
          <ac:spMkLst>
            <pc:docMk/>
            <pc:sldMk cId="219528012" sldId="266"/>
            <ac:spMk id="320" creationId="{414F5317-024E-FA04-124F-E9B657515ECF}"/>
          </ac:spMkLst>
        </pc:spChg>
        <pc:spChg chg="add del mod">
          <ac:chgData name="Vincent Straub" userId="cc81dce8-242d-424d-a3c5-7390e8e80d05" providerId="ADAL" clId="{0E96C34D-F066-4D44-8866-B6B98CBDDE83}" dt="2023-05-12T08:54:28.072" v="106"/>
          <ac:spMkLst>
            <pc:docMk/>
            <pc:sldMk cId="219528012" sldId="266"/>
            <ac:spMk id="321" creationId="{460B3266-6525-618C-1540-DDD05897C004}"/>
          </ac:spMkLst>
        </pc:spChg>
        <pc:spChg chg="add del mod">
          <ac:chgData name="Vincent Straub" userId="cc81dce8-242d-424d-a3c5-7390e8e80d05" providerId="ADAL" clId="{0E96C34D-F066-4D44-8866-B6B98CBDDE83}" dt="2023-05-12T08:54:28.072" v="106"/>
          <ac:spMkLst>
            <pc:docMk/>
            <pc:sldMk cId="219528012" sldId="266"/>
            <ac:spMk id="322" creationId="{E96F31A7-E968-3054-2643-EFFE62BEC992}"/>
          </ac:spMkLst>
        </pc:spChg>
        <pc:spChg chg="add del mod">
          <ac:chgData name="Vincent Straub" userId="cc81dce8-242d-424d-a3c5-7390e8e80d05" providerId="ADAL" clId="{0E96C34D-F066-4D44-8866-B6B98CBDDE83}" dt="2023-05-12T08:54:28.072" v="106"/>
          <ac:spMkLst>
            <pc:docMk/>
            <pc:sldMk cId="219528012" sldId="266"/>
            <ac:spMk id="323" creationId="{5188402D-EDF0-E35C-5FC6-59CCB55DD4D0}"/>
          </ac:spMkLst>
        </pc:spChg>
        <pc:spChg chg="add del mod">
          <ac:chgData name="Vincent Straub" userId="cc81dce8-242d-424d-a3c5-7390e8e80d05" providerId="ADAL" clId="{0E96C34D-F066-4D44-8866-B6B98CBDDE83}" dt="2023-05-12T08:54:28.072" v="106"/>
          <ac:spMkLst>
            <pc:docMk/>
            <pc:sldMk cId="219528012" sldId="266"/>
            <ac:spMk id="324" creationId="{D39774B9-4238-E4DC-E2BF-191CAB3D5093}"/>
          </ac:spMkLst>
        </pc:spChg>
        <pc:spChg chg="add del mod">
          <ac:chgData name="Vincent Straub" userId="cc81dce8-242d-424d-a3c5-7390e8e80d05" providerId="ADAL" clId="{0E96C34D-F066-4D44-8866-B6B98CBDDE83}" dt="2023-05-12T08:54:28.072" v="106"/>
          <ac:spMkLst>
            <pc:docMk/>
            <pc:sldMk cId="219528012" sldId="266"/>
            <ac:spMk id="325" creationId="{930EF98E-FA92-15DD-FF2B-FD1F9D98B920}"/>
          </ac:spMkLst>
        </pc:spChg>
        <pc:spChg chg="add del mod">
          <ac:chgData name="Vincent Straub" userId="cc81dce8-242d-424d-a3c5-7390e8e80d05" providerId="ADAL" clId="{0E96C34D-F066-4D44-8866-B6B98CBDDE83}" dt="2023-05-12T08:54:28.072" v="106"/>
          <ac:spMkLst>
            <pc:docMk/>
            <pc:sldMk cId="219528012" sldId="266"/>
            <ac:spMk id="326" creationId="{EDD3E051-5AE6-ED76-A886-008D691FF68A}"/>
          </ac:spMkLst>
        </pc:spChg>
        <pc:spChg chg="add del mod">
          <ac:chgData name="Vincent Straub" userId="cc81dce8-242d-424d-a3c5-7390e8e80d05" providerId="ADAL" clId="{0E96C34D-F066-4D44-8866-B6B98CBDDE83}" dt="2023-05-12T08:54:28.072" v="106"/>
          <ac:spMkLst>
            <pc:docMk/>
            <pc:sldMk cId="219528012" sldId="266"/>
            <ac:spMk id="327" creationId="{32D0B1B4-9B17-B341-D9B4-922DBCAD9D64}"/>
          </ac:spMkLst>
        </pc:spChg>
        <pc:spChg chg="add del mod">
          <ac:chgData name="Vincent Straub" userId="cc81dce8-242d-424d-a3c5-7390e8e80d05" providerId="ADAL" clId="{0E96C34D-F066-4D44-8866-B6B98CBDDE83}" dt="2023-05-12T08:54:28.072" v="106"/>
          <ac:spMkLst>
            <pc:docMk/>
            <pc:sldMk cId="219528012" sldId="266"/>
            <ac:spMk id="329" creationId="{DF1CE80D-6855-3351-DBA4-065C6640CEC9}"/>
          </ac:spMkLst>
        </pc:spChg>
        <pc:spChg chg="add del mod">
          <ac:chgData name="Vincent Straub" userId="cc81dce8-242d-424d-a3c5-7390e8e80d05" providerId="ADAL" clId="{0E96C34D-F066-4D44-8866-B6B98CBDDE83}" dt="2023-05-12T08:54:28.072" v="106"/>
          <ac:spMkLst>
            <pc:docMk/>
            <pc:sldMk cId="219528012" sldId="266"/>
            <ac:spMk id="330" creationId="{A563301F-CD47-4B4A-C1F0-0A23D458CDB7}"/>
          </ac:spMkLst>
        </pc:spChg>
        <pc:spChg chg="add del mod">
          <ac:chgData name="Vincent Straub" userId="cc81dce8-242d-424d-a3c5-7390e8e80d05" providerId="ADAL" clId="{0E96C34D-F066-4D44-8866-B6B98CBDDE83}" dt="2023-05-12T08:54:28.072" v="106"/>
          <ac:spMkLst>
            <pc:docMk/>
            <pc:sldMk cId="219528012" sldId="266"/>
            <ac:spMk id="332" creationId="{C9895C8C-6FE4-57D2-3549-99A76E108207}"/>
          </ac:spMkLst>
        </pc:spChg>
        <pc:spChg chg="add del mod">
          <ac:chgData name="Vincent Straub" userId="cc81dce8-242d-424d-a3c5-7390e8e80d05" providerId="ADAL" clId="{0E96C34D-F066-4D44-8866-B6B98CBDDE83}" dt="2023-05-12T08:54:28.072" v="106"/>
          <ac:spMkLst>
            <pc:docMk/>
            <pc:sldMk cId="219528012" sldId="266"/>
            <ac:spMk id="333" creationId="{0783BBE1-FC42-C988-8725-AFDE3D6C234C}"/>
          </ac:spMkLst>
        </pc:spChg>
        <pc:spChg chg="add del mod">
          <ac:chgData name="Vincent Straub" userId="cc81dce8-242d-424d-a3c5-7390e8e80d05" providerId="ADAL" clId="{0E96C34D-F066-4D44-8866-B6B98CBDDE83}" dt="2023-05-12T08:54:28.072" v="106"/>
          <ac:spMkLst>
            <pc:docMk/>
            <pc:sldMk cId="219528012" sldId="266"/>
            <ac:spMk id="334" creationId="{DAC58861-0292-2942-FEFA-1331D547196F}"/>
          </ac:spMkLst>
        </pc:spChg>
        <pc:spChg chg="add del mod">
          <ac:chgData name="Vincent Straub" userId="cc81dce8-242d-424d-a3c5-7390e8e80d05" providerId="ADAL" clId="{0E96C34D-F066-4D44-8866-B6B98CBDDE83}" dt="2023-05-12T08:54:28.072" v="106"/>
          <ac:spMkLst>
            <pc:docMk/>
            <pc:sldMk cId="219528012" sldId="266"/>
            <ac:spMk id="335" creationId="{A2860CA3-5F76-9AB6-5F12-AE6F838E85F5}"/>
          </ac:spMkLst>
        </pc:spChg>
        <pc:spChg chg="add del mod">
          <ac:chgData name="Vincent Straub" userId="cc81dce8-242d-424d-a3c5-7390e8e80d05" providerId="ADAL" clId="{0E96C34D-F066-4D44-8866-B6B98CBDDE83}" dt="2023-05-12T08:54:28.072" v="106"/>
          <ac:spMkLst>
            <pc:docMk/>
            <pc:sldMk cId="219528012" sldId="266"/>
            <ac:spMk id="336" creationId="{D0971233-53BA-A796-5A8D-3B2B146868A0}"/>
          </ac:spMkLst>
        </pc:spChg>
        <pc:spChg chg="add del mod">
          <ac:chgData name="Vincent Straub" userId="cc81dce8-242d-424d-a3c5-7390e8e80d05" providerId="ADAL" clId="{0E96C34D-F066-4D44-8866-B6B98CBDDE83}" dt="2023-05-12T08:54:28.072" v="106"/>
          <ac:spMkLst>
            <pc:docMk/>
            <pc:sldMk cId="219528012" sldId="266"/>
            <ac:spMk id="337" creationId="{A45262E3-00B7-85D9-5175-56100C742CB6}"/>
          </ac:spMkLst>
        </pc:spChg>
        <pc:spChg chg="add del mod">
          <ac:chgData name="Vincent Straub" userId="cc81dce8-242d-424d-a3c5-7390e8e80d05" providerId="ADAL" clId="{0E96C34D-F066-4D44-8866-B6B98CBDDE83}" dt="2023-05-12T08:54:28.072" v="106"/>
          <ac:spMkLst>
            <pc:docMk/>
            <pc:sldMk cId="219528012" sldId="266"/>
            <ac:spMk id="338" creationId="{BD427BFF-0BF7-BF00-176E-24029E61F13A}"/>
          </ac:spMkLst>
        </pc:spChg>
        <pc:spChg chg="add del mod">
          <ac:chgData name="Vincent Straub" userId="cc81dce8-242d-424d-a3c5-7390e8e80d05" providerId="ADAL" clId="{0E96C34D-F066-4D44-8866-B6B98CBDDE83}" dt="2023-05-12T08:54:28.072" v="106"/>
          <ac:spMkLst>
            <pc:docMk/>
            <pc:sldMk cId="219528012" sldId="266"/>
            <ac:spMk id="339" creationId="{B1B8C643-FFE0-23E9-99A2-2460798AE050}"/>
          </ac:spMkLst>
        </pc:spChg>
        <pc:spChg chg="add del mod">
          <ac:chgData name="Vincent Straub" userId="cc81dce8-242d-424d-a3c5-7390e8e80d05" providerId="ADAL" clId="{0E96C34D-F066-4D44-8866-B6B98CBDDE83}" dt="2023-05-12T08:54:28.072" v="106"/>
          <ac:spMkLst>
            <pc:docMk/>
            <pc:sldMk cId="219528012" sldId="266"/>
            <ac:spMk id="340" creationId="{56448190-9A4D-9905-5400-656F8382DEF6}"/>
          </ac:spMkLst>
        </pc:spChg>
        <pc:spChg chg="add del mod">
          <ac:chgData name="Vincent Straub" userId="cc81dce8-242d-424d-a3c5-7390e8e80d05" providerId="ADAL" clId="{0E96C34D-F066-4D44-8866-B6B98CBDDE83}" dt="2023-05-12T09:02:04.900" v="180"/>
          <ac:spMkLst>
            <pc:docMk/>
            <pc:sldMk cId="219528012" sldId="266"/>
            <ac:spMk id="341" creationId="{C3C8ACED-5665-5837-B1E8-723B319E2495}"/>
          </ac:spMkLst>
        </pc:spChg>
        <pc:spChg chg="add del mod">
          <ac:chgData name="Vincent Straub" userId="cc81dce8-242d-424d-a3c5-7390e8e80d05" providerId="ADAL" clId="{0E96C34D-F066-4D44-8866-B6B98CBDDE83}" dt="2023-05-12T09:02:04.900" v="180"/>
          <ac:spMkLst>
            <pc:docMk/>
            <pc:sldMk cId="219528012" sldId="266"/>
            <ac:spMk id="342" creationId="{87C49E0F-F332-41D7-12D0-E30D73243AD7}"/>
          </ac:spMkLst>
        </pc:spChg>
        <pc:spChg chg="add del mod">
          <ac:chgData name="Vincent Straub" userId="cc81dce8-242d-424d-a3c5-7390e8e80d05" providerId="ADAL" clId="{0E96C34D-F066-4D44-8866-B6B98CBDDE83}" dt="2023-05-12T09:02:04.900" v="180"/>
          <ac:spMkLst>
            <pc:docMk/>
            <pc:sldMk cId="219528012" sldId="266"/>
            <ac:spMk id="344" creationId="{1A2B54DD-98C5-6991-7E0F-2175023ED89C}"/>
          </ac:spMkLst>
        </pc:spChg>
        <pc:spChg chg="add del mod">
          <ac:chgData name="Vincent Straub" userId="cc81dce8-242d-424d-a3c5-7390e8e80d05" providerId="ADAL" clId="{0E96C34D-F066-4D44-8866-B6B98CBDDE83}" dt="2023-05-12T09:02:04.900" v="180"/>
          <ac:spMkLst>
            <pc:docMk/>
            <pc:sldMk cId="219528012" sldId="266"/>
            <ac:spMk id="347" creationId="{6A8DB441-C81A-C3B3-4953-B9499913441E}"/>
          </ac:spMkLst>
        </pc:spChg>
        <pc:spChg chg="add del mod">
          <ac:chgData name="Vincent Straub" userId="cc81dce8-242d-424d-a3c5-7390e8e80d05" providerId="ADAL" clId="{0E96C34D-F066-4D44-8866-B6B98CBDDE83}" dt="2023-05-12T09:02:10.315" v="182"/>
          <ac:spMkLst>
            <pc:docMk/>
            <pc:sldMk cId="219528012" sldId="266"/>
            <ac:spMk id="348" creationId="{1DD6138F-0EB9-39C4-002B-10F6CFC422FA}"/>
          </ac:spMkLst>
        </pc:spChg>
        <pc:spChg chg="add del mod">
          <ac:chgData name="Vincent Straub" userId="cc81dce8-242d-424d-a3c5-7390e8e80d05" providerId="ADAL" clId="{0E96C34D-F066-4D44-8866-B6B98CBDDE83}" dt="2023-05-12T09:02:10.315" v="182"/>
          <ac:spMkLst>
            <pc:docMk/>
            <pc:sldMk cId="219528012" sldId="266"/>
            <ac:spMk id="349" creationId="{D62B682B-6A8D-11C7-6F49-1F6CF8291094}"/>
          </ac:spMkLst>
        </pc:spChg>
        <pc:spChg chg="add del mod">
          <ac:chgData name="Vincent Straub" userId="cc81dce8-242d-424d-a3c5-7390e8e80d05" providerId="ADAL" clId="{0E96C34D-F066-4D44-8866-B6B98CBDDE83}" dt="2023-05-12T09:02:10.315" v="182"/>
          <ac:spMkLst>
            <pc:docMk/>
            <pc:sldMk cId="219528012" sldId="266"/>
            <ac:spMk id="351" creationId="{7B45BA42-1008-1730-5BDE-619F56030049}"/>
          </ac:spMkLst>
        </pc:spChg>
        <pc:spChg chg="add del mod">
          <ac:chgData name="Vincent Straub" userId="cc81dce8-242d-424d-a3c5-7390e8e80d05" providerId="ADAL" clId="{0E96C34D-F066-4D44-8866-B6B98CBDDE83}" dt="2023-05-12T09:02:10.315" v="182"/>
          <ac:spMkLst>
            <pc:docMk/>
            <pc:sldMk cId="219528012" sldId="266"/>
            <ac:spMk id="354" creationId="{96EA376D-89F9-CB6E-544A-61C83C14E84D}"/>
          </ac:spMkLst>
        </pc:spChg>
        <pc:spChg chg="add del mod">
          <ac:chgData name="Vincent Straub" userId="cc81dce8-242d-424d-a3c5-7390e8e80d05" providerId="ADAL" clId="{0E96C34D-F066-4D44-8866-B6B98CBDDE83}" dt="2023-05-12T09:02:10.315" v="182"/>
          <ac:spMkLst>
            <pc:docMk/>
            <pc:sldMk cId="219528012" sldId="266"/>
            <ac:spMk id="355" creationId="{B4822B18-EF57-91BA-2B4E-D6B4F544C615}"/>
          </ac:spMkLst>
        </pc:spChg>
        <pc:spChg chg="add mod">
          <ac:chgData name="Vincent Straub" userId="cc81dce8-242d-424d-a3c5-7390e8e80d05" providerId="ADAL" clId="{0E96C34D-F066-4D44-8866-B6B98CBDDE83}" dt="2023-05-12T09:32:50.716" v="309" actId="1076"/>
          <ac:spMkLst>
            <pc:docMk/>
            <pc:sldMk cId="219528012" sldId="266"/>
            <ac:spMk id="356" creationId="{6979FB91-625C-CA39-1402-C5AB3800320A}"/>
          </ac:spMkLst>
        </pc:spChg>
        <pc:spChg chg="add mod">
          <ac:chgData name="Vincent Straub" userId="cc81dce8-242d-424d-a3c5-7390e8e80d05" providerId="ADAL" clId="{0E96C34D-F066-4D44-8866-B6B98CBDDE83}" dt="2023-05-12T09:32:50.716" v="309" actId="1076"/>
          <ac:spMkLst>
            <pc:docMk/>
            <pc:sldMk cId="219528012" sldId="266"/>
            <ac:spMk id="357" creationId="{DE944755-E81D-2BC7-8EF8-6FDFA312F644}"/>
          </ac:spMkLst>
        </pc:spChg>
        <pc:spChg chg="add mod">
          <ac:chgData name="Vincent Straub" userId="cc81dce8-242d-424d-a3c5-7390e8e80d05" providerId="ADAL" clId="{0E96C34D-F066-4D44-8866-B6B98CBDDE83}" dt="2023-05-12T09:32:50.716" v="309" actId="1076"/>
          <ac:spMkLst>
            <pc:docMk/>
            <pc:sldMk cId="219528012" sldId="266"/>
            <ac:spMk id="358" creationId="{6BFBFC91-41D4-341B-051D-4F8781B10122}"/>
          </ac:spMkLst>
        </pc:spChg>
        <pc:spChg chg="add mod">
          <ac:chgData name="Vincent Straub" userId="cc81dce8-242d-424d-a3c5-7390e8e80d05" providerId="ADAL" clId="{0E96C34D-F066-4D44-8866-B6B98CBDDE83}" dt="2023-05-12T09:32:50.716" v="309" actId="1076"/>
          <ac:spMkLst>
            <pc:docMk/>
            <pc:sldMk cId="219528012" sldId="266"/>
            <ac:spMk id="360" creationId="{796AC81D-C20F-E4AB-FF4E-11EEA85039B1}"/>
          </ac:spMkLst>
        </pc:spChg>
        <pc:spChg chg="add mod">
          <ac:chgData name="Vincent Straub" userId="cc81dce8-242d-424d-a3c5-7390e8e80d05" providerId="ADAL" clId="{0E96C34D-F066-4D44-8866-B6B98CBDDE83}" dt="2023-05-12T09:32:50.716" v="309" actId="1076"/>
          <ac:spMkLst>
            <pc:docMk/>
            <pc:sldMk cId="219528012" sldId="266"/>
            <ac:spMk id="363" creationId="{07A6C837-8019-2272-8960-79B46B773CE5}"/>
          </ac:spMkLst>
        </pc:spChg>
        <pc:spChg chg="add del mod">
          <ac:chgData name="Vincent Straub" userId="cc81dce8-242d-424d-a3c5-7390e8e80d05" providerId="ADAL" clId="{0E96C34D-F066-4D44-8866-B6B98CBDDE83}" dt="2023-05-12T09:02:22.708" v="186" actId="478"/>
          <ac:spMkLst>
            <pc:docMk/>
            <pc:sldMk cId="219528012" sldId="266"/>
            <ac:spMk id="364" creationId="{BF97C1CB-0971-E7ED-22CC-C45A9D3136E9}"/>
          </ac:spMkLst>
        </pc:spChg>
        <pc:spChg chg="add del mod">
          <ac:chgData name="Vincent Straub" userId="cc81dce8-242d-424d-a3c5-7390e8e80d05" providerId="ADAL" clId="{0E96C34D-F066-4D44-8866-B6B98CBDDE83}" dt="2023-05-12T09:02:20.185" v="185" actId="478"/>
          <ac:spMkLst>
            <pc:docMk/>
            <pc:sldMk cId="219528012" sldId="266"/>
            <ac:spMk id="365" creationId="{8EA7C02D-E2F5-90EA-4CB1-681DC83D8B72}"/>
          </ac:spMkLst>
        </pc:spChg>
        <pc:spChg chg="add mod">
          <ac:chgData name="Vincent Straub" userId="cc81dce8-242d-424d-a3c5-7390e8e80d05" providerId="ADAL" clId="{0E96C34D-F066-4D44-8866-B6B98CBDDE83}" dt="2023-05-12T09:33:02.054" v="314" actId="14100"/>
          <ac:spMkLst>
            <pc:docMk/>
            <pc:sldMk cId="219528012" sldId="266"/>
            <ac:spMk id="366" creationId="{AF8968E7-E49A-D5AB-5CE5-FDE27CCA13BC}"/>
          </ac:spMkLst>
        </pc:spChg>
        <pc:spChg chg="add mod">
          <ac:chgData name="Vincent Straub" userId="cc81dce8-242d-424d-a3c5-7390e8e80d05" providerId="ADAL" clId="{0E96C34D-F066-4D44-8866-B6B98CBDDE83}" dt="2023-05-12T09:33:04.223" v="315" actId="14100"/>
          <ac:spMkLst>
            <pc:docMk/>
            <pc:sldMk cId="219528012" sldId="266"/>
            <ac:spMk id="367" creationId="{35F29B56-F55C-0732-A21B-0E0960E53C47}"/>
          </ac:spMkLst>
        </pc:spChg>
        <pc:spChg chg="add mod">
          <ac:chgData name="Vincent Straub" userId="cc81dce8-242d-424d-a3c5-7390e8e80d05" providerId="ADAL" clId="{0E96C34D-F066-4D44-8866-B6B98CBDDE83}" dt="2023-05-12T09:32:56.279" v="312" actId="14100"/>
          <ac:spMkLst>
            <pc:docMk/>
            <pc:sldMk cId="219528012" sldId="266"/>
            <ac:spMk id="368" creationId="{120828B6-0C81-C89A-0019-8E451F86C9D3}"/>
          </ac:spMkLst>
        </pc:spChg>
        <pc:spChg chg="add del mod">
          <ac:chgData name="Vincent Straub" userId="cc81dce8-242d-424d-a3c5-7390e8e80d05" providerId="ADAL" clId="{0E96C34D-F066-4D44-8866-B6B98CBDDE83}" dt="2023-05-12T09:31:00.690" v="291"/>
          <ac:spMkLst>
            <pc:docMk/>
            <pc:sldMk cId="219528012" sldId="266"/>
            <ac:spMk id="370" creationId="{E0471F74-1DCB-393E-719C-BFBAA321E3FF}"/>
          </ac:spMkLst>
        </pc:spChg>
        <pc:spChg chg="add del mod">
          <ac:chgData name="Vincent Straub" userId="cc81dce8-242d-424d-a3c5-7390e8e80d05" providerId="ADAL" clId="{0E96C34D-F066-4D44-8866-B6B98CBDDE83}" dt="2023-05-12T09:32:51.114" v="311"/>
          <ac:spMkLst>
            <pc:docMk/>
            <pc:sldMk cId="219528012" sldId="266"/>
            <ac:spMk id="372" creationId="{9071D7EF-9BC7-7BDF-C9F9-ED1DBB5B2640}"/>
          </ac:spMkLst>
        </pc:spChg>
        <pc:spChg chg="add del mod">
          <ac:chgData name="Vincent Straub" userId="cc81dce8-242d-424d-a3c5-7390e8e80d05" providerId="ADAL" clId="{0E96C34D-F066-4D44-8866-B6B98CBDDE83}" dt="2023-05-12T09:32:39.606" v="307" actId="478"/>
          <ac:spMkLst>
            <pc:docMk/>
            <pc:sldMk cId="219528012" sldId="266"/>
            <ac:spMk id="373" creationId="{EAE7655A-D6A0-6645-2AA3-76EA51225C22}"/>
          </ac:spMkLst>
        </pc:spChg>
        <pc:spChg chg="add mod">
          <ac:chgData name="Vincent Straub" userId="cc81dce8-242d-424d-a3c5-7390e8e80d05" providerId="ADAL" clId="{0E96C34D-F066-4D44-8866-B6B98CBDDE83}" dt="2023-05-12T09:33:44.072" v="322" actId="1076"/>
          <ac:spMkLst>
            <pc:docMk/>
            <pc:sldMk cId="219528012" sldId="266"/>
            <ac:spMk id="374" creationId="{C6B5D7E2-0151-7ED8-5682-BFFCC527E351}"/>
          </ac:spMkLst>
        </pc:spChg>
        <pc:grpChg chg="add del mod">
          <ac:chgData name="Vincent Straub" userId="cc81dce8-242d-424d-a3c5-7390e8e80d05" providerId="ADAL" clId="{0E96C34D-F066-4D44-8866-B6B98CBDDE83}" dt="2023-05-12T08:54:28.072" v="106"/>
          <ac:grpSpMkLst>
            <pc:docMk/>
            <pc:sldMk cId="219528012" sldId="266"/>
            <ac:grpSpMk id="49" creationId="{86B35B89-9316-7CD2-825A-9574DB749F50}"/>
          </ac:grpSpMkLst>
        </pc:grpChg>
        <pc:grpChg chg="add del mod">
          <ac:chgData name="Vincent Straub" userId="cc81dce8-242d-424d-a3c5-7390e8e80d05" providerId="ADAL" clId="{0E96C34D-F066-4D44-8866-B6B98CBDDE83}" dt="2023-05-12T08:54:28.072" v="106"/>
          <ac:grpSpMkLst>
            <pc:docMk/>
            <pc:sldMk cId="219528012" sldId="266"/>
            <ac:grpSpMk id="126" creationId="{46EAC5F6-715F-4C3E-323F-13FCFFEA7B43}"/>
          </ac:grpSpMkLst>
        </pc:grpChg>
        <pc:grpChg chg="add del mod">
          <ac:chgData name="Vincent Straub" userId="cc81dce8-242d-424d-a3c5-7390e8e80d05" providerId="ADAL" clId="{0E96C34D-F066-4D44-8866-B6B98CBDDE83}" dt="2023-05-12T08:54:28.072" v="106"/>
          <ac:grpSpMkLst>
            <pc:docMk/>
            <pc:sldMk cId="219528012" sldId="266"/>
            <ac:grpSpMk id="170" creationId="{CF91A815-770F-19EB-E48D-25B3BCAE78A6}"/>
          </ac:grpSpMkLst>
        </pc:grpChg>
        <pc:grpChg chg="add del mod">
          <ac:chgData name="Vincent Straub" userId="cc81dce8-242d-424d-a3c5-7390e8e80d05" providerId="ADAL" clId="{0E96C34D-F066-4D44-8866-B6B98CBDDE83}" dt="2023-05-12T08:54:28.072" v="106"/>
          <ac:grpSpMkLst>
            <pc:docMk/>
            <pc:sldMk cId="219528012" sldId="266"/>
            <ac:grpSpMk id="173" creationId="{2BBBF6FB-8568-43CC-CCC4-62294248F914}"/>
          </ac:grpSpMkLst>
        </pc:grpChg>
        <pc:grpChg chg="add mod">
          <ac:chgData name="Vincent Straub" userId="cc81dce8-242d-424d-a3c5-7390e8e80d05" providerId="ADAL" clId="{0E96C34D-F066-4D44-8866-B6B98CBDDE83}" dt="2023-05-12T09:32:50.716" v="309" actId="1076"/>
          <ac:grpSpMkLst>
            <pc:docMk/>
            <pc:sldMk cId="219528012" sldId="266"/>
            <ac:grpSpMk id="369" creationId="{8FAD4DF8-D006-8157-4105-6C4A9D865E72}"/>
          </ac:grpSpMkLst>
        </pc:grpChg>
        <pc:picChg chg="add del mod">
          <ac:chgData name="Vincent Straub" userId="cc81dce8-242d-424d-a3c5-7390e8e80d05" providerId="ADAL" clId="{0E96C34D-F066-4D44-8866-B6B98CBDDE83}" dt="2023-05-12T09:02:04.900" v="180"/>
          <ac:picMkLst>
            <pc:docMk/>
            <pc:sldMk cId="219528012" sldId="266"/>
            <ac:picMk id="343" creationId="{2E606A20-5E91-86E9-BD25-AED580F2A59E}"/>
          </ac:picMkLst>
        </pc:picChg>
        <pc:picChg chg="add del mod">
          <ac:chgData name="Vincent Straub" userId="cc81dce8-242d-424d-a3c5-7390e8e80d05" providerId="ADAL" clId="{0E96C34D-F066-4D44-8866-B6B98CBDDE83}" dt="2023-05-12T09:02:04.900" v="180"/>
          <ac:picMkLst>
            <pc:docMk/>
            <pc:sldMk cId="219528012" sldId="266"/>
            <ac:picMk id="345" creationId="{724254D4-5C65-302E-1565-1BF9CCA90547}"/>
          </ac:picMkLst>
        </pc:picChg>
        <pc:picChg chg="add del mod">
          <ac:chgData name="Vincent Straub" userId="cc81dce8-242d-424d-a3c5-7390e8e80d05" providerId="ADAL" clId="{0E96C34D-F066-4D44-8866-B6B98CBDDE83}" dt="2023-05-12T09:02:04.900" v="180"/>
          <ac:picMkLst>
            <pc:docMk/>
            <pc:sldMk cId="219528012" sldId="266"/>
            <ac:picMk id="346" creationId="{55D5BD4F-D8DE-BA38-FFC7-27B597B26AEC}"/>
          </ac:picMkLst>
        </pc:picChg>
        <pc:picChg chg="add del mod">
          <ac:chgData name="Vincent Straub" userId="cc81dce8-242d-424d-a3c5-7390e8e80d05" providerId="ADAL" clId="{0E96C34D-F066-4D44-8866-B6B98CBDDE83}" dt="2023-05-12T09:02:10.315" v="182"/>
          <ac:picMkLst>
            <pc:docMk/>
            <pc:sldMk cId="219528012" sldId="266"/>
            <ac:picMk id="350" creationId="{A3A4EA19-2C66-C85F-B409-5E85D6485E5F}"/>
          </ac:picMkLst>
        </pc:picChg>
        <pc:picChg chg="add del mod">
          <ac:chgData name="Vincent Straub" userId="cc81dce8-242d-424d-a3c5-7390e8e80d05" providerId="ADAL" clId="{0E96C34D-F066-4D44-8866-B6B98CBDDE83}" dt="2023-05-12T09:02:10.315" v="182"/>
          <ac:picMkLst>
            <pc:docMk/>
            <pc:sldMk cId="219528012" sldId="266"/>
            <ac:picMk id="352" creationId="{492BCD3D-FA79-B4DE-12BB-7B4FDFD7B503}"/>
          </ac:picMkLst>
        </pc:picChg>
        <pc:picChg chg="add del mod">
          <ac:chgData name="Vincent Straub" userId="cc81dce8-242d-424d-a3c5-7390e8e80d05" providerId="ADAL" clId="{0E96C34D-F066-4D44-8866-B6B98CBDDE83}" dt="2023-05-12T09:02:10.315" v="182"/>
          <ac:picMkLst>
            <pc:docMk/>
            <pc:sldMk cId="219528012" sldId="266"/>
            <ac:picMk id="353" creationId="{1D0ECE8A-15BA-E579-78E5-F99130750931}"/>
          </ac:picMkLst>
        </pc:picChg>
        <pc:picChg chg="add mod">
          <ac:chgData name="Vincent Straub" userId="cc81dce8-242d-424d-a3c5-7390e8e80d05" providerId="ADAL" clId="{0E96C34D-F066-4D44-8866-B6B98CBDDE83}" dt="2023-05-12T09:32:50.716" v="309" actId="1076"/>
          <ac:picMkLst>
            <pc:docMk/>
            <pc:sldMk cId="219528012" sldId="266"/>
            <ac:picMk id="359" creationId="{549957C9-5C99-441B-910F-EDDE87852EF4}"/>
          </ac:picMkLst>
        </pc:picChg>
        <pc:picChg chg="add mod">
          <ac:chgData name="Vincent Straub" userId="cc81dce8-242d-424d-a3c5-7390e8e80d05" providerId="ADAL" clId="{0E96C34D-F066-4D44-8866-B6B98CBDDE83}" dt="2023-05-12T09:32:50.716" v="309" actId="1076"/>
          <ac:picMkLst>
            <pc:docMk/>
            <pc:sldMk cId="219528012" sldId="266"/>
            <ac:picMk id="361" creationId="{FDE0DE00-05EB-73C9-2036-5FBB5E13B475}"/>
          </ac:picMkLst>
        </pc:picChg>
        <pc:picChg chg="add mod">
          <ac:chgData name="Vincent Straub" userId="cc81dce8-242d-424d-a3c5-7390e8e80d05" providerId="ADAL" clId="{0E96C34D-F066-4D44-8866-B6B98CBDDE83}" dt="2023-05-12T09:32:50.716" v="309" actId="1076"/>
          <ac:picMkLst>
            <pc:docMk/>
            <pc:sldMk cId="219528012" sldId="266"/>
            <ac:picMk id="362" creationId="{DBFC21C3-F63A-7079-2612-C611C43CA1C7}"/>
          </ac:picMkLst>
        </pc:picChg>
        <pc:picChg chg="add mod modCrop">
          <ac:chgData name="Vincent Straub" userId="cc81dce8-242d-424d-a3c5-7390e8e80d05" providerId="ADAL" clId="{0E96C34D-F066-4D44-8866-B6B98CBDDE83}" dt="2023-05-12T09:33:06.285" v="316" actId="1076"/>
          <ac:picMkLst>
            <pc:docMk/>
            <pc:sldMk cId="219528012" sldId="266"/>
            <ac:picMk id="371" creationId="{8A5E28F6-BD74-2A2B-F837-8B8908D4F4A8}"/>
          </ac:picMkLst>
        </pc:picChg>
        <pc:cxnChg chg="add del mod">
          <ac:chgData name="Vincent Straub" userId="cc81dce8-242d-424d-a3c5-7390e8e80d05" providerId="ADAL" clId="{0E96C34D-F066-4D44-8866-B6B98CBDDE83}" dt="2023-05-12T08:54:28.072" v="106"/>
          <ac:cxnSpMkLst>
            <pc:docMk/>
            <pc:sldMk cId="219528012" sldId="266"/>
            <ac:cxnSpMk id="4" creationId="{DD6E94D9-4DF6-4A12-1C99-CA3978569857}"/>
          </ac:cxnSpMkLst>
        </pc:cxnChg>
        <pc:cxnChg chg="add del mod">
          <ac:chgData name="Vincent Straub" userId="cc81dce8-242d-424d-a3c5-7390e8e80d05" providerId="ADAL" clId="{0E96C34D-F066-4D44-8866-B6B98CBDDE83}" dt="2023-05-12T08:54:28.072" v="106"/>
          <ac:cxnSpMkLst>
            <pc:docMk/>
            <pc:sldMk cId="219528012" sldId="266"/>
            <ac:cxnSpMk id="6" creationId="{D0696939-D3C6-E9AE-F4D8-F137E6BB6FF9}"/>
          </ac:cxnSpMkLst>
        </pc:cxnChg>
        <pc:cxnChg chg="add del mod">
          <ac:chgData name="Vincent Straub" userId="cc81dce8-242d-424d-a3c5-7390e8e80d05" providerId="ADAL" clId="{0E96C34D-F066-4D44-8866-B6B98CBDDE83}" dt="2023-05-12T08:54:28.072" v="106"/>
          <ac:cxnSpMkLst>
            <pc:docMk/>
            <pc:sldMk cId="219528012" sldId="266"/>
            <ac:cxnSpMk id="7" creationId="{A404B2F4-8E1A-CA8E-947A-45491A87AE0D}"/>
          </ac:cxnSpMkLst>
        </pc:cxnChg>
        <pc:cxnChg chg="add del mod">
          <ac:chgData name="Vincent Straub" userId="cc81dce8-242d-424d-a3c5-7390e8e80d05" providerId="ADAL" clId="{0E96C34D-F066-4D44-8866-B6B98CBDDE83}" dt="2023-05-12T08:54:28.072" v="106"/>
          <ac:cxnSpMkLst>
            <pc:docMk/>
            <pc:sldMk cId="219528012" sldId="266"/>
            <ac:cxnSpMk id="8" creationId="{15BF1696-3B0D-F19D-1F9D-C8780CA92719}"/>
          </ac:cxnSpMkLst>
        </pc:cxnChg>
        <pc:cxnChg chg="add del mod">
          <ac:chgData name="Vincent Straub" userId="cc81dce8-242d-424d-a3c5-7390e8e80d05" providerId="ADAL" clId="{0E96C34D-F066-4D44-8866-B6B98CBDDE83}" dt="2023-05-12T08:54:28.072" v="106"/>
          <ac:cxnSpMkLst>
            <pc:docMk/>
            <pc:sldMk cId="219528012" sldId="266"/>
            <ac:cxnSpMk id="9" creationId="{FA33357F-314E-6F0D-1E6F-F124C8E3054C}"/>
          </ac:cxnSpMkLst>
        </pc:cxnChg>
        <pc:cxnChg chg="add del mod">
          <ac:chgData name="Vincent Straub" userId="cc81dce8-242d-424d-a3c5-7390e8e80d05" providerId="ADAL" clId="{0E96C34D-F066-4D44-8866-B6B98CBDDE83}" dt="2023-05-12T08:54:28.072" v="106"/>
          <ac:cxnSpMkLst>
            <pc:docMk/>
            <pc:sldMk cId="219528012" sldId="266"/>
            <ac:cxnSpMk id="10" creationId="{E2528893-D9DB-0F10-650C-6C0AA80CC4AE}"/>
          </ac:cxnSpMkLst>
        </pc:cxnChg>
        <pc:cxnChg chg="add del mod">
          <ac:chgData name="Vincent Straub" userId="cc81dce8-242d-424d-a3c5-7390e8e80d05" providerId="ADAL" clId="{0E96C34D-F066-4D44-8866-B6B98CBDDE83}" dt="2023-05-12T08:54:28.072" v="106"/>
          <ac:cxnSpMkLst>
            <pc:docMk/>
            <pc:sldMk cId="219528012" sldId="266"/>
            <ac:cxnSpMk id="11" creationId="{011D5944-B048-9019-5EE9-97D48456FD1E}"/>
          </ac:cxnSpMkLst>
        </pc:cxnChg>
        <pc:cxnChg chg="add del mod">
          <ac:chgData name="Vincent Straub" userId="cc81dce8-242d-424d-a3c5-7390e8e80d05" providerId="ADAL" clId="{0E96C34D-F066-4D44-8866-B6B98CBDDE83}" dt="2023-05-12T08:54:28.072" v="106"/>
          <ac:cxnSpMkLst>
            <pc:docMk/>
            <pc:sldMk cId="219528012" sldId="266"/>
            <ac:cxnSpMk id="12" creationId="{BFF79C82-A738-8BD4-9CF1-12548CB1D521}"/>
          </ac:cxnSpMkLst>
        </pc:cxnChg>
        <pc:cxnChg chg="add del mod">
          <ac:chgData name="Vincent Straub" userId="cc81dce8-242d-424d-a3c5-7390e8e80d05" providerId="ADAL" clId="{0E96C34D-F066-4D44-8866-B6B98CBDDE83}" dt="2023-05-12T08:54:28.072" v="106"/>
          <ac:cxnSpMkLst>
            <pc:docMk/>
            <pc:sldMk cId="219528012" sldId="266"/>
            <ac:cxnSpMk id="13" creationId="{7FD4FE59-7888-4BCF-009D-85CCBCD17530}"/>
          </ac:cxnSpMkLst>
        </pc:cxnChg>
        <pc:cxnChg chg="add del mod">
          <ac:chgData name="Vincent Straub" userId="cc81dce8-242d-424d-a3c5-7390e8e80d05" providerId="ADAL" clId="{0E96C34D-F066-4D44-8866-B6B98CBDDE83}" dt="2023-05-12T08:54:28.072" v="106"/>
          <ac:cxnSpMkLst>
            <pc:docMk/>
            <pc:sldMk cId="219528012" sldId="266"/>
            <ac:cxnSpMk id="14" creationId="{1B382F9D-6D75-E830-6D62-B78944B2E43B}"/>
          </ac:cxnSpMkLst>
        </pc:cxnChg>
        <pc:cxnChg chg="add del mod">
          <ac:chgData name="Vincent Straub" userId="cc81dce8-242d-424d-a3c5-7390e8e80d05" providerId="ADAL" clId="{0E96C34D-F066-4D44-8866-B6B98CBDDE83}" dt="2023-05-12T08:54:28.072" v="106"/>
          <ac:cxnSpMkLst>
            <pc:docMk/>
            <pc:sldMk cId="219528012" sldId="266"/>
            <ac:cxnSpMk id="15" creationId="{CC8988DB-3273-120F-AF76-8EACA6E068F6}"/>
          </ac:cxnSpMkLst>
        </pc:cxnChg>
        <pc:cxnChg chg="add del mod">
          <ac:chgData name="Vincent Straub" userId="cc81dce8-242d-424d-a3c5-7390e8e80d05" providerId="ADAL" clId="{0E96C34D-F066-4D44-8866-B6B98CBDDE83}" dt="2023-05-12T08:54:28.072" v="106"/>
          <ac:cxnSpMkLst>
            <pc:docMk/>
            <pc:sldMk cId="219528012" sldId="266"/>
            <ac:cxnSpMk id="16" creationId="{EE292A9F-10DF-CEE9-32FE-E57EFE2CDA54}"/>
          </ac:cxnSpMkLst>
        </pc:cxnChg>
        <pc:cxnChg chg="add del mod">
          <ac:chgData name="Vincent Straub" userId="cc81dce8-242d-424d-a3c5-7390e8e80d05" providerId="ADAL" clId="{0E96C34D-F066-4D44-8866-B6B98CBDDE83}" dt="2023-05-12T08:54:28.072" v="106"/>
          <ac:cxnSpMkLst>
            <pc:docMk/>
            <pc:sldMk cId="219528012" sldId="266"/>
            <ac:cxnSpMk id="17" creationId="{6A3DD658-1573-75F1-6CAB-7EFA76BFED92}"/>
          </ac:cxnSpMkLst>
        </pc:cxnChg>
        <pc:cxnChg chg="add del mod">
          <ac:chgData name="Vincent Straub" userId="cc81dce8-242d-424d-a3c5-7390e8e80d05" providerId="ADAL" clId="{0E96C34D-F066-4D44-8866-B6B98CBDDE83}" dt="2023-05-12T08:54:28.072" v="106"/>
          <ac:cxnSpMkLst>
            <pc:docMk/>
            <pc:sldMk cId="219528012" sldId="266"/>
            <ac:cxnSpMk id="18" creationId="{042DB988-DC12-7892-145C-F02860929C5C}"/>
          </ac:cxnSpMkLst>
        </pc:cxnChg>
        <pc:cxnChg chg="add del mod">
          <ac:chgData name="Vincent Straub" userId="cc81dce8-242d-424d-a3c5-7390e8e80d05" providerId="ADAL" clId="{0E96C34D-F066-4D44-8866-B6B98CBDDE83}" dt="2023-05-12T08:54:28.072" v="106"/>
          <ac:cxnSpMkLst>
            <pc:docMk/>
            <pc:sldMk cId="219528012" sldId="266"/>
            <ac:cxnSpMk id="19" creationId="{82B6E654-895D-5A02-16B3-6E0C675B4D09}"/>
          </ac:cxnSpMkLst>
        </pc:cxnChg>
        <pc:cxnChg chg="add del mod">
          <ac:chgData name="Vincent Straub" userId="cc81dce8-242d-424d-a3c5-7390e8e80d05" providerId="ADAL" clId="{0E96C34D-F066-4D44-8866-B6B98CBDDE83}" dt="2023-05-12T08:54:28.072" v="106"/>
          <ac:cxnSpMkLst>
            <pc:docMk/>
            <pc:sldMk cId="219528012" sldId="266"/>
            <ac:cxnSpMk id="20" creationId="{0FE54A2E-2DC0-7DC8-F836-7B39369DE8F2}"/>
          </ac:cxnSpMkLst>
        </pc:cxnChg>
        <pc:cxnChg chg="add del mod">
          <ac:chgData name="Vincent Straub" userId="cc81dce8-242d-424d-a3c5-7390e8e80d05" providerId="ADAL" clId="{0E96C34D-F066-4D44-8866-B6B98CBDDE83}" dt="2023-05-12T08:54:28.072" v="106"/>
          <ac:cxnSpMkLst>
            <pc:docMk/>
            <pc:sldMk cId="219528012" sldId="266"/>
            <ac:cxnSpMk id="21" creationId="{B71E2E49-14BD-80A5-2C2F-E292B0A39799}"/>
          </ac:cxnSpMkLst>
        </pc:cxnChg>
        <pc:cxnChg chg="add del mod">
          <ac:chgData name="Vincent Straub" userId="cc81dce8-242d-424d-a3c5-7390e8e80d05" providerId="ADAL" clId="{0E96C34D-F066-4D44-8866-B6B98CBDDE83}" dt="2023-05-12T08:54:28.072" v="106"/>
          <ac:cxnSpMkLst>
            <pc:docMk/>
            <pc:sldMk cId="219528012" sldId="266"/>
            <ac:cxnSpMk id="22" creationId="{2C2A5CB9-120C-E8B7-1611-B77D09095052}"/>
          </ac:cxnSpMkLst>
        </pc:cxnChg>
        <pc:cxnChg chg="add del mod">
          <ac:chgData name="Vincent Straub" userId="cc81dce8-242d-424d-a3c5-7390e8e80d05" providerId="ADAL" clId="{0E96C34D-F066-4D44-8866-B6B98CBDDE83}" dt="2023-05-12T08:54:28.072" v="106"/>
          <ac:cxnSpMkLst>
            <pc:docMk/>
            <pc:sldMk cId="219528012" sldId="266"/>
            <ac:cxnSpMk id="23" creationId="{7BB4C6AD-8047-6B05-AF00-457F1EA60204}"/>
          </ac:cxnSpMkLst>
        </pc:cxnChg>
        <pc:cxnChg chg="add del mod">
          <ac:chgData name="Vincent Straub" userId="cc81dce8-242d-424d-a3c5-7390e8e80d05" providerId="ADAL" clId="{0E96C34D-F066-4D44-8866-B6B98CBDDE83}" dt="2023-05-12T08:54:28.072" v="106"/>
          <ac:cxnSpMkLst>
            <pc:docMk/>
            <pc:sldMk cId="219528012" sldId="266"/>
            <ac:cxnSpMk id="24" creationId="{7E49BE15-DB7F-7541-BC4B-55F3357C148D}"/>
          </ac:cxnSpMkLst>
        </pc:cxnChg>
        <pc:cxnChg chg="add del mod">
          <ac:chgData name="Vincent Straub" userId="cc81dce8-242d-424d-a3c5-7390e8e80d05" providerId="ADAL" clId="{0E96C34D-F066-4D44-8866-B6B98CBDDE83}" dt="2023-05-12T08:54:28.072" v="106"/>
          <ac:cxnSpMkLst>
            <pc:docMk/>
            <pc:sldMk cId="219528012" sldId="266"/>
            <ac:cxnSpMk id="25" creationId="{C8A1C271-6561-9488-5FE6-DC0A75C969C6}"/>
          </ac:cxnSpMkLst>
        </pc:cxnChg>
        <pc:cxnChg chg="add del mod">
          <ac:chgData name="Vincent Straub" userId="cc81dce8-242d-424d-a3c5-7390e8e80d05" providerId="ADAL" clId="{0E96C34D-F066-4D44-8866-B6B98CBDDE83}" dt="2023-05-12T08:54:28.072" v="106"/>
          <ac:cxnSpMkLst>
            <pc:docMk/>
            <pc:sldMk cId="219528012" sldId="266"/>
            <ac:cxnSpMk id="26" creationId="{B56823D0-2A27-3D97-6886-CF1CE5F0760C}"/>
          </ac:cxnSpMkLst>
        </pc:cxnChg>
        <pc:cxnChg chg="add del mod">
          <ac:chgData name="Vincent Straub" userId="cc81dce8-242d-424d-a3c5-7390e8e80d05" providerId="ADAL" clId="{0E96C34D-F066-4D44-8866-B6B98CBDDE83}" dt="2023-05-12T08:54:28.072" v="106"/>
          <ac:cxnSpMkLst>
            <pc:docMk/>
            <pc:sldMk cId="219528012" sldId="266"/>
            <ac:cxnSpMk id="27" creationId="{B71A61DB-A8A7-B0FB-ABC1-A99ED6C1A5D3}"/>
          </ac:cxnSpMkLst>
        </pc:cxnChg>
        <pc:cxnChg chg="add del mod">
          <ac:chgData name="Vincent Straub" userId="cc81dce8-242d-424d-a3c5-7390e8e80d05" providerId="ADAL" clId="{0E96C34D-F066-4D44-8866-B6B98CBDDE83}" dt="2023-05-12T08:54:28.072" v="106"/>
          <ac:cxnSpMkLst>
            <pc:docMk/>
            <pc:sldMk cId="219528012" sldId="266"/>
            <ac:cxnSpMk id="28" creationId="{5D2DD5CA-AC89-3CC6-2588-176F91298814}"/>
          </ac:cxnSpMkLst>
        </pc:cxnChg>
        <pc:cxnChg chg="add del mod">
          <ac:chgData name="Vincent Straub" userId="cc81dce8-242d-424d-a3c5-7390e8e80d05" providerId="ADAL" clId="{0E96C34D-F066-4D44-8866-B6B98CBDDE83}" dt="2023-05-12T08:54:28.072" v="106"/>
          <ac:cxnSpMkLst>
            <pc:docMk/>
            <pc:sldMk cId="219528012" sldId="266"/>
            <ac:cxnSpMk id="29" creationId="{32D7C41B-F703-3453-2286-35923AC938B1}"/>
          </ac:cxnSpMkLst>
        </pc:cxnChg>
        <pc:cxnChg chg="add del mod">
          <ac:chgData name="Vincent Straub" userId="cc81dce8-242d-424d-a3c5-7390e8e80d05" providerId="ADAL" clId="{0E96C34D-F066-4D44-8866-B6B98CBDDE83}" dt="2023-05-12T08:54:28.072" v="106"/>
          <ac:cxnSpMkLst>
            <pc:docMk/>
            <pc:sldMk cId="219528012" sldId="266"/>
            <ac:cxnSpMk id="30" creationId="{1B1108E1-AF3E-A872-CB54-42BDDFEF4103}"/>
          </ac:cxnSpMkLst>
        </pc:cxnChg>
        <pc:cxnChg chg="add del mod">
          <ac:chgData name="Vincent Straub" userId="cc81dce8-242d-424d-a3c5-7390e8e80d05" providerId="ADAL" clId="{0E96C34D-F066-4D44-8866-B6B98CBDDE83}" dt="2023-05-12T08:54:28.072" v="106"/>
          <ac:cxnSpMkLst>
            <pc:docMk/>
            <pc:sldMk cId="219528012" sldId="266"/>
            <ac:cxnSpMk id="31" creationId="{38C9EFC7-DDFF-51D4-21D6-F81072525EFB}"/>
          </ac:cxnSpMkLst>
        </pc:cxnChg>
        <pc:cxnChg chg="add del mod">
          <ac:chgData name="Vincent Straub" userId="cc81dce8-242d-424d-a3c5-7390e8e80d05" providerId="ADAL" clId="{0E96C34D-F066-4D44-8866-B6B98CBDDE83}" dt="2023-05-12T08:54:28.072" v="106"/>
          <ac:cxnSpMkLst>
            <pc:docMk/>
            <pc:sldMk cId="219528012" sldId="266"/>
            <ac:cxnSpMk id="32" creationId="{00E1E1D9-A78F-BB3D-AFF0-1927FF4C38EC}"/>
          </ac:cxnSpMkLst>
        </pc:cxnChg>
        <pc:cxnChg chg="add del mod">
          <ac:chgData name="Vincent Straub" userId="cc81dce8-242d-424d-a3c5-7390e8e80d05" providerId="ADAL" clId="{0E96C34D-F066-4D44-8866-B6B98CBDDE83}" dt="2023-05-12T08:54:28.072" v="106"/>
          <ac:cxnSpMkLst>
            <pc:docMk/>
            <pc:sldMk cId="219528012" sldId="266"/>
            <ac:cxnSpMk id="33" creationId="{6CAB6D64-875C-0E97-3FAB-9FBD7F03DD9A}"/>
          </ac:cxnSpMkLst>
        </pc:cxnChg>
        <pc:cxnChg chg="add del mod">
          <ac:chgData name="Vincent Straub" userId="cc81dce8-242d-424d-a3c5-7390e8e80d05" providerId="ADAL" clId="{0E96C34D-F066-4D44-8866-B6B98CBDDE83}" dt="2023-05-12T08:54:28.072" v="106"/>
          <ac:cxnSpMkLst>
            <pc:docMk/>
            <pc:sldMk cId="219528012" sldId="266"/>
            <ac:cxnSpMk id="34" creationId="{026B33F1-E60F-B588-ABF0-335226AB13DA}"/>
          </ac:cxnSpMkLst>
        </pc:cxnChg>
        <pc:cxnChg chg="add del mod">
          <ac:chgData name="Vincent Straub" userId="cc81dce8-242d-424d-a3c5-7390e8e80d05" providerId="ADAL" clId="{0E96C34D-F066-4D44-8866-B6B98CBDDE83}" dt="2023-05-12T08:54:28.072" v="106"/>
          <ac:cxnSpMkLst>
            <pc:docMk/>
            <pc:sldMk cId="219528012" sldId="266"/>
            <ac:cxnSpMk id="35" creationId="{8DF8EA10-BAC1-004F-2FB8-851FD938FF46}"/>
          </ac:cxnSpMkLst>
        </pc:cxnChg>
        <pc:cxnChg chg="add del mod">
          <ac:chgData name="Vincent Straub" userId="cc81dce8-242d-424d-a3c5-7390e8e80d05" providerId="ADAL" clId="{0E96C34D-F066-4D44-8866-B6B98CBDDE83}" dt="2023-05-12T08:54:28.072" v="106"/>
          <ac:cxnSpMkLst>
            <pc:docMk/>
            <pc:sldMk cId="219528012" sldId="266"/>
            <ac:cxnSpMk id="36" creationId="{58D00CB3-67E9-5448-CF31-1BFF9376562C}"/>
          </ac:cxnSpMkLst>
        </pc:cxnChg>
        <pc:cxnChg chg="add del mod">
          <ac:chgData name="Vincent Straub" userId="cc81dce8-242d-424d-a3c5-7390e8e80d05" providerId="ADAL" clId="{0E96C34D-F066-4D44-8866-B6B98CBDDE83}" dt="2023-05-12T08:54:28.072" v="106"/>
          <ac:cxnSpMkLst>
            <pc:docMk/>
            <pc:sldMk cId="219528012" sldId="266"/>
            <ac:cxnSpMk id="37" creationId="{EC0ACF14-C9DB-8925-AABC-0D765A673609}"/>
          </ac:cxnSpMkLst>
        </pc:cxnChg>
        <pc:cxnChg chg="add del mod">
          <ac:chgData name="Vincent Straub" userId="cc81dce8-242d-424d-a3c5-7390e8e80d05" providerId="ADAL" clId="{0E96C34D-F066-4D44-8866-B6B98CBDDE83}" dt="2023-05-12T08:54:28.072" v="106"/>
          <ac:cxnSpMkLst>
            <pc:docMk/>
            <pc:sldMk cId="219528012" sldId="266"/>
            <ac:cxnSpMk id="38" creationId="{E1E0C6C7-B0FC-DA8F-7B91-13E8E23AD8C8}"/>
          </ac:cxnSpMkLst>
        </pc:cxnChg>
        <pc:cxnChg chg="add del mod">
          <ac:chgData name="Vincent Straub" userId="cc81dce8-242d-424d-a3c5-7390e8e80d05" providerId="ADAL" clId="{0E96C34D-F066-4D44-8866-B6B98CBDDE83}" dt="2023-05-12T08:54:28.072" v="106"/>
          <ac:cxnSpMkLst>
            <pc:docMk/>
            <pc:sldMk cId="219528012" sldId="266"/>
            <ac:cxnSpMk id="39" creationId="{0DBDF345-C573-117A-E1B3-CF3207766329}"/>
          </ac:cxnSpMkLst>
        </pc:cxnChg>
        <pc:cxnChg chg="add del mod">
          <ac:chgData name="Vincent Straub" userId="cc81dce8-242d-424d-a3c5-7390e8e80d05" providerId="ADAL" clId="{0E96C34D-F066-4D44-8866-B6B98CBDDE83}" dt="2023-05-12T08:54:28.072" v="106"/>
          <ac:cxnSpMkLst>
            <pc:docMk/>
            <pc:sldMk cId="219528012" sldId="266"/>
            <ac:cxnSpMk id="40" creationId="{EBFD2A7F-40DE-3E3E-5531-C64A5560738D}"/>
          </ac:cxnSpMkLst>
        </pc:cxnChg>
        <pc:cxnChg chg="add del mod">
          <ac:chgData name="Vincent Straub" userId="cc81dce8-242d-424d-a3c5-7390e8e80d05" providerId="ADAL" clId="{0E96C34D-F066-4D44-8866-B6B98CBDDE83}" dt="2023-05-12T08:54:28.072" v="106"/>
          <ac:cxnSpMkLst>
            <pc:docMk/>
            <pc:sldMk cId="219528012" sldId="266"/>
            <ac:cxnSpMk id="41" creationId="{9FBD3005-7321-810F-0DBE-AA67629465B7}"/>
          </ac:cxnSpMkLst>
        </pc:cxnChg>
        <pc:cxnChg chg="add del mod">
          <ac:chgData name="Vincent Straub" userId="cc81dce8-242d-424d-a3c5-7390e8e80d05" providerId="ADAL" clId="{0E96C34D-F066-4D44-8866-B6B98CBDDE83}" dt="2023-05-12T08:54:28.072" v="106"/>
          <ac:cxnSpMkLst>
            <pc:docMk/>
            <pc:sldMk cId="219528012" sldId="266"/>
            <ac:cxnSpMk id="42" creationId="{A711BD22-0104-46B6-4942-1B0E5156A556}"/>
          </ac:cxnSpMkLst>
        </pc:cxnChg>
        <pc:cxnChg chg="add del mod">
          <ac:chgData name="Vincent Straub" userId="cc81dce8-242d-424d-a3c5-7390e8e80d05" providerId="ADAL" clId="{0E96C34D-F066-4D44-8866-B6B98CBDDE83}" dt="2023-05-12T08:54:28.072" v="106"/>
          <ac:cxnSpMkLst>
            <pc:docMk/>
            <pc:sldMk cId="219528012" sldId="266"/>
            <ac:cxnSpMk id="43" creationId="{952D0AC4-4C82-E471-E433-1E1049764346}"/>
          </ac:cxnSpMkLst>
        </pc:cxnChg>
        <pc:cxnChg chg="add del mod">
          <ac:chgData name="Vincent Straub" userId="cc81dce8-242d-424d-a3c5-7390e8e80d05" providerId="ADAL" clId="{0E96C34D-F066-4D44-8866-B6B98CBDDE83}" dt="2023-05-12T08:54:28.072" v="106"/>
          <ac:cxnSpMkLst>
            <pc:docMk/>
            <pc:sldMk cId="219528012" sldId="266"/>
            <ac:cxnSpMk id="44" creationId="{A2937B01-2729-2750-8443-9F48E9DA4467}"/>
          </ac:cxnSpMkLst>
        </pc:cxnChg>
        <pc:cxnChg chg="add del mod">
          <ac:chgData name="Vincent Straub" userId="cc81dce8-242d-424d-a3c5-7390e8e80d05" providerId="ADAL" clId="{0E96C34D-F066-4D44-8866-B6B98CBDDE83}" dt="2023-05-12T08:54:28.072" v="106"/>
          <ac:cxnSpMkLst>
            <pc:docMk/>
            <pc:sldMk cId="219528012" sldId="266"/>
            <ac:cxnSpMk id="45" creationId="{C1375EFD-C5F5-CD69-798F-BB17EEF1810D}"/>
          </ac:cxnSpMkLst>
        </pc:cxnChg>
        <pc:cxnChg chg="add del mod">
          <ac:chgData name="Vincent Straub" userId="cc81dce8-242d-424d-a3c5-7390e8e80d05" providerId="ADAL" clId="{0E96C34D-F066-4D44-8866-B6B98CBDDE83}" dt="2023-05-12T08:54:28.072" v="106"/>
          <ac:cxnSpMkLst>
            <pc:docMk/>
            <pc:sldMk cId="219528012" sldId="266"/>
            <ac:cxnSpMk id="46" creationId="{939F53D6-B243-5C06-4430-D37C8303A59B}"/>
          </ac:cxnSpMkLst>
        </pc:cxnChg>
        <pc:cxnChg chg="mod">
          <ac:chgData name="Vincent Straub" userId="cc81dce8-242d-424d-a3c5-7390e8e80d05" providerId="ADAL" clId="{0E96C34D-F066-4D44-8866-B6B98CBDDE83}" dt="2023-05-12T08:54:21.755" v="105"/>
          <ac:cxnSpMkLst>
            <pc:docMk/>
            <pc:sldMk cId="219528012" sldId="266"/>
            <ac:cxnSpMk id="61" creationId="{72A068F1-114B-4352-4888-5CD62158762D}"/>
          </ac:cxnSpMkLst>
        </pc:cxnChg>
        <pc:cxnChg chg="mod">
          <ac:chgData name="Vincent Straub" userId="cc81dce8-242d-424d-a3c5-7390e8e80d05" providerId="ADAL" clId="{0E96C34D-F066-4D44-8866-B6B98CBDDE83}" dt="2023-05-12T08:54:21.755" v="105"/>
          <ac:cxnSpMkLst>
            <pc:docMk/>
            <pc:sldMk cId="219528012" sldId="266"/>
            <ac:cxnSpMk id="62" creationId="{8F3F149C-4B93-5EDB-ABFF-9E5E5083DB14}"/>
          </ac:cxnSpMkLst>
        </pc:cxnChg>
        <pc:cxnChg chg="mod">
          <ac:chgData name="Vincent Straub" userId="cc81dce8-242d-424d-a3c5-7390e8e80d05" providerId="ADAL" clId="{0E96C34D-F066-4D44-8866-B6B98CBDDE83}" dt="2023-05-12T08:54:21.755" v="105"/>
          <ac:cxnSpMkLst>
            <pc:docMk/>
            <pc:sldMk cId="219528012" sldId="266"/>
            <ac:cxnSpMk id="63" creationId="{33238726-3237-7EFC-6759-3B484944C233}"/>
          </ac:cxnSpMkLst>
        </pc:cxnChg>
        <pc:cxnChg chg="mod">
          <ac:chgData name="Vincent Straub" userId="cc81dce8-242d-424d-a3c5-7390e8e80d05" providerId="ADAL" clId="{0E96C34D-F066-4D44-8866-B6B98CBDDE83}" dt="2023-05-12T08:54:21.755" v="105"/>
          <ac:cxnSpMkLst>
            <pc:docMk/>
            <pc:sldMk cId="219528012" sldId="266"/>
            <ac:cxnSpMk id="64" creationId="{40BE4E1E-3AEC-3D72-6489-0EA7F095FF5B}"/>
          </ac:cxnSpMkLst>
        </pc:cxnChg>
        <pc:cxnChg chg="mod">
          <ac:chgData name="Vincent Straub" userId="cc81dce8-242d-424d-a3c5-7390e8e80d05" providerId="ADAL" clId="{0E96C34D-F066-4D44-8866-B6B98CBDDE83}" dt="2023-05-12T08:54:21.755" v="105"/>
          <ac:cxnSpMkLst>
            <pc:docMk/>
            <pc:sldMk cId="219528012" sldId="266"/>
            <ac:cxnSpMk id="65" creationId="{64F4AAB3-B7E6-820A-D043-139100214C44}"/>
          </ac:cxnSpMkLst>
        </pc:cxnChg>
        <pc:cxnChg chg="mod">
          <ac:chgData name="Vincent Straub" userId="cc81dce8-242d-424d-a3c5-7390e8e80d05" providerId="ADAL" clId="{0E96C34D-F066-4D44-8866-B6B98CBDDE83}" dt="2023-05-12T08:54:21.755" v="105"/>
          <ac:cxnSpMkLst>
            <pc:docMk/>
            <pc:sldMk cId="219528012" sldId="266"/>
            <ac:cxnSpMk id="66" creationId="{6474E607-9A88-BE38-0CC9-830FF028C2C8}"/>
          </ac:cxnSpMkLst>
        </pc:cxnChg>
        <pc:cxnChg chg="mod">
          <ac:chgData name="Vincent Straub" userId="cc81dce8-242d-424d-a3c5-7390e8e80d05" providerId="ADAL" clId="{0E96C34D-F066-4D44-8866-B6B98CBDDE83}" dt="2023-05-12T08:54:21.755" v="105"/>
          <ac:cxnSpMkLst>
            <pc:docMk/>
            <pc:sldMk cId="219528012" sldId="266"/>
            <ac:cxnSpMk id="67" creationId="{6E25727E-D3BF-B9FC-0FFB-CF6779999C31}"/>
          </ac:cxnSpMkLst>
        </pc:cxnChg>
        <pc:cxnChg chg="mod">
          <ac:chgData name="Vincent Straub" userId="cc81dce8-242d-424d-a3c5-7390e8e80d05" providerId="ADAL" clId="{0E96C34D-F066-4D44-8866-B6B98CBDDE83}" dt="2023-05-12T08:54:21.755" v="105"/>
          <ac:cxnSpMkLst>
            <pc:docMk/>
            <pc:sldMk cId="219528012" sldId="266"/>
            <ac:cxnSpMk id="68" creationId="{B25BC876-0F56-9C67-1511-4C9D396C146E}"/>
          </ac:cxnSpMkLst>
        </pc:cxnChg>
        <pc:cxnChg chg="mod">
          <ac:chgData name="Vincent Straub" userId="cc81dce8-242d-424d-a3c5-7390e8e80d05" providerId="ADAL" clId="{0E96C34D-F066-4D44-8866-B6B98CBDDE83}" dt="2023-05-12T08:54:21.755" v="105"/>
          <ac:cxnSpMkLst>
            <pc:docMk/>
            <pc:sldMk cId="219528012" sldId="266"/>
            <ac:cxnSpMk id="69" creationId="{CD8C3108-1363-1E95-252A-BFEDC272C32B}"/>
          </ac:cxnSpMkLst>
        </pc:cxnChg>
        <pc:cxnChg chg="mod">
          <ac:chgData name="Vincent Straub" userId="cc81dce8-242d-424d-a3c5-7390e8e80d05" providerId="ADAL" clId="{0E96C34D-F066-4D44-8866-B6B98CBDDE83}" dt="2023-05-12T08:54:21.755" v="105"/>
          <ac:cxnSpMkLst>
            <pc:docMk/>
            <pc:sldMk cId="219528012" sldId="266"/>
            <ac:cxnSpMk id="70" creationId="{A9677F97-E08A-A021-FDE1-F414B3E63BA6}"/>
          </ac:cxnSpMkLst>
        </pc:cxnChg>
        <pc:cxnChg chg="mod">
          <ac:chgData name="Vincent Straub" userId="cc81dce8-242d-424d-a3c5-7390e8e80d05" providerId="ADAL" clId="{0E96C34D-F066-4D44-8866-B6B98CBDDE83}" dt="2023-05-12T08:54:21.755" v="105"/>
          <ac:cxnSpMkLst>
            <pc:docMk/>
            <pc:sldMk cId="219528012" sldId="266"/>
            <ac:cxnSpMk id="71" creationId="{83E9E9C8-DBEB-29A2-BC02-4BC33E31CB20}"/>
          </ac:cxnSpMkLst>
        </pc:cxnChg>
        <pc:cxnChg chg="mod">
          <ac:chgData name="Vincent Straub" userId="cc81dce8-242d-424d-a3c5-7390e8e80d05" providerId="ADAL" clId="{0E96C34D-F066-4D44-8866-B6B98CBDDE83}" dt="2023-05-12T08:54:21.755" v="105"/>
          <ac:cxnSpMkLst>
            <pc:docMk/>
            <pc:sldMk cId="219528012" sldId="266"/>
            <ac:cxnSpMk id="73" creationId="{3D811824-6294-B323-83A2-A547E247DDC8}"/>
          </ac:cxnSpMkLst>
        </pc:cxnChg>
        <pc:cxnChg chg="add del mod">
          <ac:chgData name="Vincent Straub" userId="cc81dce8-242d-424d-a3c5-7390e8e80d05" providerId="ADAL" clId="{0E96C34D-F066-4D44-8866-B6B98CBDDE83}" dt="2023-05-12T08:54:28.072" v="106"/>
          <ac:cxnSpMkLst>
            <pc:docMk/>
            <pc:sldMk cId="219528012" sldId="266"/>
            <ac:cxnSpMk id="81" creationId="{3778E0CC-A41F-9EB6-203D-6497817A50EC}"/>
          </ac:cxnSpMkLst>
        </pc:cxnChg>
        <pc:cxnChg chg="add del mod">
          <ac:chgData name="Vincent Straub" userId="cc81dce8-242d-424d-a3c5-7390e8e80d05" providerId="ADAL" clId="{0E96C34D-F066-4D44-8866-B6B98CBDDE83}" dt="2023-05-12T08:54:28.072" v="106"/>
          <ac:cxnSpMkLst>
            <pc:docMk/>
            <pc:sldMk cId="219528012" sldId="266"/>
            <ac:cxnSpMk id="82" creationId="{561F6D32-7C0E-DF39-090A-C862AC9A55CD}"/>
          </ac:cxnSpMkLst>
        </pc:cxnChg>
        <pc:cxnChg chg="add del mod">
          <ac:chgData name="Vincent Straub" userId="cc81dce8-242d-424d-a3c5-7390e8e80d05" providerId="ADAL" clId="{0E96C34D-F066-4D44-8866-B6B98CBDDE83}" dt="2023-05-12T08:54:28.072" v="106"/>
          <ac:cxnSpMkLst>
            <pc:docMk/>
            <pc:sldMk cId="219528012" sldId="266"/>
            <ac:cxnSpMk id="83" creationId="{A92D69DB-6DF9-D1C5-DDEF-67DC5C71E5C2}"/>
          </ac:cxnSpMkLst>
        </pc:cxnChg>
        <pc:cxnChg chg="add del mod">
          <ac:chgData name="Vincent Straub" userId="cc81dce8-242d-424d-a3c5-7390e8e80d05" providerId="ADAL" clId="{0E96C34D-F066-4D44-8866-B6B98CBDDE83}" dt="2023-05-12T08:54:28.072" v="106"/>
          <ac:cxnSpMkLst>
            <pc:docMk/>
            <pc:sldMk cId="219528012" sldId="266"/>
            <ac:cxnSpMk id="84" creationId="{F113F85D-8369-41D7-183C-F8A253202508}"/>
          </ac:cxnSpMkLst>
        </pc:cxnChg>
        <pc:cxnChg chg="add del mod">
          <ac:chgData name="Vincent Straub" userId="cc81dce8-242d-424d-a3c5-7390e8e80d05" providerId="ADAL" clId="{0E96C34D-F066-4D44-8866-B6B98CBDDE83}" dt="2023-05-12T08:54:28.072" v="106"/>
          <ac:cxnSpMkLst>
            <pc:docMk/>
            <pc:sldMk cId="219528012" sldId="266"/>
            <ac:cxnSpMk id="85" creationId="{2B26CD55-166F-C476-EAE1-5068C010497E}"/>
          </ac:cxnSpMkLst>
        </pc:cxnChg>
        <pc:cxnChg chg="add del mod">
          <ac:chgData name="Vincent Straub" userId="cc81dce8-242d-424d-a3c5-7390e8e80d05" providerId="ADAL" clId="{0E96C34D-F066-4D44-8866-B6B98CBDDE83}" dt="2023-05-12T08:54:28.072" v="106"/>
          <ac:cxnSpMkLst>
            <pc:docMk/>
            <pc:sldMk cId="219528012" sldId="266"/>
            <ac:cxnSpMk id="86" creationId="{591B66BE-B51F-E073-120D-38FE37C399EA}"/>
          </ac:cxnSpMkLst>
        </pc:cxnChg>
        <pc:cxnChg chg="add del mod">
          <ac:chgData name="Vincent Straub" userId="cc81dce8-242d-424d-a3c5-7390e8e80d05" providerId="ADAL" clId="{0E96C34D-F066-4D44-8866-B6B98CBDDE83}" dt="2023-05-12T08:54:28.072" v="106"/>
          <ac:cxnSpMkLst>
            <pc:docMk/>
            <pc:sldMk cId="219528012" sldId="266"/>
            <ac:cxnSpMk id="87" creationId="{C1D53E92-2F51-9EE9-0A84-483553F4C069}"/>
          </ac:cxnSpMkLst>
        </pc:cxnChg>
        <pc:cxnChg chg="add del mod">
          <ac:chgData name="Vincent Straub" userId="cc81dce8-242d-424d-a3c5-7390e8e80d05" providerId="ADAL" clId="{0E96C34D-F066-4D44-8866-B6B98CBDDE83}" dt="2023-05-12T08:54:28.072" v="106"/>
          <ac:cxnSpMkLst>
            <pc:docMk/>
            <pc:sldMk cId="219528012" sldId="266"/>
            <ac:cxnSpMk id="89" creationId="{AB70170D-58C9-5697-F403-2F81CF6F9D59}"/>
          </ac:cxnSpMkLst>
        </pc:cxnChg>
        <pc:cxnChg chg="add del mod">
          <ac:chgData name="Vincent Straub" userId="cc81dce8-242d-424d-a3c5-7390e8e80d05" providerId="ADAL" clId="{0E96C34D-F066-4D44-8866-B6B98CBDDE83}" dt="2023-05-12T08:54:28.072" v="106"/>
          <ac:cxnSpMkLst>
            <pc:docMk/>
            <pc:sldMk cId="219528012" sldId="266"/>
            <ac:cxnSpMk id="97" creationId="{956BFFCD-5F82-5F62-4319-93AE8AD592ED}"/>
          </ac:cxnSpMkLst>
        </pc:cxnChg>
        <pc:cxnChg chg="add del mod">
          <ac:chgData name="Vincent Straub" userId="cc81dce8-242d-424d-a3c5-7390e8e80d05" providerId="ADAL" clId="{0E96C34D-F066-4D44-8866-B6B98CBDDE83}" dt="2023-05-12T08:54:28.072" v="106"/>
          <ac:cxnSpMkLst>
            <pc:docMk/>
            <pc:sldMk cId="219528012" sldId="266"/>
            <ac:cxnSpMk id="98" creationId="{04EE3A20-6884-1FB7-9DF1-1135CB919247}"/>
          </ac:cxnSpMkLst>
        </pc:cxnChg>
        <pc:cxnChg chg="add del mod">
          <ac:chgData name="Vincent Straub" userId="cc81dce8-242d-424d-a3c5-7390e8e80d05" providerId="ADAL" clId="{0E96C34D-F066-4D44-8866-B6B98CBDDE83}" dt="2023-05-12T08:54:28.072" v="106"/>
          <ac:cxnSpMkLst>
            <pc:docMk/>
            <pc:sldMk cId="219528012" sldId="266"/>
            <ac:cxnSpMk id="101" creationId="{240079A2-E30F-B6B7-45CE-98D71F7F23DD}"/>
          </ac:cxnSpMkLst>
        </pc:cxnChg>
        <pc:cxnChg chg="add del mod">
          <ac:chgData name="Vincent Straub" userId="cc81dce8-242d-424d-a3c5-7390e8e80d05" providerId="ADAL" clId="{0E96C34D-F066-4D44-8866-B6B98CBDDE83}" dt="2023-05-12T08:54:28.072" v="106"/>
          <ac:cxnSpMkLst>
            <pc:docMk/>
            <pc:sldMk cId="219528012" sldId="266"/>
            <ac:cxnSpMk id="102" creationId="{0EB185A7-8712-63E8-35C5-A70AB6356019}"/>
          </ac:cxnSpMkLst>
        </pc:cxnChg>
        <pc:cxnChg chg="add del mod">
          <ac:chgData name="Vincent Straub" userId="cc81dce8-242d-424d-a3c5-7390e8e80d05" providerId="ADAL" clId="{0E96C34D-F066-4D44-8866-B6B98CBDDE83}" dt="2023-05-12T08:54:28.072" v="106"/>
          <ac:cxnSpMkLst>
            <pc:docMk/>
            <pc:sldMk cId="219528012" sldId="266"/>
            <ac:cxnSpMk id="103" creationId="{86E55E4B-217F-18EC-47F9-0BFB6F2F5A27}"/>
          </ac:cxnSpMkLst>
        </pc:cxnChg>
        <pc:cxnChg chg="add del mod">
          <ac:chgData name="Vincent Straub" userId="cc81dce8-242d-424d-a3c5-7390e8e80d05" providerId="ADAL" clId="{0E96C34D-F066-4D44-8866-B6B98CBDDE83}" dt="2023-05-12T08:54:28.072" v="106"/>
          <ac:cxnSpMkLst>
            <pc:docMk/>
            <pc:sldMk cId="219528012" sldId="266"/>
            <ac:cxnSpMk id="104" creationId="{378DA914-8A7C-4F27-50E6-4277E4247D6E}"/>
          </ac:cxnSpMkLst>
        </pc:cxnChg>
        <pc:cxnChg chg="add del mod">
          <ac:chgData name="Vincent Straub" userId="cc81dce8-242d-424d-a3c5-7390e8e80d05" providerId="ADAL" clId="{0E96C34D-F066-4D44-8866-B6B98CBDDE83}" dt="2023-05-12T08:54:28.072" v="106"/>
          <ac:cxnSpMkLst>
            <pc:docMk/>
            <pc:sldMk cId="219528012" sldId="266"/>
            <ac:cxnSpMk id="105" creationId="{19DF049B-32DE-6D00-D8DB-45DDDA855453}"/>
          </ac:cxnSpMkLst>
        </pc:cxnChg>
        <pc:cxnChg chg="add del mod">
          <ac:chgData name="Vincent Straub" userId="cc81dce8-242d-424d-a3c5-7390e8e80d05" providerId="ADAL" clId="{0E96C34D-F066-4D44-8866-B6B98CBDDE83}" dt="2023-05-12T08:54:28.072" v="106"/>
          <ac:cxnSpMkLst>
            <pc:docMk/>
            <pc:sldMk cId="219528012" sldId="266"/>
            <ac:cxnSpMk id="106" creationId="{CC6F610C-0972-2E9D-CD82-3D8220CA7AC0}"/>
          </ac:cxnSpMkLst>
        </pc:cxnChg>
        <pc:cxnChg chg="add del mod">
          <ac:chgData name="Vincent Straub" userId="cc81dce8-242d-424d-a3c5-7390e8e80d05" providerId="ADAL" clId="{0E96C34D-F066-4D44-8866-B6B98CBDDE83}" dt="2023-05-12T08:54:28.072" v="106"/>
          <ac:cxnSpMkLst>
            <pc:docMk/>
            <pc:sldMk cId="219528012" sldId="266"/>
            <ac:cxnSpMk id="107" creationId="{559E281D-B688-506B-97EF-67119614E961}"/>
          </ac:cxnSpMkLst>
        </pc:cxnChg>
        <pc:cxnChg chg="add del mod">
          <ac:chgData name="Vincent Straub" userId="cc81dce8-242d-424d-a3c5-7390e8e80d05" providerId="ADAL" clId="{0E96C34D-F066-4D44-8866-B6B98CBDDE83}" dt="2023-05-12T08:54:28.072" v="106"/>
          <ac:cxnSpMkLst>
            <pc:docMk/>
            <pc:sldMk cId="219528012" sldId="266"/>
            <ac:cxnSpMk id="108" creationId="{3B32D0A9-7A51-3579-58BE-E928797CFA0D}"/>
          </ac:cxnSpMkLst>
        </pc:cxnChg>
        <pc:cxnChg chg="add del mod">
          <ac:chgData name="Vincent Straub" userId="cc81dce8-242d-424d-a3c5-7390e8e80d05" providerId="ADAL" clId="{0E96C34D-F066-4D44-8866-B6B98CBDDE83}" dt="2023-05-12T08:54:28.072" v="106"/>
          <ac:cxnSpMkLst>
            <pc:docMk/>
            <pc:sldMk cId="219528012" sldId="266"/>
            <ac:cxnSpMk id="109" creationId="{FCACEE2A-CFF7-27CB-1611-012DD18E7784}"/>
          </ac:cxnSpMkLst>
        </pc:cxnChg>
        <pc:cxnChg chg="add del mod">
          <ac:chgData name="Vincent Straub" userId="cc81dce8-242d-424d-a3c5-7390e8e80d05" providerId="ADAL" clId="{0E96C34D-F066-4D44-8866-B6B98CBDDE83}" dt="2023-05-12T08:54:28.072" v="106"/>
          <ac:cxnSpMkLst>
            <pc:docMk/>
            <pc:sldMk cId="219528012" sldId="266"/>
            <ac:cxnSpMk id="110" creationId="{DFD882D7-9EF9-6E89-2131-E5B7C855210D}"/>
          </ac:cxnSpMkLst>
        </pc:cxnChg>
        <pc:cxnChg chg="add del mod">
          <ac:chgData name="Vincent Straub" userId="cc81dce8-242d-424d-a3c5-7390e8e80d05" providerId="ADAL" clId="{0E96C34D-F066-4D44-8866-B6B98CBDDE83}" dt="2023-05-12T08:54:28.072" v="106"/>
          <ac:cxnSpMkLst>
            <pc:docMk/>
            <pc:sldMk cId="219528012" sldId="266"/>
            <ac:cxnSpMk id="111" creationId="{2D862147-8324-32DA-6E80-D34F8A9C4C79}"/>
          </ac:cxnSpMkLst>
        </pc:cxnChg>
        <pc:cxnChg chg="add del mod">
          <ac:chgData name="Vincent Straub" userId="cc81dce8-242d-424d-a3c5-7390e8e80d05" providerId="ADAL" clId="{0E96C34D-F066-4D44-8866-B6B98CBDDE83}" dt="2023-05-12T08:54:28.072" v="106"/>
          <ac:cxnSpMkLst>
            <pc:docMk/>
            <pc:sldMk cId="219528012" sldId="266"/>
            <ac:cxnSpMk id="112" creationId="{0F57A009-5F2A-45D9-FEF5-F82AAC8A4A3C}"/>
          </ac:cxnSpMkLst>
        </pc:cxnChg>
        <pc:cxnChg chg="add del mod">
          <ac:chgData name="Vincent Straub" userId="cc81dce8-242d-424d-a3c5-7390e8e80d05" providerId="ADAL" clId="{0E96C34D-F066-4D44-8866-B6B98CBDDE83}" dt="2023-05-12T08:54:28.072" v="106"/>
          <ac:cxnSpMkLst>
            <pc:docMk/>
            <pc:sldMk cId="219528012" sldId="266"/>
            <ac:cxnSpMk id="113" creationId="{3FF252F3-C72E-BB33-F466-C7DEF6B61304}"/>
          </ac:cxnSpMkLst>
        </pc:cxnChg>
        <pc:cxnChg chg="add del mod">
          <ac:chgData name="Vincent Straub" userId="cc81dce8-242d-424d-a3c5-7390e8e80d05" providerId="ADAL" clId="{0E96C34D-F066-4D44-8866-B6B98CBDDE83}" dt="2023-05-12T08:54:28.072" v="106"/>
          <ac:cxnSpMkLst>
            <pc:docMk/>
            <pc:sldMk cId="219528012" sldId="266"/>
            <ac:cxnSpMk id="114" creationId="{7358A02C-197C-6BDB-80DA-A987E78F8609}"/>
          </ac:cxnSpMkLst>
        </pc:cxnChg>
        <pc:cxnChg chg="add del mod">
          <ac:chgData name="Vincent Straub" userId="cc81dce8-242d-424d-a3c5-7390e8e80d05" providerId="ADAL" clId="{0E96C34D-F066-4D44-8866-B6B98CBDDE83}" dt="2023-05-12T08:54:28.072" v="106"/>
          <ac:cxnSpMkLst>
            <pc:docMk/>
            <pc:sldMk cId="219528012" sldId="266"/>
            <ac:cxnSpMk id="115" creationId="{C30FC6C5-B0DA-6944-8700-FA697AB927B3}"/>
          </ac:cxnSpMkLst>
        </pc:cxnChg>
        <pc:cxnChg chg="add del mod">
          <ac:chgData name="Vincent Straub" userId="cc81dce8-242d-424d-a3c5-7390e8e80d05" providerId="ADAL" clId="{0E96C34D-F066-4D44-8866-B6B98CBDDE83}" dt="2023-05-12T08:54:28.072" v="106"/>
          <ac:cxnSpMkLst>
            <pc:docMk/>
            <pc:sldMk cId="219528012" sldId="266"/>
            <ac:cxnSpMk id="116" creationId="{70CB66EC-6972-881D-7BE8-277024B45E46}"/>
          </ac:cxnSpMkLst>
        </pc:cxnChg>
        <pc:cxnChg chg="add del mod">
          <ac:chgData name="Vincent Straub" userId="cc81dce8-242d-424d-a3c5-7390e8e80d05" providerId="ADAL" clId="{0E96C34D-F066-4D44-8866-B6B98CBDDE83}" dt="2023-05-12T08:54:28.072" v="106"/>
          <ac:cxnSpMkLst>
            <pc:docMk/>
            <pc:sldMk cId="219528012" sldId="266"/>
            <ac:cxnSpMk id="117" creationId="{4B3FFE7E-352C-C5E4-936E-5CCBFF4428C4}"/>
          </ac:cxnSpMkLst>
        </pc:cxnChg>
        <pc:cxnChg chg="add del mod">
          <ac:chgData name="Vincent Straub" userId="cc81dce8-242d-424d-a3c5-7390e8e80d05" providerId="ADAL" clId="{0E96C34D-F066-4D44-8866-B6B98CBDDE83}" dt="2023-05-12T08:54:28.072" v="106"/>
          <ac:cxnSpMkLst>
            <pc:docMk/>
            <pc:sldMk cId="219528012" sldId="266"/>
            <ac:cxnSpMk id="118" creationId="{AACAB9B1-ABAB-A7C6-38DB-FE9FDBA5723A}"/>
          </ac:cxnSpMkLst>
        </pc:cxnChg>
        <pc:cxnChg chg="add del mod">
          <ac:chgData name="Vincent Straub" userId="cc81dce8-242d-424d-a3c5-7390e8e80d05" providerId="ADAL" clId="{0E96C34D-F066-4D44-8866-B6B98CBDDE83}" dt="2023-05-12T08:54:28.072" v="106"/>
          <ac:cxnSpMkLst>
            <pc:docMk/>
            <pc:sldMk cId="219528012" sldId="266"/>
            <ac:cxnSpMk id="119" creationId="{4409FC44-D0F8-4DB5-771B-9ED53DF5A029}"/>
          </ac:cxnSpMkLst>
        </pc:cxnChg>
        <pc:cxnChg chg="add del mod">
          <ac:chgData name="Vincent Straub" userId="cc81dce8-242d-424d-a3c5-7390e8e80d05" providerId="ADAL" clId="{0E96C34D-F066-4D44-8866-B6B98CBDDE83}" dt="2023-05-12T08:54:28.072" v="106"/>
          <ac:cxnSpMkLst>
            <pc:docMk/>
            <pc:sldMk cId="219528012" sldId="266"/>
            <ac:cxnSpMk id="120" creationId="{1C733EEF-B316-A466-ECA8-49D466A0ADA1}"/>
          </ac:cxnSpMkLst>
        </pc:cxnChg>
        <pc:cxnChg chg="add del mod">
          <ac:chgData name="Vincent Straub" userId="cc81dce8-242d-424d-a3c5-7390e8e80d05" providerId="ADAL" clId="{0E96C34D-F066-4D44-8866-B6B98CBDDE83}" dt="2023-05-12T08:54:28.072" v="106"/>
          <ac:cxnSpMkLst>
            <pc:docMk/>
            <pc:sldMk cId="219528012" sldId="266"/>
            <ac:cxnSpMk id="121" creationId="{BF6307AA-0E03-DB55-65CB-582CBDB8D827}"/>
          </ac:cxnSpMkLst>
        </pc:cxnChg>
        <pc:cxnChg chg="add del mod">
          <ac:chgData name="Vincent Straub" userId="cc81dce8-242d-424d-a3c5-7390e8e80d05" providerId="ADAL" clId="{0E96C34D-F066-4D44-8866-B6B98CBDDE83}" dt="2023-05-12T08:54:28.072" v="106"/>
          <ac:cxnSpMkLst>
            <pc:docMk/>
            <pc:sldMk cId="219528012" sldId="266"/>
            <ac:cxnSpMk id="122" creationId="{FDF42526-0A47-9877-1620-6A45865C7894}"/>
          </ac:cxnSpMkLst>
        </pc:cxnChg>
        <pc:cxnChg chg="add del mod">
          <ac:chgData name="Vincent Straub" userId="cc81dce8-242d-424d-a3c5-7390e8e80d05" providerId="ADAL" clId="{0E96C34D-F066-4D44-8866-B6B98CBDDE83}" dt="2023-05-12T08:54:28.072" v="106"/>
          <ac:cxnSpMkLst>
            <pc:docMk/>
            <pc:sldMk cId="219528012" sldId="266"/>
            <ac:cxnSpMk id="123" creationId="{2A2FBC4E-2CB5-D842-D9C8-6BFF45B7CBC3}"/>
          </ac:cxnSpMkLst>
        </pc:cxnChg>
        <pc:cxnChg chg="add del mod">
          <ac:chgData name="Vincent Straub" userId="cc81dce8-242d-424d-a3c5-7390e8e80d05" providerId="ADAL" clId="{0E96C34D-F066-4D44-8866-B6B98CBDDE83}" dt="2023-05-12T08:54:28.072" v="106"/>
          <ac:cxnSpMkLst>
            <pc:docMk/>
            <pc:sldMk cId="219528012" sldId="266"/>
            <ac:cxnSpMk id="124" creationId="{29FDEBF8-3790-2C99-24DB-6BC8BA29E7EF}"/>
          </ac:cxnSpMkLst>
        </pc:cxnChg>
        <pc:cxnChg chg="add del mod">
          <ac:chgData name="Vincent Straub" userId="cc81dce8-242d-424d-a3c5-7390e8e80d05" providerId="ADAL" clId="{0E96C34D-F066-4D44-8866-B6B98CBDDE83}" dt="2023-05-12T08:54:28.072" v="106"/>
          <ac:cxnSpMkLst>
            <pc:docMk/>
            <pc:sldMk cId="219528012" sldId="266"/>
            <ac:cxnSpMk id="125" creationId="{A737DCA7-24C9-76A0-DCD9-449B0C45B576}"/>
          </ac:cxnSpMkLst>
        </pc:cxnChg>
        <pc:cxnChg chg="mod">
          <ac:chgData name="Vincent Straub" userId="cc81dce8-242d-424d-a3c5-7390e8e80d05" providerId="ADAL" clId="{0E96C34D-F066-4D44-8866-B6B98CBDDE83}" dt="2023-05-12T08:54:21.755" v="105"/>
          <ac:cxnSpMkLst>
            <pc:docMk/>
            <pc:sldMk cId="219528012" sldId="266"/>
            <ac:cxnSpMk id="130" creationId="{48515DAB-88AE-A1AB-484F-FD77FB3F9072}"/>
          </ac:cxnSpMkLst>
        </pc:cxnChg>
        <pc:cxnChg chg="mod">
          <ac:chgData name="Vincent Straub" userId="cc81dce8-242d-424d-a3c5-7390e8e80d05" providerId="ADAL" clId="{0E96C34D-F066-4D44-8866-B6B98CBDDE83}" dt="2023-05-12T08:54:21.755" v="105"/>
          <ac:cxnSpMkLst>
            <pc:docMk/>
            <pc:sldMk cId="219528012" sldId="266"/>
            <ac:cxnSpMk id="131" creationId="{09C8D88A-3D49-8627-9D99-B275EA1D78D8}"/>
          </ac:cxnSpMkLst>
        </pc:cxnChg>
        <pc:cxnChg chg="mod">
          <ac:chgData name="Vincent Straub" userId="cc81dce8-242d-424d-a3c5-7390e8e80d05" providerId="ADAL" clId="{0E96C34D-F066-4D44-8866-B6B98CBDDE83}" dt="2023-05-12T08:54:21.755" v="105"/>
          <ac:cxnSpMkLst>
            <pc:docMk/>
            <pc:sldMk cId="219528012" sldId="266"/>
            <ac:cxnSpMk id="132" creationId="{3036B0E4-44FA-6D81-D0C4-280E5A0195A4}"/>
          </ac:cxnSpMkLst>
        </pc:cxnChg>
        <pc:cxnChg chg="add del mod">
          <ac:chgData name="Vincent Straub" userId="cc81dce8-242d-424d-a3c5-7390e8e80d05" providerId="ADAL" clId="{0E96C34D-F066-4D44-8866-B6B98CBDDE83}" dt="2023-05-12T08:54:28.072" v="106"/>
          <ac:cxnSpMkLst>
            <pc:docMk/>
            <pc:sldMk cId="219528012" sldId="266"/>
            <ac:cxnSpMk id="134" creationId="{C70811B0-895E-7E1D-AB70-706DC9FDD15D}"/>
          </ac:cxnSpMkLst>
        </pc:cxnChg>
        <pc:cxnChg chg="add del mod">
          <ac:chgData name="Vincent Straub" userId="cc81dce8-242d-424d-a3c5-7390e8e80d05" providerId="ADAL" clId="{0E96C34D-F066-4D44-8866-B6B98CBDDE83}" dt="2023-05-12T08:54:28.072" v="106"/>
          <ac:cxnSpMkLst>
            <pc:docMk/>
            <pc:sldMk cId="219528012" sldId="266"/>
            <ac:cxnSpMk id="135" creationId="{201D7622-14AC-CDA0-D6FB-095BF2E08DE4}"/>
          </ac:cxnSpMkLst>
        </pc:cxnChg>
        <pc:cxnChg chg="add del mod">
          <ac:chgData name="Vincent Straub" userId="cc81dce8-242d-424d-a3c5-7390e8e80d05" providerId="ADAL" clId="{0E96C34D-F066-4D44-8866-B6B98CBDDE83}" dt="2023-05-12T08:54:28.072" v="106"/>
          <ac:cxnSpMkLst>
            <pc:docMk/>
            <pc:sldMk cId="219528012" sldId="266"/>
            <ac:cxnSpMk id="136" creationId="{1C490DAE-63D0-3DDF-5CE6-AAB35D7E2CB9}"/>
          </ac:cxnSpMkLst>
        </pc:cxnChg>
        <pc:cxnChg chg="add del mod">
          <ac:chgData name="Vincent Straub" userId="cc81dce8-242d-424d-a3c5-7390e8e80d05" providerId="ADAL" clId="{0E96C34D-F066-4D44-8866-B6B98CBDDE83}" dt="2023-05-12T08:54:28.072" v="106"/>
          <ac:cxnSpMkLst>
            <pc:docMk/>
            <pc:sldMk cId="219528012" sldId="266"/>
            <ac:cxnSpMk id="137" creationId="{167FB82D-90D8-D848-27B8-1019CDA07983}"/>
          </ac:cxnSpMkLst>
        </pc:cxnChg>
        <pc:cxnChg chg="add del mod">
          <ac:chgData name="Vincent Straub" userId="cc81dce8-242d-424d-a3c5-7390e8e80d05" providerId="ADAL" clId="{0E96C34D-F066-4D44-8866-B6B98CBDDE83}" dt="2023-05-12T08:54:28.072" v="106"/>
          <ac:cxnSpMkLst>
            <pc:docMk/>
            <pc:sldMk cId="219528012" sldId="266"/>
            <ac:cxnSpMk id="138" creationId="{54796E8F-64D3-EC25-4F80-5FA61196E421}"/>
          </ac:cxnSpMkLst>
        </pc:cxnChg>
        <pc:cxnChg chg="add del mod">
          <ac:chgData name="Vincent Straub" userId="cc81dce8-242d-424d-a3c5-7390e8e80d05" providerId="ADAL" clId="{0E96C34D-F066-4D44-8866-B6B98CBDDE83}" dt="2023-05-12T08:54:28.072" v="106"/>
          <ac:cxnSpMkLst>
            <pc:docMk/>
            <pc:sldMk cId="219528012" sldId="266"/>
            <ac:cxnSpMk id="139" creationId="{A26F50BC-A8DD-46E7-EB1A-EE604A3E9636}"/>
          </ac:cxnSpMkLst>
        </pc:cxnChg>
        <pc:cxnChg chg="add del mod">
          <ac:chgData name="Vincent Straub" userId="cc81dce8-242d-424d-a3c5-7390e8e80d05" providerId="ADAL" clId="{0E96C34D-F066-4D44-8866-B6B98CBDDE83}" dt="2023-05-12T08:54:28.072" v="106"/>
          <ac:cxnSpMkLst>
            <pc:docMk/>
            <pc:sldMk cId="219528012" sldId="266"/>
            <ac:cxnSpMk id="140" creationId="{3D0F298B-0076-FEF8-95FA-936F552EBAE9}"/>
          </ac:cxnSpMkLst>
        </pc:cxnChg>
        <pc:cxnChg chg="add del mod">
          <ac:chgData name="Vincent Straub" userId="cc81dce8-242d-424d-a3c5-7390e8e80d05" providerId="ADAL" clId="{0E96C34D-F066-4D44-8866-B6B98CBDDE83}" dt="2023-05-12T08:54:28.072" v="106"/>
          <ac:cxnSpMkLst>
            <pc:docMk/>
            <pc:sldMk cId="219528012" sldId="266"/>
            <ac:cxnSpMk id="141" creationId="{EBD30453-474A-A160-4F5A-FD30A8EDD9BA}"/>
          </ac:cxnSpMkLst>
        </pc:cxnChg>
        <pc:cxnChg chg="add del mod">
          <ac:chgData name="Vincent Straub" userId="cc81dce8-242d-424d-a3c5-7390e8e80d05" providerId="ADAL" clId="{0E96C34D-F066-4D44-8866-B6B98CBDDE83}" dt="2023-05-12T08:54:28.072" v="106"/>
          <ac:cxnSpMkLst>
            <pc:docMk/>
            <pc:sldMk cId="219528012" sldId="266"/>
            <ac:cxnSpMk id="142" creationId="{CBD1E20B-13C9-2306-221D-706F4CD9F030}"/>
          </ac:cxnSpMkLst>
        </pc:cxnChg>
        <pc:cxnChg chg="add del mod">
          <ac:chgData name="Vincent Straub" userId="cc81dce8-242d-424d-a3c5-7390e8e80d05" providerId="ADAL" clId="{0E96C34D-F066-4D44-8866-B6B98CBDDE83}" dt="2023-05-12T08:54:28.072" v="106"/>
          <ac:cxnSpMkLst>
            <pc:docMk/>
            <pc:sldMk cId="219528012" sldId="266"/>
            <ac:cxnSpMk id="143" creationId="{02F1022E-3EC5-63F2-06D1-7C05FAFB6264}"/>
          </ac:cxnSpMkLst>
        </pc:cxnChg>
        <pc:cxnChg chg="add del mod">
          <ac:chgData name="Vincent Straub" userId="cc81dce8-242d-424d-a3c5-7390e8e80d05" providerId="ADAL" clId="{0E96C34D-F066-4D44-8866-B6B98CBDDE83}" dt="2023-05-12T08:54:28.072" v="106"/>
          <ac:cxnSpMkLst>
            <pc:docMk/>
            <pc:sldMk cId="219528012" sldId="266"/>
            <ac:cxnSpMk id="144" creationId="{253528A4-A53A-EAA9-913D-9725199B5BC0}"/>
          </ac:cxnSpMkLst>
        </pc:cxnChg>
        <pc:cxnChg chg="add del mod">
          <ac:chgData name="Vincent Straub" userId="cc81dce8-242d-424d-a3c5-7390e8e80d05" providerId="ADAL" clId="{0E96C34D-F066-4D44-8866-B6B98CBDDE83}" dt="2023-05-12T08:54:28.072" v="106"/>
          <ac:cxnSpMkLst>
            <pc:docMk/>
            <pc:sldMk cId="219528012" sldId="266"/>
            <ac:cxnSpMk id="145" creationId="{C0D88400-D020-94F0-225D-915240EBB8C3}"/>
          </ac:cxnSpMkLst>
        </pc:cxnChg>
        <pc:cxnChg chg="add del mod">
          <ac:chgData name="Vincent Straub" userId="cc81dce8-242d-424d-a3c5-7390e8e80d05" providerId="ADAL" clId="{0E96C34D-F066-4D44-8866-B6B98CBDDE83}" dt="2023-05-12T08:54:28.072" v="106"/>
          <ac:cxnSpMkLst>
            <pc:docMk/>
            <pc:sldMk cId="219528012" sldId="266"/>
            <ac:cxnSpMk id="146" creationId="{ED5A6434-6D8C-06DA-ED58-FE409CF0E6B9}"/>
          </ac:cxnSpMkLst>
        </pc:cxnChg>
        <pc:cxnChg chg="add del mod">
          <ac:chgData name="Vincent Straub" userId="cc81dce8-242d-424d-a3c5-7390e8e80d05" providerId="ADAL" clId="{0E96C34D-F066-4D44-8866-B6B98CBDDE83}" dt="2023-05-12T08:54:28.072" v="106"/>
          <ac:cxnSpMkLst>
            <pc:docMk/>
            <pc:sldMk cId="219528012" sldId="266"/>
            <ac:cxnSpMk id="222" creationId="{E8FDC631-23D9-EC4E-FD85-856E65500F52}"/>
          </ac:cxnSpMkLst>
        </pc:cxnChg>
        <pc:cxnChg chg="add del mod">
          <ac:chgData name="Vincent Straub" userId="cc81dce8-242d-424d-a3c5-7390e8e80d05" providerId="ADAL" clId="{0E96C34D-F066-4D44-8866-B6B98CBDDE83}" dt="2023-05-12T08:54:28.072" v="106"/>
          <ac:cxnSpMkLst>
            <pc:docMk/>
            <pc:sldMk cId="219528012" sldId="266"/>
            <ac:cxnSpMk id="232" creationId="{9AC5AE37-D4E1-0B93-1F9F-5620D285D580}"/>
          </ac:cxnSpMkLst>
        </pc:cxnChg>
        <pc:cxnChg chg="add del mod">
          <ac:chgData name="Vincent Straub" userId="cc81dce8-242d-424d-a3c5-7390e8e80d05" providerId="ADAL" clId="{0E96C34D-F066-4D44-8866-B6B98CBDDE83}" dt="2023-05-12T08:54:28.072" v="106"/>
          <ac:cxnSpMkLst>
            <pc:docMk/>
            <pc:sldMk cId="219528012" sldId="266"/>
            <ac:cxnSpMk id="233" creationId="{220F5F4C-6ADD-688B-CCF1-9F9457326E30}"/>
          </ac:cxnSpMkLst>
        </pc:cxnChg>
        <pc:cxnChg chg="add del mod">
          <ac:chgData name="Vincent Straub" userId="cc81dce8-242d-424d-a3c5-7390e8e80d05" providerId="ADAL" clId="{0E96C34D-F066-4D44-8866-B6B98CBDDE83}" dt="2023-05-12T08:54:28.072" v="106"/>
          <ac:cxnSpMkLst>
            <pc:docMk/>
            <pc:sldMk cId="219528012" sldId="266"/>
            <ac:cxnSpMk id="235" creationId="{DE53F5CF-BCEE-C6ED-6E8C-D5095BFD99A1}"/>
          </ac:cxnSpMkLst>
        </pc:cxnChg>
        <pc:cxnChg chg="add del mod">
          <ac:chgData name="Vincent Straub" userId="cc81dce8-242d-424d-a3c5-7390e8e80d05" providerId="ADAL" clId="{0E96C34D-F066-4D44-8866-B6B98CBDDE83}" dt="2023-05-12T08:54:28.072" v="106"/>
          <ac:cxnSpMkLst>
            <pc:docMk/>
            <pc:sldMk cId="219528012" sldId="266"/>
            <ac:cxnSpMk id="294" creationId="{796C0037-BCB4-EFB4-1FEB-CE2C3BBCE2DE}"/>
          </ac:cxnSpMkLst>
        </pc:cxnChg>
        <pc:cxnChg chg="add del mod">
          <ac:chgData name="Vincent Straub" userId="cc81dce8-242d-424d-a3c5-7390e8e80d05" providerId="ADAL" clId="{0E96C34D-F066-4D44-8866-B6B98CBDDE83}" dt="2023-05-12T08:54:28.072" v="106"/>
          <ac:cxnSpMkLst>
            <pc:docMk/>
            <pc:sldMk cId="219528012" sldId="266"/>
            <ac:cxnSpMk id="328" creationId="{9FCE3B47-B244-D4BD-8D43-7DB3054AC86B}"/>
          </ac:cxnSpMkLst>
        </pc:cxnChg>
        <pc:cxnChg chg="add del mod">
          <ac:chgData name="Vincent Straub" userId="cc81dce8-242d-424d-a3c5-7390e8e80d05" providerId="ADAL" clId="{0E96C34D-F066-4D44-8866-B6B98CBDDE83}" dt="2023-05-12T08:54:28.072" v="106"/>
          <ac:cxnSpMkLst>
            <pc:docMk/>
            <pc:sldMk cId="219528012" sldId="266"/>
            <ac:cxnSpMk id="331" creationId="{BB0279ED-CEEE-1263-6D4C-82FA800E71E4}"/>
          </ac:cxnSpMkLst>
        </pc:cxnChg>
      </pc:sldChg>
      <pc:sldChg chg="addSp delSp modSp mod">
        <pc:chgData name="Vincent Straub" userId="cc81dce8-242d-424d-a3c5-7390e8e80d05" providerId="ADAL" clId="{0E96C34D-F066-4D44-8866-B6B98CBDDE83}" dt="2023-05-12T09:05:21.230" v="251" actId="14100"/>
        <pc:sldMkLst>
          <pc:docMk/>
          <pc:sldMk cId="2594450314" sldId="267"/>
        </pc:sldMkLst>
        <pc:spChg chg="add mod">
          <ac:chgData name="Vincent Straub" userId="cc81dce8-242d-424d-a3c5-7390e8e80d05" providerId="ADAL" clId="{0E96C34D-F066-4D44-8866-B6B98CBDDE83}" dt="2023-05-12T08:50:00.629" v="55" actId="255"/>
          <ac:spMkLst>
            <pc:docMk/>
            <pc:sldMk cId="2594450314" sldId="267"/>
            <ac:spMk id="2" creationId="{8ED0EF8C-939F-D4B9-6FAA-77B449A1946E}"/>
          </ac:spMkLst>
        </pc:spChg>
        <pc:spChg chg="add mod">
          <ac:chgData name="Vincent Straub" userId="cc81dce8-242d-424d-a3c5-7390e8e80d05" providerId="ADAL" clId="{0E96C34D-F066-4D44-8866-B6B98CBDDE83}" dt="2023-05-12T08:53:43.814" v="104"/>
          <ac:spMkLst>
            <pc:docMk/>
            <pc:sldMk cId="2594450314" sldId="267"/>
            <ac:spMk id="3" creationId="{7E679D9A-A710-F2BD-2B92-8AF4A84F4C73}"/>
          </ac:spMkLst>
        </pc:spChg>
        <pc:spChg chg="add del mod">
          <ac:chgData name="Vincent Straub" userId="cc81dce8-242d-424d-a3c5-7390e8e80d05" providerId="ADAL" clId="{0E96C34D-F066-4D44-8866-B6B98CBDDE83}" dt="2023-05-12T09:00:59.786" v="171" actId="478"/>
          <ac:spMkLst>
            <pc:docMk/>
            <pc:sldMk cId="2594450314" sldId="267"/>
            <ac:spMk id="4" creationId="{62F7B750-C6E6-3F06-091F-C85793298F28}"/>
          </ac:spMkLst>
        </pc:spChg>
        <pc:spChg chg="add del mod">
          <ac:chgData name="Vincent Straub" userId="cc81dce8-242d-424d-a3c5-7390e8e80d05" providerId="ADAL" clId="{0E96C34D-F066-4D44-8866-B6B98CBDDE83}" dt="2023-05-12T09:00:59.786" v="171" actId="478"/>
          <ac:spMkLst>
            <pc:docMk/>
            <pc:sldMk cId="2594450314" sldId="267"/>
            <ac:spMk id="5" creationId="{03AA0B31-299C-2997-AAFA-FE4DE515A4BB}"/>
          </ac:spMkLst>
        </pc:spChg>
        <pc:spChg chg="add del mod">
          <ac:chgData name="Vincent Straub" userId="cc81dce8-242d-424d-a3c5-7390e8e80d05" providerId="ADAL" clId="{0E96C34D-F066-4D44-8866-B6B98CBDDE83}" dt="2023-05-12T09:00:59.786" v="171" actId="478"/>
          <ac:spMkLst>
            <pc:docMk/>
            <pc:sldMk cId="2594450314" sldId="267"/>
            <ac:spMk id="6" creationId="{267E866E-C255-A90F-6523-8B17C8E36D6C}"/>
          </ac:spMkLst>
        </pc:spChg>
        <pc:spChg chg="add del mod">
          <ac:chgData name="Vincent Straub" userId="cc81dce8-242d-424d-a3c5-7390e8e80d05" providerId="ADAL" clId="{0E96C34D-F066-4D44-8866-B6B98CBDDE83}" dt="2023-05-12T09:00:59.786" v="171" actId="478"/>
          <ac:spMkLst>
            <pc:docMk/>
            <pc:sldMk cId="2594450314" sldId="267"/>
            <ac:spMk id="7" creationId="{B4CC0CF9-F12E-77D6-396C-68BA1414322D}"/>
          </ac:spMkLst>
        </pc:spChg>
        <pc:spChg chg="add del mod">
          <ac:chgData name="Vincent Straub" userId="cc81dce8-242d-424d-a3c5-7390e8e80d05" providerId="ADAL" clId="{0E96C34D-F066-4D44-8866-B6B98CBDDE83}" dt="2023-05-12T09:00:59.786" v="171" actId="478"/>
          <ac:spMkLst>
            <pc:docMk/>
            <pc:sldMk cId="2594450314" sldId="267"/>
            <ac:spMk id="8" creationId="{A6B83561-4A03-8223-FE37-ED6573971301}"/>
          </ac:spMkLst>
        </pc:spChg>
        <pc:spChg chg="add del mod">
          <ac:chgData name="Vincent Straub" userId="cc81dce8-242d-424d-a3c5-7390e8e80d05" providerId="ADAL" clId="{0E96C34D-F066-4D44-8866-B6B98CBDDE83}" dt="2023-05-12T09:00:59.786" v="171" actId="478"/>
          <ac:spMkLst>
            <pc:docMk/>
            <pc:sldMk cId="2594450314" sldId="267"/>
            <ac:spMk id="9" creationId="{ABC2B800-50EF-7B9E-C162-26235151736A}"/>
          </ac:spMkLst>
        </pc:spChg>
        <pc:spChg chg="add del mod">
          <ac:chgData name="Vincent Straub" userId="cc81dce8-242d-424d-a3c5-7390e8e80d05" providerId="ADAL" clId="{0E96C34D-F066-4D44-8866-B6B98CBDDE83}" dt="2023-05-12T09:00:59.786" v="171" actId="478"/>
          <ac:spMkLst>
            <pc:docMk/>
            <pc:sldMk cId="2594450314" sldId="267"/>
            <ac:spMk id="11" creationId="{1436EC69-09A5-66C3-B648-5B703181F6DA}"/>
          </ac:spMkLst>
        </pc:spChg>
        <pc:spChg chg="add del mod">
          <ac:chgData name="Vincent Straub" userId="cc81dce8-242d-424d-a3c5-7390e8e80d05" providerId="ADAL" clId="{0E96C34D-F066-4D44-8866-B6B98CBDDE83}" dt="2023-05-12T09:00:59.786" v="171" actId="478"/>
          <ac:spMkLst>
            <pc:docMk/>
            <pc:sldMk cId="2594450314" sldId="267"/>
            <ac:spMk id="12" creationId="{FBF40950-0850-A340-CEB6-D1EDD0B93D8C}"/>
          </ac:spMkLst>
        </pc:spChg>
        <pc:spChg chg="add del mod">
          <ac:chgData name="Vincent Straub" userId="cc81dce8-242d-424d-a3c5-7390e8e80d05" providerId="ADAL" clId="{0E96C34D-F066-4D44-8866-B6B98CBDDE83}" dt="2023-05-12T09:00:59.786" v="171" actId="478"/>
          <ac:spMkLst>
            <pc:docMk/>
            <pc:sldMk cId="2594450314" sldId="267"/>
            <ac:spMk id="13" creationId="{A529F250-034C-3D7B-721C-9378562F2B82}"/>
          </ac:spMkLst>
        </pc:spChg>
        <pc:spChg chg="add del mod">
          <ac:chgData name="Vincent Straub" userId="cc81dce8-242d-424d-a3c5-7390e8e80d05" providerId="ADAL" clId="{0E96C34D-F066-4D44-8866-B6B98CBDDE83}" dt="2023-05-12T09:00:59.786" v="171" actId="478"/>
          <ac:spMkLst>
            <pc:docMk/>
            <pc:sldMk cId="2594450314" sldId="267"/>
            <ac:spMk id="14" creationId="{8815D121-F37E-6A9E-3CAB-1F02A459D626}"/>
          </ac:spMkLst>
        </pc:spChg>
        <pc:spChg chg="add del mod">
          <ac:chgData name="Vincent Straub" userId="cc81dce8-242d-424d-a3c5-7390e8e80d05" providerId="ADAL" clId="{0E96C34D-F066-4D44-8866-B6B98CBDDE83}" dt="2023-05-12T09:00:59.786" v="171" actId="478"/>
          <ac:spMkLst>
            <pc:docMk/>
            <pc:sldMk cId="2594450314" sldId="267"/>
            <ac:spMk id="15" creationId="{92DD497E-1DD6-B450-D026-053AC3F3E8D5}"/>
          </ac:spMkLst>
        </pc:spChg>
        <pc:spChg chg="add del mod">
          <ac:chgData name="Vincent Straub" userId="cc81dce8-242d-424d-a3c5-7390e8e80d05" providerId="ADAL" clId="{0E96C34D-F066-4D44-8866-B6B98CBDDE83}" dt="2023-05-12T09:00:59.786" v="171" actId="478"/>
          <ac:spMkLst>
            <pc:docMk/>
            <pc:sldMk cId="2594450314" sldId="267"/>
            <ac:spMk id="16" creationId="{69045C04-6370-A7CF-EAFF-95339BB850D1}"/>
          </ac:spMkLst>
        </pc:spChg>
        <pc:spChg chg="add del mod">
          <ac:chgData name="Vincent Straub" userId="cc81dce8-242d-424d-a3c5-7390e8e80d05" providerId="ADAL" clId="{0E96C34D-F066-4D44-8866-B6B98CBDDE83}" dt="2023-05-12T09:00:59.786" v="171" actId="478"/>
          <ac:spMkLst>
            <pc:docMk/>
            <pc:sldMk cId="2594450314" sldId="267"/>
            <ac:spMk id="17" creationId="{68455CC8-64C1-D837-45AA-B18229498E4B}"/>
          </ac:spMkLst>
        </pc:spChg>
        <pc:spChg chg="add del mod">
          <ac:chgData name="Vincent Straub" userId="cc81dce8-242d-424d-a3c5-7390e8e80d05" providerId="ADAL" clId="{0E96C34D-F066-4D44-8866-B6B98CBDDE83}" dt="2023-05-12T09:00:59.786" v="171" actId="478"/>
          <ac:spMkLst>
            <pc:docMk/>
            <pc:sldMk cId="2594450314" sldId="267"/>
            <ac:spMk id="18" creationId="{6FEC8438-AF88-BAC5-FC68-993222BE4661}"/>
          </ac:spMkLst>
        </pc:spChg>
        <pc:spChg chg="add del mod">
          <ac:chgData name="Vincent Straub" userId="cc81dce8-242d-424d-a3c5-7390e8e80d05" providerId="ADAL" clId="{0E96C34D-F066-4D44-8866-B6B98CBDDE83}" dt="2023-05-12T09:00:59.786" v="171" actId="478"/>
          <ac:spMkLst>
            <pc:docMk/>
            <pc:sldMk cId="2594450314" sldId="267"/>
            <ac:spMk id="19" creationId="{F5CC6E83-B60E-303E-26C5-6C26294EC296}"/>
          </ac:spMkLst>
        </pc:spChg>
        <pc:spChg chg="add del mod">
          <ac:chgData name="Vincent Straub" userId="cc81dce8-242d-424d-a3c5-7390e8e80d05" providerId="ADAL" clId="{0E96C34D-F066-4D44-8866-B6B98CBDDE83}" dt="2023-05-12T09:00:59.786" v="171" actId="478"/>
          <ac:spMkLst>
            <pc:docMk/>
            <pc:sldMk cId="2594450314" sldId="267"/>
            <ac:spMk id="20" creationId="{380F6A9C-14C5-295F-AD9B-10E1C2DE34A8}"/>
          </ac:spMkLst>
        </pc:spChg>
        <pc:spChg chg="add del mod">
          <ac:chgData name="Vincent Straub" userId="cc81dce8-242d-424d-a3c5-7390e8e80d05" providerId="ADAL" clId="{0E96C34D-F066-4D44-8866-B6B98CBDDE83}" dt="2023-05-12T09:00:59.786" v="171" actId="478"/>
          <ac:spMkLst>
            <pc:docMk/>
            <pc:sldMk cId="2594450314" sldId="267"/>
            <ac:spMk id="21" creationId="{88E24AE8-E429-5372-EBE9-AC7A49281C73}"/>
          </ac:spMkLst>
        </pc:spChg>
        <pc:spChg chg="add del mod">
          <ac:chgData name="Vincent Straub" userId="cc81dce8-242d-424d-a3c5-7390e8e80d05" providerId="ADAL" clId="{0E96C34D-F066-4D44-8866-B6B98CBDDE83}" dt="2023-05-12T09:00:59.786" v="171" actId="478"/>
          <ac:spMkLst>
            <pc:docMk/>
            <pc:sldMk cId="2594450314" sldId="267"/>
            <ac:spMk id="22" creationId="{D306FF88-DB48-0E73-5033-A9F95DED41D2}"/>
          </ac:spMkLst>
        </pc:spChg>
        <pc:spChg chg="add del mod">
          <ac:chgData name="Vincent Straub" userId="cc81dce8-242d-424d-a3c5-7390e8e80d05" providerId="ADAL" clId="{0E96C34D-F066-4D44-8866-B6B98CBDDE83}" dt="2023-05-12T09:00:59.786" v="171" actId="478"/>
          <ac:spMkLst>
            <pc:docMk/>
            <pc:sldMk cId="2594450314" sldId="267"/>
            <ac:spMk id="23" creationId="{C0D93708-2926-19B9-C1BE-B07614A52FE5}"/>
          </ac:spMkLst>
        </pc:spChg>
        <pc:spChg chg="add del mod">
          <ac:chgData name="Vincent Straub" userId="cc81dce8-242d-424d-a3c5-7390e8e80d05" providerId="ADAL" clId="{0E96C34D-F066-4D44-8866-B6B98CBDDE83}" dt="2023-05-12T09:00:59.786" v="171" actId="478"/>
          <ac:spMkLst>
            <pc:docMk/>
            <pc:sldMk cId="2594450314" sldId="267"/>
            <ac:spMk id="24" creationId="{BACB78BA-EA0F-56D4-0A45-81F4B1B69EBC}"/>
          </ac:spMkLst>
        </pc:spChg>
        <pc:spChg chg="add del mod">
          <ac:chgData name="Vincent Straub" userId="cc81dce8-242d-424d-a3c5-7390e8e80d05" providerId="ADAL" clId="{0E96C34D-F066-4D44-8866-B6B98CBDDE83}" dt="2023-05-12T09:00:59.786" v="171" actId="478"/>
          <ac:spMkLst>
            <pc:docMk/>
            <pc:sldMk cId="2594450314" sldId="267"/>
            <ac:spMk id="25" creationId="{451386F4-BCFA-AC02-76CC-FE12590BAC1F}"/>
          </ac:spMkLst>
        </pc:spChg>
        <pc:spChg chg="add del mod">
          <ac:chgData name="Vincent Straub" userId="cc81dce8-242d-424d-a3c5-7390e8e80d05" providerId="ADAL" clId="{0E96C34D-F066-4D44-8866-B6B98CBDDE83}" dt="2023-05-12T09:00:59.786" v="171" actId="478"/>
          <ac:spMkLst>
            <pc:docMk/>
            <pc:sldMk cId="2594450314" sldId="267"/>
            <ac:spMk id="26" creationId="{2FE5E4CB-E053-4C86-C534-2CBA85D86D64}"/>
          </ac:spMkLst>
        </pc:spChg>
        <pc:spChg chg="add del mod">
          <ac:chgData name="Vincent Straub" userId="cc81dce8-242d-424d-a3c5-7390e8e80d05" providerId="ADAL" clId="{0E96C34D-F066-4D44-8866-B6B98CBDDE83}" dt="2023-05-12T09:00:59.786" v="171" actId="478"/>
          <ac:spMkLst>
            <pc:docMk/>
            <pc:sldMk cId="2594450314" sldId="267"/>
            <ac:spMk id="28" creationId="{21D43929-AE7D-F277-5EA3-924EFF9B66F4}"/>
          </ac:spMkLst>
        </pc:spChg>
        <pc:spChg chg="add del mod">
          <ac:chgData name="Vincent Straub" userId="cc81dce8-242d-424d-a3c5-7390e8e80d05" providerId="ADAL" clId="{0E96C34D-F066-4D44-8866-B6B98CBDDE83}" dt="2023-05-12T09:00:59.786" v="171" actId="478"/>
          <ac:spMkLst>
            <pc:docMk/>
            <pc:sldMk cId="2594450314" sldId="267"/>
            <ac:spMk id="31" creationId="{08EBE6EE-A4B0-6373-1E8A-6D4EA995368F}"/>
          </ac:spMkLst>
        </pc:spChg>
        <pc:spChg chg="add del mod">
          <ac:chgData name="Vincent Straub" userId="cc81dce8-242d-424d-a3c5-7390e8e80d05" providerId="ADAL" clId="{0E96C34D-F066-4D44-8866-B6B98CBDDE83}" dt="2023-05-12T09:00:59.786" v="171" actId="478"/>
          <ac:spMkLst>
            <pc:docMk/>
            <pc:sldMk cId="2594450314" sldId="267"/>
            <ac:spMk id="32" creationId="{8C2FED7C-AAD8-55F9-9631-49F10DB888D3}"/>
          </ac:spMkLst>
        </pc:spChg>
        <pc:spChg chg="add del mod">
          <ac:chgData name="Vincent Straub" userId="cc81dce8-242d-424d-a3c5-7390e8e80d05" providerId="ADAL" clId="{0E96C34D-F066-4D44-8866-B6B98CBDDE83}" dt="2023-05-12T09:00:59.786" v="171" actId="478"/>
          <ac:spMkLst>
            <pc:docMk/>
            <pc:sldMk cId="2594450314" sldId="267"/>
            <ac:spMk id="33" creationId="{EC4931A2-04C5-C78B-9602-D4156A36EB31}"/>
          </ac:spMkLst>
        </pc:spChg>
        <pc:spChg chg="add del mod">
          <ac:chgData name="Vincent Straub" userId="cc81dce8-242d-424d-a3c5-7390e8e80d05" providerId="ADAL" clId="{0E96C34D-F066-4D44-8866-B6B98CBDDE83}" dt="2023-05-12T09:00:59.786" v="171" actId="478"/>
          <ac:spMkLst>
            <pc:docMk/>
            <pc:sldMk cId="2594450314" sldId="267"/>
            <ac:spMk id="35" creationId="{8E9EF806-1A54-7AE1-CD9F-C05D6988AACC}"/>
          </ac:spMkLst>
        </pc:spChg>
        <pc:spChg chg="add del mod">
          <ac:chgData name="Vincent Straub" userId="cc81dce8-242d-424d-a3c5-7390e8e80d05" providerId="ADAL" clId="{0E96C34D-F066-4D44-8866-B6B98CBDDE83}" dt="2023-05-12T09:00:59.786" v="171" actId="478"/>
          <ac:spMkLst>
            <pc:docMk/>
            <pc:sldMk cId="2594450314" sldId="267"/>
            <ac:spMk id="36" creationId="{1AD81AFF-FD71-D82B-EF0E-6E25AB10BC8B}"/>
          </ac:spMkLst>
        </pc:spChg>
        <pc:spChg chg="add del mod">
          <ac:chgData name="Vincent Straub" userId="cc81dce8-242d-424d-a3c5-7390e8e80d05" providerId="ADAL" clId="{0E96C34D-F066-4D44-8866-B6B98CBDDE83}" dt="2023-05-12T09:00:59.786" v="171" actId="478"/>
          <ac:spMkLst>
            <pc:docMk/>
            <pc:sldMk cId="2594450314" sldId="267"/>
            <ac:spMk id="37" creationId="{D13109A6-DF45-D0A3-44B8-9D0A2E6A0894}"/>
          </ac:spMkLst>
        </pc:spChg>
        <pc:spChg chg="add del mod">
          <ac:chgData name="Vincent Straub" userId="cc81dce8-242d-424d-a3c5-7390e8e80d05" providerId="ADAL" clId="{0E96C34D-F066-4D44-8866-B6B98CBDDE83}" dt="2023-05-12T09:00:59.786" v="171" actId="478"/>
          <ac:spMkLst>
            <pc:docMk/>
            <pc:sldMk cId="2594450314" sldId="267"/>
            <ac:spMk id="38" creationId="{CA6B40CE-D76D-DB6B-78C3-2C3135688991}"/>
          </ac:spMkLst>
        </pc:spChg>
        <pc:spChg chg="add del mod">
          <ac:chgData name="Vincent Straub" userId="cc81dce8-242d-424d-a3c5-7390e8e80d05" providerId="ADAL" clId="{0E96C34D-F066-4D44-8866-B6B98CBDDE83}" dt="2023-05-12T09:00:59.786" v="171" actId="478"/>
          <ac:spMkLst>
            <pc:docMk/>
            <pc:sldMk cId="2594450314" sldId="267"/>
            <ac:spMk id="39" creationId="{E1DA600C-AD94-CEA4-8A6A-D171CA8AFF9F}"/>
          </ac:spMkLst>
        </pc:spChg>
        <pc:spChg chg="add del mod">
          <ac:chgData name="Vincent Straub" userId="cc81dce8-242d-424d-a3c5-7390e8e80d05" providerId="ADAL" clId="{0E96C34D-F066-4D44-8866-B6B98CBDDE83}" dt="2023-05-12T09:00:59.786" v="171" actId="478"/>
          <ac:spMkLst>
            <pc:docMk/>
            <pc:sldMk cId="2594450314" sldId="267"/>
            <ac:spMk id="40" creationId="{40D31B7A-4E1F-5EF6-C38E-EDB01ED941D3}"/>
          </ac:spMkLst>
        </pc:spChg>
        <pc:spChg chg="add del mod">
          <ac:chgData name="Vincent Straub" userId="cc81dce8-242d-424d-a3c5-7390e8e80d05" providerId="ADAL" clId="{0E96C34D-F066-4D44-8866-B6B98CBDDE83}" dt="2023-05-12T09:00:59.786" v="171" actId="478"/>
          <ac:spMkLst>
            <pc:docMk/>
            <pc:sldMk cId="2594450314" sldId="267"/>
            <ac:spMk id="44" creationId="{921139AD-655C-D8FC-1BA2-412182571155}"/>
          </ac:spMkLst>
        </pc:spChg>
        <pc:spChg chg="add del mod">
          <ac:chgData name="Vincent Straub" userId="cc81dce8-242d-424d-a3c5-7390e8e80d05" providerId="ADAL" clId="{0E96C34D-F066-4D44-8866-B6B98CBDDE83}" dt="2023-05-12T09:00:59.786" v="171" actId="478"/>
          <ac:spMkLst>
            <pc:docMk/>
            <pc:sldMk cId="2594450314" sldId="267"/>
            <ac:spMk id="45" creationId="{5E01B492-1877-EC3D-6537-5A917A5F0D54}"/>
          </ac:spMkLst>
        </pc:spChg>
        <pc:spChg chg="add del mod">
          <ac:chgData name="Vincent Straub" userId="cc81dce8-242d-424d-a3c5-7390e8e80d05" providerId="ADAL" clId="{0E96C34D-F066-4D44-8866-B6B98CBDDE83}" dt="2023-05-12T09:00:59.786" v="171" actId="478"/>
          <ac:spMkLst>
            <pc:docMk/>
            <pc:sldMk cId="2594450314" sldId="267"/>
            <ac:spMk id="46" creationId="{F3C10C87-06E8-8F24-02BC-4F04AC15298D}"/>
          </ac:spMkLst>
        </pc:spChg>
        <pc:spChg chg="add del mod">
          <ac:chgData name="Vincent Straub" userId="cc81dce8-242d-424d-a3c5-7390e8e80d05" providerId="ADAL" clId="{0E96C34D-F066-4D44-8866-B6B98CBDDE83}" dt="2023-05-12T09:00:59.786" v="171" actId="478"/>
          <ac:spMkLst>
            <pc:docMk/>
            <pc:sldMk cId="2594450314" sldId="267"/>
            <ac:spMk id="47" creationId="{8B11AA5A-D387-0328-A553-9023FEE1FDA5}"/>
          </ac:spMkLst>
        </pc:spChg>
        <pc:spChg chg="add del mod">
          <ac:chgData name="Vincent Straub" userId="cc81dce8-242d-424d-a3c5-7390e8e80d05" providerId="ADAL" clId="{0E96C34D-F066-4D44-8866-B6B98CBDDE83}" dt="2023-05-12T09:00:59.786" v="171" actId="478"/>
          <ac:spMkLst>
            <pc:docMk/>
            <pc:sldMk cId="2594450314" sldId="267"/>
            <ac:spMk id="48" creationId="{16475770-776F-9924-39E7-BCB1313026A1}"/>
          </ac:spMkLst>
        </pc:spChg>
        <pc:spChg chg="add del mod">
          <ac:chgData name="Vincent Straub" userId="cc81dce8-242d-424d-a3c5-7390e8e80d05" providerId="ADAL" clId="{0E96C34D-F066-4D44-8866-B6B98CBDDE83}" dt="2023-05-12T09:00:59.786" v="171" actId="478"/>
          <ac:spMkLst>
            <pc:docMk/>
            <pc:sldMk cId="2594450314" sldId="267"/>
            <ac:spMk id="49" creationId="{4140DA16-FB7C-DECD-7829-F999FB9C7209}"/>
          </ac:spMkLst>
        </pc:spChg>
        <pc:spChg chg="add del mod">
          <ac:chgData name="Vincent Straub" userId="cc81dce8-242d-424d-a3c5-7390e8e80d05" providerId="ADAL" clId="{0E96C34D-F066-4D44-8866-B6B98CBDDE83}" dt="2023-05-12T09:00:59.786" v="171" actId="478"/>
          <ac:spMkLst>
            <pc:docMk/>
            <pc:sldMk cId="2594450314" sldId="267"/>
            <ac:spMk id="50" creationId="{B747E25B-F613-85EB-F569-CC3DCDB046B9}"/>
          </ac:spMkLst>
        </pc:spChg>
        <pc:spChg chg="add del mod">
          <ac:chgData name="Vincent Straub" userId="cc81dce8-242d-424d-a3c5-7390e8e80d05" providerId="ADAL" clId="{0E96C34D-F066-4D44-8866-B6B98CBDDE83}" dt="2023-05-12T09:00:59.786" v="171" actId="478"/>
          <ac:spMkLst>
            <pc:docMk/>
            <pc:sldMk cId="2594450314" sldId="267"/>
            <ac:spMk id="51" creationId="{0CE52E21-C746-E9FD-E501-35C32343303F}"/>
          </ac:spMkLst>
        </pc:spChg>
        <pc:spChg chg="add del mod">
          <ac:chgData name="Vincent Straub" userId="cc81dce8-242d-424d-a3c5-7390e8e80d05" providerId="ADAL" clId="{0E96C34D-F066-4D44-8866-B6B98CBDDE83}" dt="2023-05-12T09:00:59.786" v="171" actId="478"/>
          <ac:spMkLst>
            <pc:docMk/>
            <pc:sldMk cId="2594450314" sldId="267"/>
            <ac:spMk id="52" creationId="{498D86AA-07E3-C81D-DF65-54EC53C76189}"/>
          </ac:spMkLst>
        </pc:spChg>
        <pc:spChg chg="add del mod">
          <ac:chgData name="Vincent Straub" userId="cc81dce8-242d-424d-a3c5-7390e8e80d05" providerId="ADAL" clId="{0E96C34D-F066-4D44-8866-B6B98CBDDE83}" dt="2023-05-12T09:00:59.786" v="171" actId="478"/>
          <ac:spMkLst>
            <pc:docMk/>
            <pc:sldMk cId="2594450314" sldId="267"/>
            <ac:spMk id="53" creationId="{EE668441-4756-B5D2-B3B3-67C433820ADE}"/>
          </ac:spMkLst>
        </pc:spChg>
        <pc:spChg chg="add del mod">
          <ac:chgData name="Vincent Straub" userId="cc81dce8-242d-424d-a3c5-7390e8e80d05" providerId="ADAL" clId="{0E96C34D-F066-4D44-8866-B6B98CBDDE83}" dt="2023-05-12T09:00:59.786" v="171" actId="478"/>
          <ac:spMkLst>
            <pc:docMk/>
            <pc:sldMk cId="2594450314" sldId="267"/>
            <ac:spMk id="54" creationId="{A2B69806-4328-D4ED-74D6-6DB0BD4E5462}"/>
          </ac:spMkLst>
        </pc:spChg>
        <pc:picChg chg="add del mod">
          <ac:chgData name="Vincent Straub" userId="cc81dce8-242d-424d-a3c5-7390e8e80d05" providerId="ADAL" clId="{0E96C34D-F066-4D44-8866-B6B98CBDDE83}" dt="2023-05-12T09:00:59.786" v="171" actId="478"/>
          <ac:picMkLst>
            <pc:docMk/>
            <pc:sldMk cId="2594450314" sldId="267"/>
            <ac:picMk id="27" creationId="{B5809DA2-C0C8-0AA8-1E2A-275949D7D6FC}"/>
          </ac:picMkLst>
        </pc:picChg>
        <pc:picChg chg="add del mod">
          <ac:chgData name="Vincent Straub" userId="cc81dce8-242d-424d-a3c5-7390e8e80d05" providerId="ADAL" clId="{0E96C34D-F066-4D44-8866-B6B98CBDDE83}" dt="2023-05-12T09:00:59.786" v="171" actId="478"/>
          <ac:picMkLst>
            <pc:docMk/>
            <pc:sldMk cId="2594450314" sldId="267"/>
            <ac:picMk id="29" creationId="{9CBA5270-7DC0-F302-145A-8EBF82C7EE70}"/>
          </ac:picMkLst>
        </pc:picChg>
        <pc:picChg chg="add del mod">
          <ac:chgData name="Vincent Straub" userId="cc81dce8-242d-424d-a3c5-7390e8e80d05" providerId="ADAL" clId="{0E96C34D-F066-4D44-8866-B6B98CBDDE83}" dt="2023-05-12T09:00:59.786" v="171" actId="478"/>
          <ac:picMkLst>
            <pc:docMk/>
            <pc:sldMk cId="2594450314" sldId="267"/>
            <ac:picMk id="34" creationId="{ECA90B69-B9D8-544A-2B81-90392732F1AA}"/>
          </ac:picMkLst>
        </pc:picChg>
        <pc:picChg chg="add mod modCrop">
          <ac:chgData name="Vincent Straub" userId="cc81dce8-242d-424d-a3c5-7390e8e80d05" providerId="ADAL" clId="{0E96C34D-F066-4D44-8866-B6B98CBDDE83}" dt="2023-05-12T09:05:21.230" v="251" actId="14100"/>
          <ac:picMkLst>
            <pc:docMk/>
            <pc:sldMk cId="2594450314" sldId="267"/>
            <ac:picMk id="55" creationId="{AC1DF86B-7CF4-D08D-5FEF-746C8E5A905A}"/>
          </ac:picMkLst>
        </pc:picChg>
        <pc:cxnChg chg="add del mod">
          <ac:chgData name="Vincent Straub" userId="cc81dce8-242d-424d-a3c5-7390e8e80d05" providerId="ADAL" clId="{0E96C34D-F066-4D44-8866-B6B98CBDDE83}" dt="2023-05-12T09:00:59.786" v="171" actId="478"/>
          <ac:cxnSpMkLst>
            <pc:docMk/>
            <pc:sldMk cId="2594450314" sldId="267"/>
            <ac:cxnSpMk id="10" creationId="{46E88A79-9CA1-D8F9-ED49-EA7BE70BBCD1}"/>
          </ac:cxnSpMkLst>
        </pc:cxnChg>
        <pc:cxnChg chg="add del mod">
          <ac:chgData name="Vincent Straub" userId="cc81dce8-242d-424d-a3c5-7390e8e80d05" providerId="ADAL" clId="{0E96C34D-F066-4D44-8866-B6B98CBDDE83}" dt="2023-05-12T09:00:59.786" v="171" actId="478"/>
          <ac:cxnSpMkLst>
            <pc:docMk/>
            <pc:sldMk cId="2594450314" sldId="267"/>
            <ac:cxnSpMk id="30" creationId="{1B73FBD3-9FD8-4037-C2ED-547090AE05D6}"/>
          </ac:cxnSpMkLst>
        </pc:cxnChg>
        <pc:cxnChg chg="add del mod">
          <ac:chgData name="Vincent Straub" userId="cc81dce8-242d-424d-a3c5-7390e8e80d05" providerId="ADAL" clId="{0E96C34D-F066-4D44-8866-B6B98CBDDE83}" dt="2023-05-12T09:00:59.786" v="171" actId="478"/>
          <ac:cxnSpMkLst>
            <pc:docMk/>
            <pc:sldMk cId="2594450314" sldId="267"/>
            <ac:cxnSpMk id="41" creationId="{D2E6AD5A-35B0-7FC5-C1E7-3BCADECB87E2}"/>
          </ac:cxnSpMkLst>
        </pc:cxnChg>
        <pc:cxnChg chg="add del mod">
          <ac:chgData name="Vincent Straub" userId="cc81dce8-242d-424d-a3c5-7390e8e80d05" providerId="ADAL" clId="{0E96C34D-F066-4D44-8866-B6B98CBDDE83}" dt="2023-05-12T09:00:59.786" v="171" actId="478"/>
          <ac:cxnSpMkLst>
            <pc:docMk/>
            <pc:sldMk cId="2594450314" sldId="267"/>
            <ac:cxnSpMk id="42" creationId="{E1056C5D-B97B-0465-0340-DF70E970470B}"/>
          </ac:cxnSpMkLst>
        </pc:cxnChg>
        <pc:cxnChg chg="add del mod">
          <ac:chgData name="Vincent Straub" userId="cc81dce8-242d-424d-a3c5-7390e8e80d05" providerId="ADAL" clId="{0E96C34D-F066-4D44-8866-B6B98CBDDE83}" dt="2023-05-12T09:00:59.786" v="171" actId="478"/>
          <ac:cxnSpMkLst>
            <pc:docMk/>
            <pc:sldMk cId="2594450314" sldId="267"/>
            <ac:cxnSpMk id="43" creationId="{DC8A35D0-A5FA-FA4C-FCC8-157F539EECBB}"/>
          </ac:cxnSpMkLst>
        </pc:cxnChg>
      </pc:sldChg>
      <pc:sldChg chg="addSp delSp modSp add mod">
        <pc:chgData name="Vincent Straub" userId="cc81dce8-242d-424d-a3c5-7390e8e80d05" providerId="ADAL" clId="{0E96C34D-F066-4D44-8866-B6B98CBDDE83}" dt="2023-05-12T09:28:32.056" v="277" actId="1076"/>
        <pc:sldMkLst>
          <pc:docMk/>
          <pc:sldMk cId="1119496881" sldId="268"/>
        </pc:sldMkLst>
        <pc:spChg chg="del">
          <ac:chgData name="Vincent Straub" userId="cc81dce8-242d-424d-a3c5-7390e8e80d05" providerId="ADAL" clId="{0E96C34D-F066-4D44-8866-B6B98CBDDE83}" dt="2023-05-12T09:05:07.283" v="250" actId="478"/>
          <ac:spMkLst>
            <pc:docMk/>
            <pc:sldMk cId="1119496881" sldId="268"/>
            <ac:spMk id="8" creationId="{86552BC4-7A28-C7F8-F859-C2E52167A352}"/>
          </ac:spMkLst>
        </pc:spChg>
        <pc:spChg chg="add del mod">
          <ac:chgData name="Vincent Straub" userId="cc81dce8-242d-424d-a3c5-7390e8e80d05" providerId="ADAL" clId="{0E96C34D-F066-4D44-8866-B6B98CBDDE83}" dt="2023-05-12T09:06:16.113" v="262"/>
          <ac:spMkLst>
            <pc:docMk/>
            <pc:sldMk cId="1119496881" sldId="268"/>
            <ac:spMk id="47" creationId="{080C3BD9-5B82-954D-0D29-32477633FB0E}"/>
          </ac:spMkLst>
        </pc:spChg>
        <pc:spChg chg="add del mod">
          <ac:chgData name="Vincent Straub" userId="cc81dce8-242d-424d-a3c5-7390e8e80d05" providerId="ADAL" clId="{0E96C34D-F066-4D44-8866-B6B98CBDDE83}" dt="2023-05-12T09:06:16.113" v="262"/>
          <ac:spMkLst>
            <pc:docMk/>
            <pc:sldMk cId="1119496881" sldId="268"/>
            <ac:spMk id="48" creationId="{D2A600D9-6A8A-3B82-10F0-75976D6FEE0E}"/>
          </ac:spMkLst>
        </pc:spChg>
        <pc:spChg chg="mod">
          <ac:chgData name="Vincent Straub" userId="cc81dce8-242d-424d-a3c5-7390e8e80d05" providerId="ADAL" clId="{0E96C34D-F066-4D44-8866-B6B98CBDDE83}" dt="2023-05-12T09:06:14.238" v="261"/>
          <ac:spMkLst>
            <pc:docMk/>
            <pc:sldMk cId="1119496881" sldId="268"/>
            <ac:spMk id="50" creationId="{5EDA21CF-B707-FC61-C17D-ABCC67CEE05A}"/>
          </ac:spMkLst>
        </pc:spChg>
        <pc:spChg chg="mod">
          <ac:chgData name="Vincent Straub" userId="cc81dce8-242d-424d-a3c5-7390e8e80d05" providerId="ADAL" clId="{0E96C34D-F066-4D44-8866-B6B98CBDDE83}" dt="2023-05-12T09:06:14.238" v="261"/>
          <ac:spMkLst>
            <pc:docMk/>
            <pc:sldMk cId="1119496881" sldId="268"/>
            <ac:spMk id="51" creationId="{F28A1DD2-266D-22CF-5A12-AFF7A5C2556C}"/>
          </ac:spMkLst>
        </pc:spChg>
        <pc:spChg chg="mod">
          <ac:chgData name="Vincent Straub" userId="cc81dce8-242d-424d-a3c5-7390e8e80d05" providerId="ADAL" clId="{0E96C34D-F066-4D44-8866-B6B98CBDDE83}" dt="2023-05-12T09:06:14.238" v="261"/>
          <ac:spMkLst>
            <pc:docMk/>
            <pc:sldMk cId="1119496881" sldId="268"/>
            <ac:spMk id="52" creationId="{F8E8A696-ECD4-29AD-CCEB-0B89727529EA}"/>
          </ac:spMkLst>
        </pc:spChg>
        <pc:spChg chg="mod">
          <ac:chgData name="Vincent Straub" userId="cc81dce8-242d-424d-a3c5-7390e8e80d05" providerId="ADAL" clId="{0E96C34D-F066-4D44-8866-B6B98CBDDE83}" dt="2023-05-12T09:06:14.238" v="261"/>
          <ac:spMkLst>
            <pc:docMk/>
            <pc:sldMk cId="1119496881" sldId="268"/>
            <ac:spMk id="53" creationId="{831803EE-B2A6-7B3C-A58C-A08E1F603B56}"/>
          </ac:spMkLst>
        </pc:spChg>
        <pc:spChg chg="mod">
          <ac:chgData name="Vincent Straub" userId="cc81dce8-242d-424d-a3c5-7390e8e80d05" providerId="ADAL" clId="{0E96C34D-F066-4D44-8866-B6B98CBDDE83}" dt="2023-05-12T09:06:14.238" v="261"/>
          <ac:spMkLst>
            <pc:docMk/>
            <pc:sldMk cId="1119496881" sldId="268"/>
            <ac:spMk id="54" creationId="{74318275-DA82-9C0E-7116-4176461A1B23}"/>
          </ac:spMkLst>
        </pc:spChg>
        <pc:spChg chg="mod">
          <ac:chgData name="Vincent Straub" userId="cc81dce8-242d-424d-a3c5-7390e8e80d05" providerId="ADAL" clId="{0E96C34D-F066-4D44-8866-B6B98CBDDE83}" dt="2023-05-12T09:06:14.238" v="261"/>
          <ac:spMkLst>
            <pc:docMk/>
            <pc:sldMk cId="1119496881" sldId="268"/>
            <ac:spMk id="55" creationId="{2F9D140A-2832-46B9-1A7E-E71584645EFE}"/>
          </ac:spMkLst>
        </pc:spChg>
        <pc:spChg chg="mod">
          <ac:chgData name="Vincent Straub" userId="cc81dce8-242d-424d-a3c5-7390e8e80d05" providerId="ADAL" clId="{0E96C34D-F066-4D44-8866-B6B98CBDDE83}" dt="2023-05-12T09:06:14.238" v="261"/>
          <ac:spMkLst>
            <pc:docMk/>
            <pc:sldMk cId="1119496881" sldId="268"/>
            <ac:spMk id="56" creationId="{51A9239E-116E-64F0-7A55-6E450DB03413}"/>
          </ac:spMkLst>
        </pc:spChg>
        <pc:spChg chg="mod">
          <ac:chgData name="Vincent Straub" userId="cc81dce8-242d-424d-a3c5-7390e8e80d05" providerId="ADAL" clId="{0E96C34D-F066-4D44-8866-B6B98CBDDE83}" dt="2023-05-12T09:06:14.238" v="261"/>
          <ac:spMkLst>
            <pc:docMk/>
            <pc:sldMk cId="1119496881" sldId="268"/>
            <ac:spMk id="57" creationId="{7B5520F3-C696-EA5C-3726-FF4F048C180A}"/>
          </ac:spMkLst>
        </pc:spChg>
        <pc:spChg chg="mod">
          <ac:chgData name="Vincent Straub" userId="cc81dce8-242d-424d-a3c5-7390e8e80d05" providerId="ADAL" clId="{0E96C34D-F066-4D44-8866-B6B98CBDDE83}" dt="2023-05-12T09:06:14.238" v="261"/>
          <ac:spMkLst>
            <pc:docMk/>
            <pc:sldMk cId="1119496881" sldId="268"/>
            <ac:spMk id="58" creationId="{AA1A2CA6-884C-DF90-B1B4-7C0344ECB372}"/>
          </ac:spMkLst>
        </pc:spChg>
        <pc:spChg chg="mod">
          <ac:chgData name="Vincent Straub" userId="cc81dce8-242d-424d-a3c5-7390e8e80d05" providerId="ADAL" clId="{0E96C34D-F066-4D44-8866-B6B98CBDDE83}" dt="2023-05-12T09:06:14.238" v="261"/>
          <ac:spMkLst>
            <pc:docMk/>
            <pc:sldMk cId="1119496881" sldId="268"/>
            <ac:spMk id="59" creationId="{B70B2916-6888-A69D-7DBD-05182727CF40}"/>
          </ac:spMkLst>
        </pc:spChg>
        <pc:spChg chg="mod">
          <ac:chgData name="Vincent Straub" userId="cc81dce8-242d-424d-a3c5-7390e8e80d05" providerId="ADAL" clId="{0E96C34D-F066-4D44-8866-B6B98CBDDE83}" dt="2023-05-12T09:06:14.238" v="261"/>
          <ac:spMkLst>
            <pc:docMk/>
            <pc:sldMk cId="1119496881" sldId="268"/>
            <ac:spMk id="60" creationId="{AA41D152-2EC5-970F-0B07-00F3B411C267}"/>
          </ac:spMkLst>
        </pc:spChg>
        <pc:spChg chg="mod">
          <ac:chgData name="Vincent Straub" userId="cc81dce8-242d-424d-a3c5-7390e8e80d05" providerId="ADAL" clId="{0E96C34D-F066-4D44-8866-B6B98CBDDE83}" dt="2023-05-12T09:06:14.238" v="261"/>
          <ac:spMkLst>
            <pc:docMk/>
            <pc:sldMk cId="1119496881" sldId="268"/>
            <ac:spMk id="72" creationId="{117D5452-AC34-A425-398D-96FF8C9BD0F2}"/>
          </ac:spMkLst>
        </pc:spChg>
        <pc:spChg chg="add del mod">
          <ac:chgData name="Vincent Straub" userId="cc81dce8-242d-424d-a3c5-7390e8e80d05" providerId="ADAL" clId="{0E96C34D-F066-4D44-8866-B6B98CBDDE83}" dt="2023-05-12T09:06:16.113" v="262"/>
          <ac:spMkLst>
            <pc:docMk/>
            <pc:sldMk cId="1119496881" sldId="268"/>
            <ac:spMk id="74" creationId="{8B42FC69-C9B2-B950-C50D-E4D13795900A}"/>
          </ac:spMkLst>
        </pc:spChg>
        <pc:spChg chg="add del mod">
          <ac:chgData name="Vincent Straub" userId="cc81dce8-242d-424d-a3c5-7390e8e80d05" providerId="ADAL" clId="{0E96C34D-F066-4D44-8866-B6B98CBDDE83}" dt="2023-05-12T09:06:16.113" v="262"/>
          <ac:spMkLst>
            <pc:docMk/>
            <pc:sldMk cId="1119496881" sldId="268"/>
            <ac:spMk id="75" creationId="{7C08FAB5-297D-DF6C-D69D-F1D2D7607141}"/>
          </ac:spMkLst>
        </pc:spChg>
        <pc:spChg chg="add del mod">
          <ac:chgData name="Vincent Straub" userId="cc81dce8-242d-424d-a3c5-7390e8e80d05" providerId="ADAL" clId="{0E96C34D-F066-4D44-8866-B6B98CBDDE83}" dt="2023-05-12T09:06:16.113" v="262"/>
          <ac:spMkLst>
            <pc:docMk/>
            <pc:sldMk cId="1119496881" sldId="268"/>
            <ac:spMk id="76" creationId="{81A739B1-0A45-DF74-EAF5-DECAE7F94AA8}"/>
          </ac:spMkLst>
        </pc:spChg>
        <pc:spChg chg="add del mod">
          <ac:chgData name="Vincent Straub" userId="cc81dce8-242d-424d-a3c5-7390e8e80d05" providerId="ADAL" clId="{0E96C34D-F066-4D44-8866-B6B98CBDDE83}" dt="2023-05-12T09:06:16.113" v="262"/>
          <ac:spMkLst>
            <pc:docMk/>
            <pc:sldMk cId="1119496881" sldId="268"/>
            <ac:spMk id="77" creationId="{CE8874BC-D8F3-DC2B-D1F7-CB317728127A}"/>
          </ac:spMkLst>
        </pc:spChg>
        <pc:spChg chg="add del mod">
          <ac:chgData name="Vincent Straub" userId="cc81dce8-242d-424d-a3c5-7390e8e80d05" providerId="ADAL" clId="{0E96C34D-F066-4D44-8866-B6B98CBDDE83}" dt="2023-05-12T09:06:16.113" v="262"/>
          <ac:spMkLst>
            <pc:docMk/>
            <pc:sldMk cId="1119496881" sldId="268"/>
            <ac:spMk id="78" creationId="{E3BC9C11-FCB7-9BFD-06D8-6A4ED60F9D18}"/>
          </ac:spMkLst>
        </pc:spChg>
        <pc:spChg chg="add del mod">
          <ac:chgData name="Vincent Straub" userId="cc81dce8-242d-424d-a3c5-7390e8e80d05" providerId="ADAL" clId="{0E96C34D-F066-4D44-8866-B6B98CBDDE83}" dt="2023-05-12T09:06:16.113" v="262"/>
          <ac:spMkLst>
            <pc:docMk/>
            <pc:sldMk cId="1119496881" sldId="268"/>
            <ac:spMk id="79" creationId="{34C99668-A5B2-7C0A-BAC6-D3E316A84769}"/>
          </ac:spMkLst>
        </pc:spChg>
        <pc:spChg chg="add del mod">
          <ac:chgData name="Vincent Straub" userId="cc81dce8-242d-424d-a3c5-7390e8e80d05" providerId="ADAL" clId="{0E96C34D-F066-4D44-8866-B6B98CBDDE83}" dt="2023-05-12T09:06:16.113" v="262"/>
          <ac:spMkLst>
            <pc:docMk/>
            <pc:sldMk cId="1119496881" sldId="268"/>
            <ac:spMk id="80" creationId="{7B9BAFDE-E3A1-E759-57A8-43D3763A4B28}"/>
          </ac:spMkLst>
        </pc:spChg>
        <pc:spChg chg="add del mod">
          <ac:chgData name="Vincent Straub" userId="cc81dce8-242d-424d-a3c5-7390e8e80d05" providerId="ADAL" clId="{0E96C34D-F066-4D44-8866-B6B98CBDDE83}" dt="2023-05-12T09:06:16.113" v="262"/>
          <ac:spMkLst>
            <pc:docMk/>
            <pc:sldMk cId="1119496881" sldId="268"/>
            <ac:spMk id="88" creationId="{5DCDDF21-3858-3290-5BD5-DF3903722B42}"/>
          </ac:spMkLst>
        </pc:spChg>
        <pc:spChg chg="add del mod">
          <ac:chgData name="Vincent Straub" userId="cc81dce8-242d-424d-a3c5-7390e8e80d05" providerId="ADAL" clId="{0E96C34D-F066-4D44-8866-B6B98CBDDE83}" dt="2023-05-12T09:06:16.113" v="262"/>
          <ac:spMkLst>
            <pc:docMk/>
            <pc:sldMk cId="1119496881" sldId="268"/>
            <ac:spMk id="90" creationId="{F8001362-861F-5760-172C-2A28F0B3E302}"/>
          </ac:spMkLst>
        </pc:spChg>
        <pc:spChg chg="add del mod">
          <ac:chgData name="Vincent Straub" userId="cc81dce8-242d-424d-a3c5-7390e8e80d05" providerId="ADAL" clId="{0E96C34D-F066-4D44-8866-B6B98CBDDE83}" dt="2023-05-12T09:06:16.113" v="262"/>
          <ac:spMkLst>
            <pc:docMk/>
            <pc:sldMk cId="1119496881" sldId="268"/>
            <ac:spMk id="91" creationId="{E8747E57-A30A-F228-4CB7-47FC27F7EC72}"/>
          </ac:spMkLst>
        </pc:spChg>
        <pc:spChg chg="add del mod">
          <ac:chgData name="Vincent Straub" userId="cc81dce8-242d-424d-a3c5-7390e8e80d05" providerId="ADAL" clId="{0E96C34D-F066-4D44-8866-B6B98CBDDE83}" dt="2023-05-12T09:06:16.113" v="262"/>
          <ac:spMkLst>
            <pc:docMk/>
            <pc:sldMk cId="1119496881" sldId="268"/>
            <ac:spMk id="92" creationId="{E2FD5478-3090-C47D-FA55-14526E2ADC03}"/>
          </ac:spMkLst>
        </pc:spChg>
        <pc:spChg chg="add del mod">
          <ac:chgData name="Vincent Straub" userId="cc81dce8-242d-424d-a3c5-7390e8e80d05" providerId="ADAL" clId="{0E96C34D-F066-4D44-8866-B6B98CBDDE83}" dt="2023-05-12T09:06:16.113" v="262"/>
          <ac:spMkLst>
            <pc:docMk/>
            <pc:sldMk cId="1119496881" sldId="268"/>
            <ac:spMk id="93" creationId="{4559F7A2-E935-413D-A295-1F97F20D201A}"/>
          </ac:spMkLst>
        </pc:spChg>
        <pc:spChg chg="add del mod">
          <ac:chgData name="Vincent Straub" userId="cc81dce8-242d-424d-a3c5-7390e8e80d05" providerId="ADAL" clId="{0E96C34D-F066-4D44-8866-B6B98CBDDE83}" dt="2023-05-12T09:06:16.113" v="262"/>
          <ac:spMkLst>
            <pc:docMk/>
            <pc:sldMk cId="1119496881" sldId="268"/>
            <ac:spMk id="94" creationId="{817600D5-679C-F675-ED04-179E900D0AD4}"/>
          </ac:spMkLst>
        </pc:spChg>
        <pc:spChg chg="add del mod">
          <ac:chgData name="Vincent Straub" userId="cc81dce8-242d-424d-a3c5-7390e8e80d05" providerId="ADAL" clId="{0E96C34D-F066-4D44-8866-B6B98CBDDE83}" dt="2023-05-12T09:06:16.113" v="262"/>
          <ac:spMkLst>
            <pc:docMk/>
            <pc:sldMk cId="1119496881" sldId="268"/>
            <ac:spMk id="95" creationId="{C7EAD730-4CB6-E9A1-E0CF-AB7565D3E2D2}"/>
          </ac:spMkLst>
        </pc:spChg>
        <pc:spChg chg="add del mod">
          <ac:chgData name="Vincent Straub" userId="cc81dce8-242d-424d-a3c5-7390e8e80d05" providerId="ADAL" clId="{0E96C34D-F066-4D44-8866-B6B98CBDDE83}" dt="2023-05-12T09:06:16.113" v="262"/>
          <ac:spMkLst>
            <pc:docMk/>
            <pc:sldMk cId="1119496881" sldId="268"/>
            <ac:spMk id="96" creationId="{F57AFA61-344F-C478-5924-0E27ADCFD7C0}"/>
          </ac:spMkLst>
        </pc:spChg>
        <pc:spChg chg="add del mod">
          <ac:chgData name="Vincent Straub" userId="cc81dce8-242d-424d-a3c5-7390e8e80d05" providerId="ADAL" clId="{0E96C34D-F066-4D44-8866-B6B98CBDDE83}" dt="2023-05-12T09:06:16.113" v="262"/>
          <ac:spMkLst>
            <pc:docMk/>
            <pc:sldMk cId="1119496881" sldId="268"/>
            <ac:spMk id="99" creationId="{AD3AED00-13CD-476F-AA2F-004E9591D1F1}"/>
          </ac:spMkLst>
        </pc:spChg>
        <pc:spChg chg="add del mod">
          <ac:chgData name="Vincent Straub" userId="cc81dce8-242d-424d-a3c5-7390e8e80d05" providerId="ADAL" clId="{0E96C34D-F066-4D44-8866-B6B98CBDDE83}" dt="2023-05-12T09:06:16.113" v="262"/>
          <ac:spMkLst>
            <pc:docMk/>
            <pc:sldMk cId="1119496881" sldId="268"/>
            <ac:spMk id="100" creationId="{D05167D2-DFB9-4507-F151-F0734B9AC2B8}"/>
          </ac:spMkLst>
        </pc:spChg>
        <pc:spChg chg="mod">
          <ac:chgData name="Vincent Straub" userId="cc81dce8-242d-424d-a3c5-7390e8e80d05" providerId="ADAL" clId="{0E96C34D-F066-4D44-8866-B6B98CBDDE83}" dt="2023-05-12T09:06:14.238" v="261"/>
          <ac:spMkLst>
            <pc:docMk/>
            <pc:sldMk cId="1119496881" sldId="268"/>
            <ac:spMk id="127" creationId="{909D77EB-5CCC-331E-1331-DDFEE28DCDD9}"/>
          </ac:spMkLst>
        </pc:spChg>
        <pc:spChg chg="mod">
          <ac:chgData name="Vincent Straub" userId="cc81dce8-242d-424d-a3c5-7390e8e80d05" providerId="ADAL" clId="{0E96C34D-F066-4D44-8866-B6B98CBDDE83}" dt="2023-05-12T09:06:14.238" v="261"/>
          <ac:spMkLst>
            <pc:docMk/>
            <pc:sldMk cId="1119496881" sldId="268"/>
            <ac:spMk id="128" creationId="{980C17A1-ABC2-A032-C71E-18DEFF2B2696}"/>
          </ac:spMkLst>
        </pc:spChg>
        <pc:spChg chg="mod">
          <ac:chgData name="Vincent Straub" userId="cc81dce8-242d-424d-a3c5-7390e8e80d05" providerId="ADAL" clId="{0E96C34D-F066-4D44-8866-B6B98CBDDE83}" dt="2023-05-12T09:06:14.238" v="261"/>
          <ac:spMkLst>
            <pc:docMk/>
            <pc:sldMk cId="1119496881" sldId="268"/>
            <ac:spMk id="129" creationId="{65912416-AD1B-D0B5-B569-70F3A109EA0F}"/>
          </ac:spMkLst>
        </pc:spChg>
        <pc:spChg chg="mod">
          <ac:chgData name="Vincent Straub" userId="cc81dce8-242d-424d-a3c5-7390e8e80d05" providerId="ADAL" clId="{0E96C34D-F066-4D44-8866-B6B98CBDDE83}" dt="2023-05-12T09:06:14.238" v="261"/>
          <ac:spMkLst>
            <pc:docMk/>
            <pc:sldMk cId="1119496881" sldId="268"/>
            <ac:spMk id="133" creationId="{EB802D5C-C60D-942C-DC25-8A0D045DAB09}"/>
          </ac:spMkLst>
        </pc:spChg>
        <pc:spChg chg="add del mod">
          <ac:chgData name="Vincent Straub" userId="cc81dce8-242d-424d-a3c5-7390e8e80d05" providerId="ADAL" clId="{0E96C34D-F066-4D44-8866-B6B98CBDDE83}" dt="2023-05-12T09:06:16.113" v="262"/>
          <ac:spMkLst>
            <pc:docMk/>
            <pc:sldMk cId="1119496881" sldId="268"/>
            <ac:spMk id="147" creationId="{FBF134E1-AFA8-C75C-10F7-EBE78BF2F4B0}"/>
          </ac:spMkLst>
        </pc:spChg>
        <pc:spChg chg="add del mod">
          <ac:chgData name="Vincent Straub" userId="cc81dce8-242d-424d-a3c5-7390e8e80d05" providerId="ADAL" clId="{0E96C34D-F066-4D44-8866-B6B98CBDDE83}" dt="2023-05-12T09:06:16.113" v="262"/>
          <ac:spMkLst>
            <pc:docMk/>
            <pc:sldMk cId="1119496881" sldId="268"/>
            <ac:spMk id="148" creationId="{BBF2CB14-8FB2-1B3B-35F3-14C1AB1D7AD7}"/>
          </ac:spMkLst>
        </pc:spChg>
        <pc:spChg chg="add del mod">
          <ac:chgData name="Vincent Straub" userId="cc81dce8-242d-424d-a3c5-7390e8e80d05" providerId="ADAL" clId="{0E96C34D-F066-4D44-8866-B6B98CBDDE83}" dt="2023-05-12T09:06:16.113" v="262"/>
          <ac:spMkLst>
            <pc:docMk/>
            <pc:sldMk cId="1119496881" sldId="268"/>
            <ac:spMk id="149" creationId="{6293F484-DE45-F9C3-3936-BC14D71605B8}"/>
          </ac:spMkLst>
        </pc:spChg>
        <pc:spChg chg="add del mod">
          <ac:chgData name="Vincent Straub" userId="cc81dce8-242d-424d-a3c5-7390e8e80d05" providerId="ADAL" clId="{0E96C34D-F066-4D44-8866-B6B98CBDDE83}" dt="2023-05-12T09:06:16.113" v="262"/>
          <ac:spMkLst>
            <pc:docMk/>
            <pc:sldMk cId="1119496881" sldId="268"/>
            <ac:spMk id="150" creationId="{7052B026-4B02-BA4D-0C63-4BAFC6DDB6C7}"/>
          </ac:spMkLst>
        </pc:spChg>
        <pc:spChg chg="add del mod">
          <ac:chgData name="Vincent Straub" userId="cc81dce8-242d-424d-a3c5-7390e8e80d05" providerId="ADAL" clId="{0E96C34D-F066-4D44-8866-B6B98CBDDE83}" dt="2023-05-12T09:06:16.113" v="262"/>
          <ac:spMkLst>
            <pc:docMk/>
            <pc:sldMk cId="1119496881" sldId="268"/>
            <ac:spMk id="151" creationId="{25284F9D-6692-5232-5690-9FBA00ADD8A3}"/>
          </ac:spMkLst>
        </pc:spChg>
        <pc:spChg chg="add del mod">
          <ac:chgData name="Vincent Straub" userId="cc81dce8-242d-424d-a3c5-7390e8e80d05" providerId="ADAL" clId="{0E96C34D-F066-4D44-8866-B6B98CBDDE83}" dt="2023-05-12T09:06:16.113" v="262"/>
          <ac:spMkLst>
            <pc:docMk/>
            <pc:sldMk cId="1119496881" sldId="268"/>
            <ac:spMk id="152" creationId="{1B184625-8AAB-A1DB-818C-06DFC423B7C8}"/>
          </ac:spMkLst>
        </pc:spChg>
        <pc:spChg chg="add del mod">
          <ac:chgData name="Vincent Straub" userId="cc81dce8-242d-424d-a3c5-7390e8e80d05" providerId="ADAL" clId="{0E96C34D-F066-4D44-8866-B6B98CBDDE83}" dt="2023-05-12T09:06:16.113" v="262"/>
          <ac:spMkLst>
            <pc:docMk/>
            <pc:sldMk cId="1119496881" sldId="268"/>
            <ac:spMk id="153" creationId="{E564E467-8A57-112D-08EF-489EBA3AB626}"/>
          </ac:spMkLst>
        </pc:spChg>
        <pc:spChg chg="add del mod">
          <ac:chgData name="Vincent Straub" userId="cc81dce8-242d-424d-a3c5-7390e8e80d05" providerId="ADAL" clId="{0E96C34D-F066-4D44-8866-B6B98CBDDE83}" dt="2023-05-12T09:06:16.113" v="262"/>
          <ac:spMkLst>
            <pc:docMk/>
            <pc:sldMk cId="1119496881" sldId="268"/>
            <ac:spMk id="154" creationId="{464C21DA-8087-BA0A-0F39-10FEC442DAB2}"/>
          </ac:spMkLst>
        </pc:spChg>
        <pc:spChg chg="add del mod">
          <ac:chgData name="Vincent Straub" userId="cc81dce8-242d-424d-a3c5-7390e8e80d05" providerId="ADAL" clId="{0E96C34D-F066-4D44-8866-B6B98CBDDE83}" dt="2023-05-12T09:06:16.113" v="262"/>
          <ac:spMkLst>
            <pc:docMk/>
            <pc:sldMk cId="1119496881" sldId="268"/>
            <ac:spMk id="155" creationId="{E5177939-C2E5-2290-7679-C1E3D42B0909}"/>
          </ac:spMkLst>
        </pc:spChg>
        <pc:spChg chg="add del mod">
          <ac:chgData name="Vincent Straub" userId="cc81dce8-242d-424d-a3c5-7390e8e80d05" providerId="ADAL" clId="{0E96C34D-F066-4D44-8866-B6B98CBDDE83}" dt="2023-05-12T09:06:16.113" v="262"/>
          <ac:spMkLst>
            <pc:docMk/>
            <pc:sldMk cId="1119496881" sldId="268"/>
            <ac:spMk id="156" creationId="{227B71B6-4A17-B9EC-5166-72591A7DB9D2}"/>
          </ac:spMkLst>
        </pc:spChg>
        <pc:spChg chg="add del mod">
          <ac:chgData name="Vincent Straub" userId="cc81dce8-242d-424d-a3c5-7390e8e80d05" providerId="ADAL" clId="{0E96C34D-F066-4D44-8866-B6B98CBDDE83}" dt="2023-05-12T09:06:16.113" v="262"/>
          <ac:spMkLst>
            <pc:docMk/>
            <pc:sldMk cId="1119496881" sldId="268"/>
            <ac:spMk id="157" creationId="{143E08DC-F81A-7533-3DB1-28DF32B67DDF}"/>
          </ac:spMkLst>
        </pc:spChg>
        <pc:spChg chg="add del mod">
          <ac:chgData name="Vincent Straub" userId="cc81dce8-242d-424d-a3c5-7390e8e80d05" providerId="ADAL" clId="{0E96C34D-F066-4D44-8866-B6B98CBDDE83}" dt="2023-05-12T09:06:16.113" v="262"/>
          <ac:spMkLst>
            <pc:docMk/>
            <pc:sldMk cId="1119496881" sldId="268"/>
            <ac:spMk id="158" creationId="{D09214B8-B281-091E-60CD-09B1075385A6}"/>
          </ac:spMkLst>
        </pc:spChg>
        <pc:spChg chg="add del mod">
          <ac:chgData name="Vincent Straub" userId="cc81dce8-242d-424d-a3c5-7390e8e80d05" providerId="ADAL" clId="{0E96C34D-F066-4D44-8866-B6B98CBDDE83}" dt="2023-05-12T09:06:16.113" v="262"/>
          <ac:spMkLst>
            <pc:docMk/>
            <pc:sldMk cId="1119496881" sldId="268"/>
            <ac:spMk id="159" creationId="{A1FDD99F-2144-10B7-3172-C91D8BFB7A88}"/>
          </ac:spMkLst>
        </pc:spChg>
        <pc:spChg chg="add del mod">
          <ac:chgData name="Vincent Straub" userId="cc81dce8-242d-424d-a3c5-7390e8e80d05" providerId="ADAL" clId="{0E96C34D-F066-4D44-8866-B6B98CBDDE83}" dt="2023-05-12T09:06:16.113" v="262"/>
          <ac:spMkLst>
            <pc:docMk/>
            <pc:sldMk cId="1119496881" sldId="268"/>
            <ac:spMk id="160" creationId="{63B42AB5-93EB-C575-D292-7BDB3C639348}"/>
          </ac:spMkLst>
        </pc:spChg>
        <pc:spChg chg="add del mod">
          <ac:chgData name="Vincent Straub" userId="cc81dce8-242d-424d-a3c5-7390e8e80d05" providerId="ADAL" clId="{0E96C34D-F066-4D44-8866-B6B98CBDDE83}" dt="2023-05-12T09:06:16.113" v="262"/>
          <ac:spMkLst>
            <pc:docMk/>
            <pc:sldMk cId="1119496881" sldId="268"/>
            <ac:spMk id="161" creationId="{BFD005FF-84AA-AABE-C1DE-D4234CE87AB4}"/>
          </ac:spMkLst>
        </pc:spChg>
        <pc:spChg chg="add del mod">
          <ac:chgData name="Vincent Straub" userId="cc81dce8-242d-424d-a3c5-7390e8e80d05" providerId="ADAL" clId="{0E96C34D-F066-4D44-8866-B6B98CBDDE83}" dt="2023-05-12T09:06:16.113" v="262"/>
          <ac:spMkLst>
            <pc:docMk/>
            <pc:sldMk cId="1119496881" sldId="268"/>
            <ac:spMk id="162" creationId="{DBE27CE8-2024-D0B1-2E5D-4FC59BDE8CE1}"/>
          </ac:spMkLst>
        </pc:spChg>
        <pc:spChg chg="add del mod">
          <ac:chgData name="Vincent Straub" userId="cc81dce8-242d-424d-a3c5-7390e8e80d05" providerId="ADAL" clId="{0E96C34D-F066-4D44-8866-B6B98CBDDE83}" dt="2023-05-12T09:06:16.113" v="262"/>
          <ac:spMkLst>
            <pc:docMk/>
            <pc:sldMk cId="1119496881" sldId="268"/>
            <ac:spMk id="163" creationId="{1E97C902-CD3B-2D49-DDF4-8327EDC68BE3}"/>
          </ac:spMkLst>
        </pc:spChg>
        <pc:spChg chg="add del mod">
          <ac:chgData name="Vincent Straub" userId="cc81dce8-242d-424d-a3c5-7390e8e80d05" providerId="ADAL" clId="{0E96C34D-F066-4D44-8866-B6B98CBDDE83}" dt="2023-05-12T09:06:16.113" v="262"/>
          <ac:spMkLst>
            <pc:docMk/>
            <pc:sldMk cId="1119496881" sldId="268"/>
            <ac:spMk id="164" creationId="{F44BBCD4-46ED-BDAA-F86A-65209E2E2F8A}"/>
          </ac:spMkLst>
        </pc:spChg>
        <pc:spChg chg="add del mod">
          <ac:chgData name="Vincent Straub" userId="cc81dce8-242d-424d-a3c5-7390e8e80d05" providerId="ADAL" clId="{0E96C34D-F066-4D44-8866-B6B98CBDDE83}" dt="2023-05-12T09:06:16.113" v="262"/>
          <ac:spMkLst>
            <pc:docMk/>
            <pc:sldMk cId="1119496881" sldId="268"/>
            <ac:spMk id="165" creationId="{62D9B456-63B6-B1F2-A73C-F6FF2657B9C0}"/>
          </ac:spMkLst>
        </pc:spChg>
        <pc:spChg chg="add del mod">
          <ac:chgData name="Vincent Straub" userId="cc81dce8-242d-424d-a3c5-7390e8e80d05" providerId="ADAL" clId="{0E96C34D-F066-4D44-8866-B6B98CBDDE83}" dt="2023-05-12T09:06:16.113" v="262"/>
          <ac:spMkLst>
            <pc:docMk/>
            <pc:sldMk cId="1119496881" sldId="268"/>
            <ac:spMk id="166" creationId="{D2478CA4-895B-C625-7B4C-DD7622682BAA}"/>
          </ac:spMkLst>
        </pc:spChg>
        <pc:spChg chg="add del mod">
          <ac:chgData name="Vincent Straub" userId="cc81dce8-242d-424d-a3c5-7390e8e80d05" providerId="ADAL" clId="{0E96C34D-F066-4D44-8866-B6B98CBDDE83}" dt="2023-05-12T09:06:16.113" v="262"/>
          <ac:spMkLst>
            <pc:docMk/>
            <pc:sldMk cId="1119496881" sldId="268"/>
            <ac:spMk id="167" creationId="{F17F2EEE-2093-E174-E12E-A9ED5BDF9247}"/>
          </ac:spMkLst>
        </pc:spChg>
        <pc:spChg chg="add del mod">
          <ac:chgData name="Vincent Straub" userId="cc81dce8-242d-424d-a3c5-7390e8e80d05" providerId="ADAL" clId="{0E96C34D-F066-4D44-8866-B6B98CBDDE83}" dt="2023-05-12T09:06:16.113" v="262"/>
          <ac:spMkLst>
            <pc:docMk/>
            <pc:sldMk cId="1119496881" sldId="268"/>
            <ac:spMk id="168" creationId="{72083488-A35F-50C2-D58A-8797C29576A9}"/>
          </ac:spMkLst>
        </pc:spChg>
        <pc:spChg chg="add del mod">
          <ac:chgData name="Vincent Straub" userId="cc81dce8-242d-424d-a3c5-7390e8e80d05" providerId="ADAL" clId="{0E96C34D-F066-4D44-8866-B6B98CBDDE83}" dt="2023-05-12T09:06:16.113" v="262"/>
          <ac:spMkLst>
            <pc:docMk/>
            <pc:sldMk cId="1119496881" sldId="268"/>
            <ac:spMk id="169" creationId="{BC338EF1-0C49-45A3-E1BB-0F04CAC94BF1}"/>
          </ac:spMkLst>
        </pc:spChg>
        <pc:spChg chg="mod">
          <ac:chgData name="Vincent Straub" userId="cc81dce8-242d-424d-a3c5-7390e8e80d05" providerId="ADAL" clId="{0E96C34D-F066-4D44-8866-B6B98CBDDE83}" dt="2023-05-12T09:06:14.238" v="261"/>
          <ac:spMkLst>
            <pc:docMk/>
            <pc:sldMk cId="1119496881" sldId="268"/>
            <ac:spMk id="171" creationId="{3F505310-BE53-B6E6-1E16-DACC41F0F9B8}"/>
          </ac:spMkLst>
        </pc:spChg>
        <pc:spChg chg="mod">
          <ac:chgData name="Vincent Straub" userId="cc81dce8-242d-424d-a3c5-7390e8e80d05" providerId="ADAL" clId="{0E96C34D-F066-4D44-8866-B6B98CBDDE83}" dt="2023-05-12T09:06:14.238" v="261"/>
          <ac:spMkLst>
            <pc:docMk/>
            <pc:sldMk cId="1119496881" sldId="268"/>
            <ac:spMk id="172" creationId="{7C6594C0-A3E9-89F3-F3D9-0ACD2FE06E9E}"/>
          </ac:spMkLst>
        </pc:spChg>
        <pc:spChg chg="mod">
          <ac:chgData name="Vincent Straub" userId="cc81dce8-242d-424d-a3c5-7390e8e80d05" providerId="ADAL" clId="{0E96C34D-F066-4D44-8866-B6B98CBDDE83}" dt="2023-05-12T09:06:14.238" v="261"/>
          <ac:spMkLst>
            <pc:docMk/>
            <pc:sldMk cId="1119496881" sldId="268"/>
            <ac:spMk id="174" creationId="{CDD9A1D3-1D80-B746-EDA1-36E4ACD14459}"/>
          </ac:spMkLst>
        </pc:spChg>
        <pc:spChg chg="mod">
          <ac:chgData name="Vincent Straub" userId="cc81dce8-242d-424d-a3c5-7390e8e80d05" providerId="ADAL" clId="{0E96C34D-F066-4D44-8866-B6B98CBDDE83}" dt="2023-05-12T09:06:14.238" v="261"/>
          <ac:spMkLst>
            <pc:docMk/>
            <pc:sldMk cId="1119496881" sldId="268"/>
            <ac:spMk id="175" creationId="{C600E5F9-2EED-DB84-2E2B-6EA506D4472A}"/>
          </ac:spMkLst>
        </pc:spChg>
        <pc:spChg chg="add del mod">
          <ac:chgData name="Vincent Straub" userId="cc81dce8-242d-424d-a3c5-7390e8e80d05" providerId="ADAL" clId="{0E96C34D-F066-4D44-8866-B6B98CBDDE83}" dt="2023-05-12T09:06:16.113" v="262"/>
          <ac:spMkLst>
            <pc:docMk/>
            <pc:sldMk cId="1119496881" sldId="268"/>
            <ac:spMk id="176" creationId="{5811DA4B-A685-29D6-256D-237A1B9822C8}"/>
          </ac:spMkLst>
        </pc:spChg>
        <pc:spChg chg="add del mod">
          <ac:chgData name="Vincent Straub" userId="cc81dce8-242d-424d-a3c5-7390e8e80d05" providerId="ADAL" clId="{0E96C34D-F066-4D44-8866-B6B98CBDDE83}" dt="2023-05-12T09:06:16.113" v="262"/>
          <ac:spMkLst>
            <pc:docMk/>
            <pc:sldMk cId="1119496881" sldId="268"/>
            <ac:spMk id="177" creationId="{B98CCD34-1D79-F487-1C46-C5EF409F198B}"/>
          </ac:spMkLst>
        </pc:spChg>
        <pc:spChg chg="add del mod">
          <ac:chgData name="Vincent Straub" userId="cc81dce8-242d-424d-a3c5-7390e8e80d05" providerId="ADAL" clId="{0E96C34D-F066-4D44-8866-B6B98CBDDE83}" dt="2023-05-12T09:06:16.113" v="262"/>
          <ac:spMkLst>
            <pc:docMk/>
            <pc:sldMk cId="1119496881" sldId="268"/>
            <ac:spMk id="178" creationId="{E3D46092-B718-92D9-941A-85B0CFB68869}"/>
          </ac:spMkLst>
        </pc:spChg>
        <pc:spChg chg="add del mod">
          <ac:chgData name="Vincent Straub" userId="cc81dce8-242d-424d-a3c5-7390e8e80d05" providerId="ADAL" clId="{0E96C34D-F066-4D44-8866-B6B98CBDDE83}" dt="2023-05-12T09:06:16.113" v="262"/>
          <ac:spMkLst>
            <pc:docMk/>
            <pc:sldMk cId="1119496881" sldId="268"/>
            <ac:spMk id="179" creationId="{3F15EBC4-9E9D-84EA-673B-9140F2C8FB28}"/>
          </ac:spMkLst>
        </pc:spChg>
        <pc:spChg chg="add del mod">
          <ac:chgData name="Vincent Straub" userId="cc81dce8-242d-424d-a3c5-7390e8e80d05" providerId="ADAL" clId="{0E96C34D-F066-4D44-8866-B6B98CBDDE83}" dt="2023-05-12T09:06:16.113" v="262"/>
          <ac:spMkLst>
            <pc:docMk/>
            <pc:sldMk cId="1119496881" sldId="268"/>
            <ac:spMk id="180" creationId="{331A3110-6CDE-CEFE-10AD-BAC523294AF4}"/>
          </ac:spMkLst>
        </pc:spChg>
        <pc:spChg chg="add del mod">
          <ac:chgData name="Vincent Straub" userId="cc81dce8-242d-424d-a3c5-7390e8e80d05" providerId="ADAL" clId="{0E96C34D-F066-4D44-8866-B6B98CBDDE83}" dt="2023-05-12T09:06:16.113" v="262"/>
          <ac:spMkLst>
            <pc:docMk/>
            <pc:sldMk cId="1119496881" sldId="268"/>
            <ac:spMk id="181" creationId="{8E835DEE-6900-E077-BD58-B9FF270975F3}"/>
          </ac:spMkLst>
        </pc:spChg>
        <pc:spChg chg="add del mod">
          <ac:chgData name="Vincent Straub" userId="cc81dce8-242d-424d-a3c5-7390e8e80d05" providerId="ADAL" clId="{0E96C34D-F066-4D44-8866-B6B98CBDDE83}" dt="2023-05-12T09:06:16.113" v="262"/>
          <ac:spMkLst>
            <pc:docMk/>
            <pc:sldMk cId="1119496881" sldId="268"/>
            <ac:spMk id="182" creationId="{926A4404-3917-658A-4957-FB5141709CC6}"/>
          </ac:spMkLst>
        </pc:spChg>
        <pc:spChg chg="add del mod">
          <ac:chgData name="Vincent Straub" userId="cc81dce8-242d-424d-a3c5-7390e8e80d05" providerId="ADAL" clId="{0E96C34D-F066-4D44-8866-B6B98CBDDE83}" dt="2023-05-12T09:06:16.113" v="262"/>
          <ac:spMkLst>
            <pc:docMk/>
            <pc:sldMk cId="1119496881" sldId="268"/>
            <ac:spMk id="183" creationId="{B8E9E811-FFE0-BF7A-3E34-DB1B1AB04864}"/>
          </ac:spMkLst>
        </pc:spChg>
        <pc:spChg chg="add del mod">
          <ac:chgData name="Vincent Straub" userId="cc81dce8-242d-424d-a3c5-7390e8e80d05" providerId="ADAL" clId="{0E96C34D-F066-4D44-8866-B6B98CBDDE83}" dt="2023-05-12T09:06:16.113" v="262"/>
          <ac:spMkLst>
            <pc:docMk/>
            <pc:sldMk cId="1119496881" sldId="268"/>
            <ac:spMk id="184" creationId="{A7E771C5-5D08-4A0A-ADA6-87D44AF59702}"/>
          </ac:spMkLst>
        </pc:spChg>
        <pc:spChg chg="add del mod">
          <ac:chgData name="Vincent Straub" userId="cc81dce8-242d-424d-a3c5-7390e8e80d05" providerId="ADAL" clId="{0E96C34D-F066-4D44-8866-B6B98CBDDE83}" dt="2023-05-12T09:06:16.113" v="262"/>
          <ac:spMkLst>
            <pc:docMk/>
            <pc:sldMk cId="1119496881" sldId="268"/>
            <ac:spMk id="185" creationId="{278CE424-D285-3F83-18A7-7CC6CA623352}"/>
          </ac:spMkLst>
        </pc:spChg>
        <pc:spChg chg="add del mod">
          <ac:chgData name="Vincent Straub" userId="cc81dce8-242d-424d-a3c5-7390e8e80d05" providerId="ADAL" clId="{0E96C34D-F066-4D44-8866-B6B98CBDDE83}" dt="2023-05-12T09:06:16.113" v="262"/>
          <ac:spMkLst>
            <pc:docMk/>
            <pc:sldMk cId="1119496881" sldId="268"/>
            <ac:spMk id="186" creationId="{5B645A90-F5DD-9EF1-1E09-38499D3DCD09}"/>
          </ac:spMkLst>
        </pc:spChg>
        <pc:spChg chg="add del mod">
          <ac:chgData name="Vincent Straub" userId="cc81dce8-242d-424d-a3c5-7390e8e80d05" providerId="ADAL" clId="{0E96C34D-F066-4D44-8866-B6B98CBDDE83}" dt="2023-05-12T09:06:16.113" v="262"/>
          <ac:spMkLst>
            <pc:docMk/>
            <pc:sldMk cId="1119496881" sldId="268"/>
            <ac:spMk id="187" creationId="{CFB92D14-4F1B-A1A9-7215-5A4DC3CD457C}"/>
          </ac:spMkLst>
        </pc:spChg>
        <pc:spChg chg="add del mod">
          <ac:chgData name="Vincent Straub" userId="cc81dce8-242d-424d-a3c5-7390e8e80d05" providerId="ADAL" clId="{0E96C34D-F066-4D44-8866-B6B98CBDDE83}" dt="2023-05-12T09:06:16.113" v="262"/>
          <ac:spMkLst>
            <pc:docMk/>
            <pc:sldMk cId="1119496881" sldId="268"/>
            <ac:spMk id="188" creationId="{C48AEE68-2D71-3B56-F433-80C6383F3B07}"/>
          </ac:spMkLst>
        </pc:spChg>
        <pc:spChg chg="add del mod">
          <ac:chgData name="Vincent Straub" userId="cc81dce8-242d-424d-a3c5-7390e8e80d05" providerId="ADAL" clId="{0E96C34D-F066-4D44-8866-B6B98CBDDE83}" dt="2023-05-12T09:06:16.113" v="262"/>
          <ac:spMkLst>
            <pc:docMk/>
            <pc:sldMk cId="1119496881" sldId="268"/>
            <ac:spMk id="189" creationId="{69A86C2D-4AF2-6B65-CD5E-A1E375F3A007}"/>
          </ac:spMkLst>
        </pc:spChg>
        <pc:spChg chg="add del mod">
          <ac:chgData name="Vincent Straub" userId="cc81dce8-242d-424d-a3c5-7390e8e80d05" providerId="ADAL" clId="{0E96C34D-F066-4D44-8866-B6B98CBDDE83}" dt="2023-05-12T09:06:16.113" v="262"/>
          <ac:spMkLst>
            <pc:docMk/>
            <pc:sldMk cId="1119496881" sldId="268"/>
            <ac:spMk id="190" creationId="{EB641B67-35F2-349B-62EE-468D145FC542}"/>
          </ac:spMkLst>
        </pc:spChg>
        <pc:spChg chg="add del mod">
          <ac:chgData name="Vincent Straub" userId="cc81dce8-242d-424d-a3c5-7390e8e80d05" providerId="ADAL" clId="{0E96C34D-F066-4D44-8866-B6B98CBDDE83}" dt="2023-05-12T09:06:16.113" v="262"/>
          <ac:spMkLst>
            <pc:docMk/>
            <pc:sldMk cId="1119496881" sldId="268"/>
            <ac:spMk id="191" creationId="{DB07BB2F-BCAB-4294-4FD9-66F89EFE4518}"/>
          </ac:spMkLst>
        </pc:spChg>
        <pc:spChg chg="add del mod">
          <ac:chgData name="Vincent Straub" userId="cc81dce8-242d-424d-a3c5-7390e8e80d05" providerId="ADAL" clId="{0E96C34D-F066-4D44-8866-B6B98CBDDE83}" dt="2023-05-12T09:06:16.113" v="262"/>
          <ac:spMkLst>
            <pc:docMk/>
            <pc:sldMk cId="1119496881" sldId="268"/>
            <ac:spMk id="192" creationId="{1DC489F9-CE6F-69AA-93AA-C613BDC66167}"/>
          </ac:spMkLst>
        </pc:spChg>
        <pc:spChg chg="add del mod">
          <ac:chgData name="Vincent Straub" userId="cc81dce8-242d-424d-a3c5-7390e8e80d05" providerId="ADAL" clId="{0E96C34D-F066-4D44-8866-B6B98CBDDE83}" dt="2023-05-12T09:06:16.113" v="262"/>
          <ac:spMkLst>
            <pc:docMk/>
            <pc:sldMk cId="1119496881" sldId="268"/>
            <ac:spMk id="193" creationId="{F57194AB-EED0-CAAC-ACE5-EA1CFF6BBBAA}"/>
          </ac:spMkLst>
        </pc:spChg>
        <pc:spChg chg="add del mod">
          <ac:chgData name="Vincent Straub" userId="cc81dce8-242d-424d-a3c5-7390e8e80d05" providerId="ADAL" clId="{0E96C34D-F066-4D44-8866-B6B98CBDDE83}" dt="2023-05-12T09:06:16.113" v="262"/>
          <ac:spMkLst>
            <pc:docMk/>
            <pc:sldMk cId="1119496881" sldId="268"/>
            <ac:spMk id="194" creationId="{C2473F6D-A89F-3C5F-569D-51FE774E8D59}"/>
          </ac:spMkLst>
        </pc:spChg>
        <pc:spChg chg="add del mod">
          <ac:chgData name="Vincent Straub" userId="cc81dce8-242d-424d-a3c5-7390e8e80d05" providerId="ADAL" clId="{0E96C34D-F066-4D44-8866-B6B98CBDDE83}" dt="2023-05-12T09:06:16.113" v="262"/>
          <ac:spMkLst>
            <pc:docMk/>
            <pc:sldMk cId="1119496881" sldId="268"/>
            <ac:spMk id="195" creationId="{9601F8D3-E06C-DF18-A7F1-D2CD369B4EFE}"/>
          </ac:spMkLst>
        </pc:spChg>
        <pc:spChg chg="add del mod">
          <ac:chgData name="Vincent Straub" userId="cc81dce8-242d-424d-a3c5-7390e8e80d05" providerId="ADAL" clId="{0E96C34D-F066-4D44-8866-B6B98CBDDE83}" dt="2023-05-12T09:06:16.113" v="262"/>
          <ac:spMkLst>
            <pc:docMk/>
            <pc:sldMk cId="1119496881" sldId="268"/>
            <ac:spMk id="196" creationId="{74BCB87F-A4EC-A65B-CFA6-A4A1D224177B}"/>
          </ac:spMkLst>
        </pc:spChg>
        <pc:spChg chg="add del mod">
          <ac:chgData name="Vincent Straub" userId="cc81dce8-242d-424d-a3c5-7390e8e80d05" providerId="ADAL" clId="{0E96C34D-F066-4D44-8866-B6B98CBDDE83}" dt="2023-05-12T09:06:16.113" v="262"/>
          <ac:spMkLst>
            <pc:docMk/>
            <pc:sldMk cId="1119496881" sldId="268"/>
            <ac:spMk id="197" creationId="{451974EC-293F-AA5B-71D4-85F6849219B0}"/>
          </ac:spMkLst>
        </pc:spChg>
        <pc:spChg chg="add del mod">
          <ac:chgData name="Vincent Straub" userId="cc81dce8-242d-424d-a3c5-7390e8e80d05" providerId="ADAL" clId="{0E96C34D-F066-4D44-8866-B6B98CBDDE83}" dt="2023-05-12T09:06:16.113" v="262"/>
          <ac:spMkLst>
            <pc:docMk/>
            <pc:sldMk cId="1119496881" sldId="268"/>
            <ac:spMk id="198" creationId="{F2D8827F-D5B5-6CCA-37E3-0200A0AA39BB}"/>
          </ac:spMkLst>
        </pc:spChg>
        <pc:spChg chg="add del mod">
          <ac:chgData name="Vincent Straub" userId="cc81dce8-242d-424d-a3c5-7390e8e80d05" providerId="ADAL" clId="{0E96C34D-F066-4D44-8866-B6B98CBDDE83}" dt="2023-05-12T09:06:16.113" v="262"/>
          <ac:spMkLst>
            <pc:docMk/>
            <pc:sldMk cId="1119496881" sldId="268"/>
            <ac:spMk id="199" creationId="{B94B865D-8ADD-3A65-44CC-D7BE594B91B3}"/>
          </ac:spMkLst>
        </pc:spChg>
        <pc:spChg chg="add del mod">
          <ac:chgData name="Vincent Straub" userId="cc81dce8-242d-424d-a3c5-7390e8e80d05" providerId="ADAL" clId="{0E96C34D-F066-4D44-8866-B6B98CBDDE83}" dt="2023-05-12T09:06:16.113" v="262"/>
          <ac:spMkLst>
            <pc:docMk/>
            <pc:sldMk cId="1119496881" sldId="268"/>
            <ac:spMk id="200" creationId="{66450782-8A6D-BCFB-4A66-288A634E7235}"/>
          </ac:spMkLst>
        </pc:spChg>
        <pc:spChg chg="add del mod">
          <ac:chgData name="Vincent Straub" userId="cc81dce8-242d-424d-a3c5-7390e8e80d05" providerId="ADAL" clId="{0E96C34D-F066-4D44-8866-B6B98CBDDE83}" dt="2023-05-12T09:06:16.113" v="262"/>
          <ac:spMkLst>
            <pc:docMk/>
            <pc:sldMk cId="1119496881" sldId="268"/>
            <ac:spMk id="201" creationId="{89029DC1-7F37-6C92-8B1F-9AC5E547AC98}"/>
          </ac:spMkLst>
        </pc:spChg>
        <pc:spChg chg="add del mod">
          <ac:chgData name="Vincent Straub" userId="cc81dce8-242d-424d-a3c5-7390e8e80d05" providerId="ADAL" clId="{0E96C34D-F066-4D44-8866-B6B98CBDDE83}" dt="2023-05-12T09:06:16.113" v="262"/>
          <ac:spMkLst>
            <pc:docMk/>
            <pc:sldMk cId="1119496881" sldId="268"/>
            <ac:spMk id="202" creationId="{187E0370-75EE-CBA3-4D19-324431ADA28E}"/>
          </ac:spMkLst>
        </pc:spChg>
        <pc:spChg chg="add del mod">
          <ac:chgData name="Vincent Straub" userId="cc81dce8-242d-424d-a3c5-7390e8e80d05" providerId="ADAL" clId="{0E96C34D-F066-4D44-8866-B6B98CBDDE83}" dt="2023-05-12T09:06:16.113" v="262"/>
          <ac:spMkLst>
            <pc:docMk/>
            <pc:sldMk cId="1119496881" sldId="268"/>
            <ac:spMk id="203" creationId="{298ACCF2-B961-78EF-0315-DFB0DD83FD88}"/>
          </ac:spMkLst>
        </pc:spChg>
        <pc:spChg chg="add del mod">
          <ac:chgData name="Vincent Straub" userId="cc81dce8-242d-424d-a3c5-7390e8e80d05" providerId="ADAL" clId="{0E96C34D-F066-4D44-8866-B6B98CBDDE83}" dt="2023-05-12T09:06:16.113" v="262"/>
          <ac:spMkLst>
            <pc:docMk/>
            <pc:sldMk cId="1119496881" sldId="268"/>
            <ac:spMk id="204" creationId="{F192F71D-79D7-B159-5393-20F7B67F7CAA}"/>
          </ac:spMkLst>
        </pc:spChg>
        <pc:spChg chg="add del mod">
          <ac:chgData name="Vincent Straub" userId="cc81dce8-242d-424d-a3c5-7390e8e80d05" providerId="ADAL" clId="{0E96C34D-F066-4D44-8866-B6B98CBDDE83}" dt="2023-05-12T09:06:16.113" v="262"/>
          <ac:spMkLst>
            <pc:docMk/>
            <pc:sldMk cId="1119496881" sldId="268"/>
            <ac:spMk id="205" creationId="{3676295D-A46E-D7BF-3F2B-1D408DA11089}"/>
          </ac:spMkLst>
        </pc:spChg>
        <pc:spChg chg="add del mod">
          <ac:chgData name="Vincent Straub" userId="cc81dce8-242d-424d-a3c5-7390e8e80d05" providerId="ADAL" clId="{0E96C34D-F066-4D44-8866-B6B98CBDDE83}" dt="2023-05-12T09:06:16.113" v="262"/>
          <ac:spMkLst>
            <pc:docMk/>
            <pc:sldMk cId="1119496881" sldId="268"/>
            <ac:spMk id="206" creationId="{99A0A411-969C-80F3-69F0-0778CFCC6FE2}"/>
          </ac:spMkLst>
        </pc:spChg>
        <pc:spChg chg="add del mod">
          <ac:chgData name="Vincent Straub" userId="cc81dce8-242d-424d-a3c5-7390e8e80d05" providerId="ADAL" clId="{0E96C34D-F066-4D44-8866-B6B98CBDDE83}" dt="2023-05-12T09:06:16.113" v="262"/>
          <ac:spMkLst>
            <pc:docMk/>
            <pc:sldMk cId="1119496881" sldId="268"/>
            <ac:spMk id="207" creationId="{E410322E-E589-BCDB-A73B-3F4A0351EB29}"/>
          </ac:spMkLst>
        </pc:spChg>
        <pc:spChg chg="add del mod">
          <ac:chgData name="Vincent Straub" userId="cc81dce8-242d-424d-a3c5-7390e8e80d05" providerId="ADAL" clId="{0E96C34D-F066-4D44-8866-B6B98CBDDE83}" dt="2023-05-12T09:06:16.113" v="262"/>
          <ac:spMkLst>
            <pc:docMk/>
            <pc:sldMk cId="1119496881" sldId="268"/>
            <ac:spMk id="208" creationId="{B138C671-8C9A-8F4C-E491-B1C604DDBAFF}"/>
          </ac:spMkLst>
        </pc:spChg>
        <pc:spChg chg="add del mod">
          <ac:chgData name="Vincent Straub" userId="cc81dce8-242d-424d-a3c5-7390e8e80d05" providerId="ADAL" clId="{0E96C34D-F066-4D44-8866-B6B98CBDDE83}" dt="2023-05-12T09:06:16.113" v="262"/>
          <ac:spMkLst>
            <pc:docMk/>
            <pc:sldMk cId="1119496881" sldId="268"/>
            <ac:spMk id="209" creationId="{0E92053A-482F-1556-F629-734E3D30B109}"/>
          </ac:spMkLst>
        </pc:spChg>
        <pc:spChg chg="add del mod">
          <ac:chgData name="Vincent Straub" userId="cc81dce8-242d-424d-a3c5-7390e8e80d05" providerId="ADAL" clId="{0E96C34D-F066-4D44-8866-B6B98CBDDE83}" dt="2023-05-12T09:06:16.113" v="262"/>
          <ac:spMkLst>
            <pc:docMk/>
            <pc:sldMk cId="1119496881" sldId="268"/>
            <ac:spMk id="210" creationId="{CFB987C1-92A9-9B2B-267E-454A3FB3F421}"/>
          </ac:spMkLst>
        </pc:spChg>
        <pc:spChg chg="add del mod">
          <ac:chgData name="Vincent Straub" userId="cc81dce8-242d-424d-a3c5-7390e8e80d05" providerId="ADAL" clId="{0E96C34D-F066-4D44-8866-B6B98CBDDE83}" dt="2023-05-12T09:06:16.113" v="262"/>
          <ac:spMkLst>
            <pc:docMk/>
            <pc:sldMk cId="1119496881" sldId="268"/>
            <ac:spMk id="211" creationId="{99EE1112-C13E-10B1-CEB3-272E68C7F793}"/>
          </ac:spMkLst>
        </pc:spChg>
        <pc:spChg chg="add del mod">
          <ac:chgData name="Vincent Straub" userId="cc81dce8-242d-424d-a3c5-7390e8e80d05" providerId="ADAL" clId="{0E96C34D-F066-4D44-8866-B6B98CBDDE83}" dt="2023-05-12T09:06:16.113" v="262"/>
          <ac:spMkLst>
            <pc:docMk/>
            <pc:sldMk cId="1119496881" sldId="268"/>
            <ac:spMk id="212" creationId="{0432ACB1-7112-6588-59B0-E351CB4B74EF}"/>
          </ac:spMkLst>
        </pc:spChg>
        <pc:spChg chg="add del mod">
          <ac:chgData name="Vincent Straub" userId="cc81dce8-242d-424d-a3c5-7390e8e80d05" providerId="ADAL" clId="{0E96C34D-F066-4D44-8866-B6B98CBDDE83}" dt="2023-05-12T09:06:16.113" v="262"/>
          <ac:spMkLst>
            <pc:docMk/>
            <pc:sldMk cId="1119496881" sldId="268"/>
            <ac:spMk id="213" creationId="{21CA5296-7920-2634-1BD6-ABA0E2167488}"/>
          </ac:spMkLst>
        </pc:spChg>
        <pc:spChg chg="add del mod">
          <ac:chgData name="Vincent Straub" userId="cc81dce8-242d-424d-a3c5-7390e8e80d05" providerId="ADAL" clId="{0E96C34D-F066-4D44-8866-B6B98CBDDE83}" dt="2023-05-12T09:06:16.113" v="262"/>
          <ac:spMkLst>
            <pc:docMk/>
            <pc:sldMk cId="1119496881" sldId="268"/>
            <ac:spMk id="214" creationId="{BC2CDFD7-9ACF-E6B4-E2CF-36C50C7A2283}"/>
          </ac:spMkLst>
        </pc:spChg>
        <pc:spChg chg="add del mod">
          <ac:chgData name="Vincent Straub" userId="cc81dce8-242d-424d-a3c5-7390e8e80d05" providerId="ADAL" clId="{0E96C34D-F066-4D44-8866-B6B98CBDDE83}" dt="2023-05-12T09:06:16.113" v="262"/>
          <ac:spMkLst>
            <pc:docMk/>
            <pc:sldMk cId="1119496881" sldId="268"/>
            <ac:spMk id="215" creationId="{926FA6C7-73F7-4F04-D3DB-E4732A932B90}"/>
          </ac:spMkLst>
        </pc:spChg>
        <pc:spChg chg="add del mod">
          <ac:chgData name="Vincent Straub" userId="cc81dce8-242d-424d-a3c5-7390e8e80d05" providerId="ADAL" clId="{0E96C34D-F066-4D44-8866-B6B98CBDDE83}" dt="2023-05-12T09:06:16.113" v="262"/>
          <ac:spMkLst>
            <pc:docMk/>
            <pc:sldMk cId="1119496881" sldId="268"/>
            <ac:spMk id="216" creationId="{97BE2DC3-075C-395D-D7D2-F493785721A2}"/>
          </ac:spMkLst>
        </pc:spChg>
        <pc:spChg chg="add del mod">
          <ac:chgData name="Vincent Straub" userId="cc81dce8-242d-424d-a3c5-7390e8e80d05" providerId="ADAL" clId="{0E96C34D-F066-4D44-8866-B6B98CBDDE83}" dt="2023-05-12T09:06:16.113" v="262"/>
          <ac:spMkLst>
            <pc:docMk/>
            <pc:sldMk cId="1119496881" sldId="268"/>
            <ac:spMk id="217" creationId="{109282F4-2914-D4F1-0E8E-C9EFC48A9712}"/>
          </ac:spMkLst>
        </pc:spChg>
        <pc:spChg chg="add del mod">
          <ac:chgData name="Vincent Straub" userId="cc81dce8-242d-424d-a3c5-7390e8e80d05" providerId="ADAL" clId="{0E96C34D-F066-4D44-8866-B6B98CBDDE83}" dt="2023-05-12T09:06:16.113" v="262"/>
          <ac:spMkLst>
            <pc:docMk/>
            <pc:sldMk cId="1119496881" sldId="268"/>
            <ac:spMk id="218" creationId="{8EB12F93-4B5C-8BC4-B387-0B52483305B8}"/>
          </ac:spMkLst>
        </pc:spChg>
        <pc:spChg chg="add del mod">
          <ac:chgData name="Vincent Straub" userId="cc81dce8-242d-424d-a3c5-7390e8e80d05" providerId="ADAL" clId="{0E96C34D-F066-4D44-8866-B6B98CBDDE83}" dt="2023-05-12T09:06:16.113" v="262"/>
          <ac:spMkLst>
            <pc:docMk/>
            <pc:sldMk cId="1119496881" sldId="268"/>
            <ac:spMk id="219" creationId="{FA0077F8-2D22-ADEC-7C66-5A24B510A6F1}"/>
          </ac:spMkLst>
        </pc:spChg>
        <pc:spChg chg="add del mod">
          <ac:chgData name="Vincent Straub" userId="cc81dce8-242d-424d-a3c5-7390e8e80d05" providerId="ADAL" clId="{0E96C34D-F066-4D44-8866-B6B98CBDDE83}" dt="2023-05-12T09:06:16.113" v="262"/>
          <ac:spMkLst>
            <pc:docMk/>
            <pc:sldMk cId="1119496881" sldId="268"/>
            <ac:spMk id="220" creationId="{EB443665-AEAB-EBBB-ADF1-A849E2E6CFF5}"/>
          </ac:spMkLst>
        </pc:spChg>
        <pc:spChg chg="add del mod">
          <ac:chgData name="Vincent Straub" userId="cc81dce8-242d-424d-a3c5-7390e8e80d05" providerId="ADAL" clId="{0E96C34D-F066-4D44-8866-B6B98CBDDE83}" dt="2023-05-12T09:06:16.113" v="262"/>
          <ac:spMkLst>
            <pc:docMk/>
            <pc:sldMk cId="1119496881" sldId="268"/>
            <ac:spMk id="221" creationId="{6421BB50-6A7D-71A8-8EF8-5ECB7D8E2D34}"/>
          </ac:spMkLst>
        </pc:spChg>
        <pc:spChg chg="add del mod">
          <ac:chgData name="Vincent Straub" userId="cc81dce8-242d-424d-a3c5-7390e8e80d05" providerId="ADAL" clId="{0E96C34D-F066-4D44-8866-B6B98CBDDE83}" dt="2023-05-12T09:06:16.113" v="262"/>
          <ac:spMkLst>
            <pc:docMk/>
            <pc:sldMk cId="1119496881" sldId="268"/>
            <ac:spMk id="223" creationId="{F6C6D3A5-F391-87EF-E507-843F7B5E0A76}"/>
          </ac:spMkLst>
        </pc:spChg>
        <pc:spChg chg="add del mod">
          <ac:chgData name="Vincent Straub" userId="cc81dce8-242d-424d-a3c5-7390e8e80d05" providerId="ADAL" clId="{0E96C34D-F066-4D44-8866-B6B98CBDDE83}" dt="2023-05-12T09:06:16.113" v="262"/>
          <ac:spMkLst>
            <pc:docMk/>
            <pc:sldMk cId="1119496881" sldId="268"/>
            <ac:spMk id="224" creationId="{81517606-B124-31A1-8A0B-96A407A911EE}"/>
          </ac:spMkLst>
        </pc:spChg>
        <pc:spChg chg="add del mod">
          <ac:chgData name="Vincent Straub" userId="cc81dce8-242d-424d-a3c5-7390e8e80d05" providerId="ADAL" clId="{0E96C34D-F066-4D44-8866-B6B98CBDDE83}" dt="2023-05-12T09:06:16.113" v="262"/>
          <ac:spMkLst>
            <pc:docMk/>
            <pc:sldMk cId="1119496881" sldId="268"/>
            <ac:spMk id="225" creationId="{79278956-0F90-B776-210F-FC096E7038BD}"/>
          </ac:spMkLst>
        </pc:spChg>
        <pc:spChg chg="add del mod">
          <ac:chgData name="Vincent Straub" userId="cc81dce8-242d-424d-a3c5-7390e8e80d05" providerId="ADAL" clId="{0E96C34D-F066-4D44-8866-B6B98CBDDE83}" dt="2023-05-12T09:06:16.113" v="262"/>
          <ac:spMkLst>
            <pc:docMk/>
            <pc:sldMk cId="1119496881" sldId="268"/>
            <ac:spMk id="226" creationId="{1598BA23-062B-4F39-F515-4948FA95A59C}"/>
          </ac:spMkLst>
        </pc:spChg>
        <pc:spChg chg="add del mod">
          <ac:chgData name="Vincent Straub" userId="cc81dce8-242d-424d-a3c5-7390e8e80d05" providerId="ADAL" clId="{0E96C34D-F066-4D44-8866-B6B98CBDDE83}" dt="2023-05-12T09:06:16.113" v="262"/>
          <ac:spMkLst>
            <pc:docMk/>
            <pc:sldMk cId="1119496881" sldId="268"/>
            <ac:spMk id="227" creationId="{68062594-545C-075F-8522-9E660FCDEA7F}"/>
          </ac:spMkLst>
        </pc:spChg>
        <pc:spChg chg="add del mod">
          <ac:chgData name="Vincent Straub" userId="cc81dce8-242d-424d-a3c5-7390e8e80d05" providerId="ADAL" clId="{0E96C34D-F066-4D44-8866-B6B98CBDDE83}" dt="2023-05-12T09:06:16.113" v="262"/>
          <ac:spMkLst>
            <pc:docMk/>
            <pc:sldMk cId="1119496881" sldId="268"/>
            <ac:spMk id="228" creationId="{3E59F872-874B-4DE1-3EE7-719AC141B782}"/>
          </ac:spMkLst>
        </pc:spChg>
        <pc:spChg chg="add del mod">
          <ac:chgData name="Vincent Straub" userId="cc81dce8-242d-424d-a3c5-7390e8e80d05" providerId="ADAL" clId="{0E96C34D-F066-4D44-8866-B6B98CBDDE83}" dt="2023-05-12T09:06:16.113" v="262"/>
          <ac:spMkLst>
            <pc:docMk/>
            <pc:sldMk cId="1119496881" sldId="268"/>
            <ac:spMk id="229" creationId="{D5D11016-CB80-83D6-2CF1-B28C9B31E433}"/>
          </ac:spMkLst>
        </pc:spChg>
        <pc:spChg chg="add del mod">
          <ac:chgData name="Vincent Straub" userId="cc81dce8-242d-424d-a3c5-7390e8e80d05" providerId="ADAL" clId="{0E96C34D-F066-4D44-8866-B6B98CBDDE83}" dt="2023-05-12T09:06:16.113" v="262"/>
          <ac:spMkLst>
            <pc:docMk/>
            <pc:sldMk cId="1119496881" sldId="268"/>
            <ac:spMk id="230" creationId="{C147B901-CFA3-774B-3D1D-252931CA06D9}"/>
          </ac:spMkLst>
        </pc:spChg>
        <pc:spChg chg="add del mod">
          <ac:chgData name="Vincent Straub" userId="cc81dce8-242d-424d-a3c5-7390e8e80d05" providerId="ADAL" clId="{0E96C34D-F066-4D44-8866-B6B98CBDDE83}" dt="2023-05-12T09:06:16.113" v="262"/>
          <ac:spMkLst>
            <pc:docMk/>
            <pc:sldMk cId="1119496881" sldId="268"/>
            <ac:spMk id="231" creationId="{FD63C52B-24DF-37AB-D774-B59FDAAE17E9}"/>
          </ac:spMkLst>
        </pc:spChg>
        <pc:spChg chg="add del mod">
          <ac:chgData name="Vincent Straub" userId="cc81dce8-242d-424d-a3c5-7390e8e80d05" providerId="ADAL" clId="{0E96C34D-F066-4D44-8866-B6B98CBDDE83}" dt="2023-05-12T09:06:16.113" v="262"/>
          <ac:spMkLst>
            <pc:docMk/>
            <pc:sldMk cId="1119496881" sldId="268"/>
            <ac:spMk id="234" creationId="{FE179ECD-3C8C-4950-3D07-B2976AB20128}"/>
          </ac:spMkLst>
        </pc:spChg>
        <pc:spChg chg="add del mod">
          <ac:chgData name="Vincent Straub" userId="cc81dce8-242d-424d-a3c5-7390e8e80d05" providerId="ADAL" clId="{0E96C34D-F066-4D44-8866-B6B98CBDDE83}" dt="2023-05-12T09:06:16.113" v="262"/>
          <ac:spMkLst>
            <pc:docMk/>
            <pc:sldMk cId="1119496881" sldId="268"/>
            <ac:spMk id="236" creationId="{E373B928-E807-4146-16B5-D16A0D1D18FF}"/>
          </ac:spMkLst>
        </pc:spChg>
        <pc:spChg chg="add del mod">
          <ac:chgData name="Vincent Straub" userId="cc81dce8-242d-424d-a3c5-7390e8e80d05" providerId="ADAL" clId="{0E96C34D-F066-4D44-8866-B6B98CBDDE83}" dt="2023-05-12T09:06:16.113" v="262"/>
          <ac:spMkLst>
            <pc:docMk/>
            <pc:sldMk cId="1119496881" sldId="268"/>
            <ac:spMk id="237" creationId="{02C0AE35-4884-D4B5-97BC-8E110BA6B600}"/>
          </ac:spMkLst>
        </pc:spChg>
        <pc:spChg chg="add del mod">
          <ac:chgData name="Vincent Straub" userId="cc81dce8-242d-424d-a3c5-7390e8e80d05" providerId="ADAL" clId="{0E96C34D-F066-4D44-8866-B6B98CBDDE83}" dt="2023-05-12T09:06:16.113" v="262"/>
          <ac:spMkLst>
            <pc:docMk/>
            <pc:sldMk cId="1119496881" sldId="268"/>
            <ac:spMk id="238" creationId="{A6AA087F-AC96-CCC7-36D5-CA7BB7D07E99}"/>
          </ac:spMkLst>
        </pc:spChg>
        <pc:spChg chg="add del mod">
          <ac:chgData name="Vincent Straub" userId="cc81dce8-242d-424d-a3c5-7390e8e80d05" providerId="ADAL" clId="{0E96C34D-F066-4D44-8866-B6B98CBDDE83}" dt="2023-05-12T09:06:16.113" v="262"/>
          <ac:spMkLst>
            <pc:docMk/>
            <pc:sldMk cId="1119496881" sldId="268"/>
            <ac:spMk id="239" creationId="{DB006563-7170-ECDE-4CA1-68FDCF9E3221}"/>
          </ac:spMkLst>
        </pc:spChg>
        <pc:spChg chg="add del mod">
          <ac:chgData name="Vincent Straub" userId="cc81dce8-242d-424d-a3c5-7390e8e80d05" providerId="ADAL" clId="{0E96C34D-F066-4D44-8866-B6B98CBDDE83}" dt="2023-05-12T09:06:16.113" v="262"/>
          <ac:spMkLst>
            <pc:docMk/>
            <pc:sldMk cId="1119496881" sldId="268"/>
            <ac:spMk id="240" creationId="{CE3C0C29-ACFB-D7EA-9279-2208A91874C0}"/>
          </ac:spMkLst>
        </pc:spChg>
        <pc:spChg chg="add del mod">
          <ac:chgData name="Vincent Straub" userId="cc81dce8-242d-424d-a3c5-7390e8e80d05" providerId="ADAL" clId="{0E96C34D-F066-4D44-8866-B6B98CBDDE83}" dt="2023-05-12T09:06:16.113" v="262"/>
          <ac:spMkLst>
            <pc:docMk/>
            <pc:sldMk cId="1119496881" sldId="268"/>
            <ac:spMk id="241" creationId="{EEAA75CF-7807-0C76-003F-62AE8928F673}"/>
          </ac:spMkLst>
        </pc:spChg>
        <pc:spChg chg="add del mod">
          <ac:chgData name="Vincent Straub" userId="cc81dce8-242d-424d-a3c5-7390e8e80d05" providerId="ADAL" clId="{0E96C34D-F066-4D44-8866-B6B98CBDDE83}" dt="2023-05-12T09:06:16.113" v="262"/>
          <ac:spMkLst>
            <pc:docMk/>
            <pc:sldMk cId="1119496881" sldId="268"/>
            <ac:spMk id="242" creationId="{3A1557BC-461E-84E1-08B5-15434E92E11F}"/>
          </ac:spMkLst>
        </pc:spChg>
        <pc:spChg chg="add del mod">
          <ac:chgData name="Vincent Straub" userId="cc81dce8-242d-424d-a3c5-7390e8e80d05" providerId="ADAL" clId="{0E96C34D-F066-4D44-8866-B6B98CBDDE83}" dt="2023-05-12T09:06:16.113" v="262"/>
          <ac:spMkLst>
            <pc:docMk/>
            <pc:sldMk cId="1119496881" sldId="268"/>
            <ac:spMk id="243" creationId="{93DA2242-58C6-EDBA-3958-3B4BEA87FEEB}"/>
          </ac:spMkLst>
        </pc:spChg>
        <pc:spChg chg="add del mod">
          <ac:chgData name="Vincent Straub" userId="cc81dce8-242d-424d-a3c5-7390e8e80d05" providerId="ADAL" clId="{0E96C34D-F066-4D44-8866-B6B98CBDDE83}" dt="2023-05-12T09:06:16.113" v="262"/>
          <ac:spMkLst>
            <pc:docMk/>
            <pc:sldMk cId="1119496881" sldId="268"/>
            <ac:spMk id="244" creationId="{2502EF51-F795-EA6C-539B-246264D404E9}"/>
          </ac:spMkLst>
        </pc:spChg>
        <pc:spChg chg="add del mod">
          <ac:chgData name="Vincent Straub" userId="cc81dce8-242d-424d-a3c5-7390e8e80d05" providerId="ADAL" clId="{0E96C34D-F066-4D44-8866-B6B98CBDDE83}" dt="2023-05-12T09:06:16.113" v="262"/>
          <ac:spMkLst>
            <pc:docMk/>
            <pc:sldMk cId="1119496881" sldId="268"/>
            <ac:spMk id="245" creationId="{747BE2FB-FD5C-B4AB-36BB-F34004376F8E}"/>
          </ac:spMkLst>
        </pc:spChg>
        <pc:spChg chg="add del mod">
          <ac:chgData name="Vincent Straub" userId="cc81dce8-242d-424d-a3c5-7390e8e80d05" providerId="ADAL" clId="{0E96C34D-F066-4D44-8866-B6B98CBDDE83}" dt="2023-05-12T09:06:16.113" v="262"/>
          <ac:spMkLst>
            <pc:docMk/>
            <pc:sldMk cId="1119496881" sldId="268"/>
            <ac:spMk id="246" creationId="{38872DCA-09D3-FC4C-F3F8-6219B6E57642}"/>
          </ac:spMkLst>
        </pc:spChg>
        <pc:spChg chg="add del mod">
          <ac:chgData name="Vincent Straub" userId="cc81dce8-242d-424d-a3c5-7390e8e80d05" providerId="ADAL" clId="{0E96C34D-F066-4D44-8866-B6B98CBDDE83}" dt="2023-05-12T09:06:16.113" v="262"/>
          <ac:spMkLst>
            <pc:docMk/>
            <pc:sldMk cId="1119496881" sldId="268"/>
            <ac:spMk id="247" creationId="{7E4AD358-4A88-6C88-E251-91818187BBA1}"/>
          </ac:spMkLst>
        </pc:spChg>
        <pc:spChg chg="add del mod">
          <ac:chgData name="Vincent Straub" userId="cc81dce8-242d-424d-a3c5-7390e8e80d05" providerId="ADAL" clId="{0E96C34D-F066-4D44-8866-B6B98CBDDE83}" dt="2023-05-12T09:06:16.113" v="262"/>
          <ac:spMkLst>
            <pc:docMk/>
            <pc:sldMk cId="1119496881" sldId="268"/>
            <ac:spMk id="248" creationId="{5F65AE6C-2729-B359-F6AD-E018F6366B03}"/>
          </ac:spMkLst>
        </pc:spChg>
        <pc:spChg chg="add del mod">
          <ac:chgData name="Vincent Straub" userId="cc81dce8-242d-424d-a3c5-7390e8e80d05" providerId="ADAL" clId="{0E96C34D-F066-4D44-8866-B6B98CBDDE83}" dt="2023-05-12T09:06:16.113" v="262"/>
          <ac:spMkLst>
            <pc:docMk/>
            <pc:sldMk cId="1119496881" sldId="268"/>
            <ac:spMk id="249" creationId="{6DC576A9-ECC9-3625-BF15-C7EFF2911506}"/>
          </ac:spMkLst>
        </pc:spChg>
        <pc:spChg chg="add del mod">
          <ac:chgData name="Vincent Straub" userId="cc81dce8-242d-424d-a3c5-7390e8e80d05" providerId="ADAL" clId="{0E96C34D-F066-4D44-8866-B6B98CBDDE83}" dt="2023-05-12T09:06:16.113" v="262"/>
          <ac:spMkLst>
            <pc:docMk/>
            <pc:sldMk cId="1119496881" sldId="268"/>
            <ac:spMk id="250" creationId="{773A7DF1-321A-588E-6569-26657D088F1A}"/>
          </ac:spMkLst>
        </pc:spChg>
        <pc:spChg chg="add del mod">
          <ac:chgData name="Vincent Straub" userId="cc81dce8-242d-424d-a3c5-7390e8e80d05" providerId="ADAL" clId="{0E96C34D-F066-4D44-8866-B6B98CBDDE83}" dt="2023-05-12T09:06:16.113" v="262"/>
          <ac:spMkLst>
            <pc:docMk/>
            <pc:sldMk cId="1119496881" sldId="268"/>
            <ac:spMk id="251" creationId="{8DD66A9B-198B-5784-260F-5CE5ECD36C3F}"/>
          </ac:spMkLst>
        </pc:spChg>
        <pc:spChg chg="add del mod">
          <ac:chgData name="Vincent Straub" userId="cc81dce8-242d-424d-a3c5-7390e8e80d05" providerId="ADAL" clId="{0E96C34D-F066-4D44-8866-B6B98CBDDE83}" dt="2023-05-12T09:06:16.113" v="262"/>
          <ac:spMkLst>
            <pc:docMk/>
            <pc:sldMk cId="1119496881" sldId="268"/>
            <ac:spMk id="252" creationId="{45721E58-997E-8A5B-8A9F-37C80B3AFA31}"/>
          </ac:spMkLst>
        </pc:spChg>
        <pc:spChg chg="add del mod">
          <ac:chgData name="Vincent Straub" userId="cc81dce8-242d-424d-a3c5-7390e8e80d05" providerId="ADAL" clId="{0E96C34D-F066-4D44-8866-B6B98CBDDE83}" dt="2023-05-12T09:06:16.113" v="262"/>
          <ac:spMkLst>
            <pc:docMk/>
            <pc:sldMk cId="1119496881" sldId="268"/>
            <ac:spMk id="253" creationId="{DCC94C40-5F1F-9BD0-8AD9-C2F377CA28FF}"/>
          </ac:spMkLst>
        </pc:spChg>
        <pc:spChg chg="add del mod">
          <ac:chgData name="Vincent Straub" userId="cc81dce8-242d-424d-a3c5-7390e8e80d05" providerId="ADAL" clId="{0E96C34D-F066-4D44-8866-B6B98CBDDE83}" dt="2023-05-12T09:06:16.113" v="262"/>
          <ac:spMkLst>
            <pc:docMk/>
            <pc:sldMk cId="1119496881" sldId="268"/>
            <ac:spMk id="254" creationId="{63C50347-114A-A808-96EC-CA06B823E784}"/>
          </ac:spMkLst>
        </pc:spChg>
        <pc:spChg chg="add del mod">
          <ac:chgData name="Vincent Straub" userId="cc81dce8-242d-424d-a3c5-7390e8e80d05" providerId="ADAL" clId="{0E96C34D-F066-4D44-8866-B6B98CBDDE83}" dt="2023-05-12T09:06:16.113" v="262"/>
          <ac:spMkLst>
            <pc:docMk/>
            <pc:sldMk cId="1119496881" sldId="268"/>
            <ac:spMk id="255" creationId="{5E659305-34EF-98A5-0F7D-94B028FAC26E}"/>
          </ac:spMkLst>
        </pc:spChg>
        <pc:spChg chg="add del mod">
          <ac:chgData name="Vincent Straub" userId="cc81dce8-242d-424d-a3c5-7390e8e80d05" providerId="ADAL" clId="{0E96C34D-F066-4D44-8866-B6B98CBDDE83}" dt="2023-05-12T09:06:16.113" v="262"/>
          <ac:spMkLst>
            <pc:docMk/>
            <pc:sldMk cId="1119496881" sldId="268"/>
            <ac:spMk id="256" creationId="{D5B5EF2B-BFA0-39C4-9362-750F55AC4947}"/>
          </ac:spMkLst>
        </pc:spChg>
        <pc:spChg chg="add del mod">
          <ac:chgData name="Vincent Straub" userId="cc81dce8-242d-424d-a3c5-7390e8e80d05" providerId="ADAL" clId="{0E96C34D-F066-4D44-8866-B6B98CBDDE83}" dt="2023-05-12T09:06:16.113" v="262"/>
          <ac:spMkLst>
            <pc:docMk/>
            <pc:sldMk cId="1119496881" sldId="268"/>
            <ac:spMk id="257" creationId="{D58AD82B-BF9E-51EA-8240-AB05A0FA72AB}"/>
          </ac:spMkLst>
        </pc:spChg>
        <pc:spChg chg="add del mod">
          <ac:chgData name="Vincent Straub" userId="cc81dce8-242d-424d-a3c5-7390e8e80d05" providerId="ADAL" clId="{0E96C34D-F066-4D44-8866-B6B98CBDDE83}" dt="2023-05-12T09:06:16.113" v="262"/>
          <ac:spMkLst>
            <pc:docMk/>
            <pc:sldMk cId="1119496881" sldId="268"/>
            <ac:spMk id="258" creationId="{8136C9F8-A348-FFA7-BF05-B8687F093A6C}"/>
          </ac:spMkLst>
        </pc:spChg>
        <pc:spChg chg="add del mod">
          <ac:chgData name="Vincent Straub" userId="cc81dce8-242d-424d-a3c5-7390e8e80d05" providerId="ADAL" clId="{0E96C34D-F066-4D44-8866-B6B98CBDDE83}" dt="2023-05-12T09:06:16.113" v="262"/>
          <ac:spMkLst>
            <pc:docMk/>
            <pc:sldMk cId="1119496881" sldId="268"/>
            <ac:spMk id="259" creationId="{55BC5149-6C7D-DD84-069F-9222134B97D0}"/>
          </ac:spMkLst>
        </pc:spChg>
        <pc:spChg chg="add del mod">
          <ac:chgData name="Vincent Straub" userId="cc81dce8-242d-424d-a3c5-7390e8e80d05" providerId="ADAL" clId="{0E96C34D-F066-4D44-8866-B6B98CBDDE83}" dt="2023-05-12T09:06:16.113" v="262"/>
          <ac:spMkLst>
            <pc:docMk/>
            <pc:sldMk cId="1119496881" sldId="268"/>
            <ac:spMk id="260" creationId="{404204CB-AFB0-1357-DD11-AD159C913D91}"/>
          </ac:spMkLst>
        </pc:spChg>
        <pc:spChg chg="add del mod">
          <ac:chgData name="Vincent Straub" userId="cc81dce8-242d-424d-a3c5-7390e8e80d05" providerId="ADAL" clId="{0E96C34D-F066-4D44-8866-B6B98CBDDE83}" dt="2023-05-12T09:06:16.113" v="262"/>
          <ac:spMkLst>
            <pc:docMk/>
            <pc:sldMk cId="1119496881" sldId="268"/>
            <ac:spMk id="261" creationId="{30D56745-29C8-E2DC-07D0-FF344131409C}"/>
          </ac:spMkLst>
        </pc:spChg>
        <pc:spChg chg="add del mod">
          <ac:chgData name="Vincent Straub" userId="cc81dce8-242d-424d-a3c5-7390e8e80d05" providerId="ADAL" clId="{0E96C34D-F066-4D44-8866-B6B98CBDDE83}" dt="2023-05-12T09:06:16.113" v="262"/>
          <ac:spMkLst>
            <pc:docMk/>
            <pc:sldMk cId="1119496881" sldId="268"/>
            <ac:spMk id="262" creationId="{FC36B83F-FA10-1855-C15C-2575B217F75E}"/>
          </ac:spMkLst>
        </pc:spChg>
        <pc:spChg chg="add del mod">
          <ac:chgData name="Vincent Straub" userId="cc81dce8-242d-424d-a3c5-7390e8e80d05" providerId="ADAL" clId="{0E96C34D-F066-4D44-8866-B6B98CBDDE83}" dt="2023-05-12T09:06:16.113" v="262"/>
          <ac:spMkLst>
            <pc:docMk/>
            <pc:sldMk cId="1119496881" sldId="268"/>
            <ac:spMk id="263" creationId="{4FE03330-024C-DA40-E061-9BE23C6365B8}"/>
          </ac:spMkLst>
        </pc:spChg>
        <pc:spChg chg="add del mod">
          <ac:chgData name="Vincent Straub" userId="cc81dce8-242d-424d-a3c5-7390e8e80d05" providerId="ADAL" clId="{0E96C34D-F066-4D44-8866-B6B98CBDDE83}" dt="2023-05-12T09:06:16.113" v="262"/>
          <ac:spMkLst>
            <pc:docMk/>
            <pc:sldMk cId="1119496881" sldId="268"/>
            <ac:spMk id="264" creationId="{2BBCEC29-C85C-B92D-8D1B-662011E4541D}"/>
          </ac:spMkLst>
        </pc:spChg>
        <pc:spChg chg="add del mod">
          <ac:chgData name="Vincent Straub" userId="cc81dce8-242d-424d-a3c5-7390e8e80d05" providerId="ADAL" clId="{0E96C34D-F066-4D44-8866-B6B98CBDDE83}" dt="2023-05-12T09:06:16.113" v="262"/>
          <ac:spMkLst>
            <pc:docMk/>
            <pc:sldMk cId="1119496881" sldId="268"/>
            <ac:spMk id="265" creationId="{0BAC689F-1D90-2D38-B3BD-53C14B3484F8}"/>
          </ac:spMkLst>
        </pc:spChg>
        <pc:spChg chg="add del mod">
          <ac:chgData name="Vincent Straub" userId="cc81dce8-242d-424d-a3c5-7390e8e80d05" providerId="ADAL" clId="{0E96C34D-F066-4D44-8866-B6B98CBDDE83}" dt="2023-05-12T09:06:16.113" v="262"/>
          <ac:spMkLst>
            <pc:docMk/>
            <pc:sldMk cId="1119496881" sldId="268"/>
            <ac:spMk id="266" creationId="{B2A61E90-14B5-6E20-2BDE-A649419ACBA1}"/>
          </ac:spMkLst>
        </pc:spChg>
        <pc:spChg chg="add del mod">
          <ac:chgData name="Vincent Straub" userId="cc81dce8-242d-424d-a3c5-7390e8e80d05" providerId="ADAL" clId="{0E96C34D-F066-4D44-8866-B6B98CBDDE83}" dt="2023-05-12T09:06:16.113" v="262"/>
          <ac:spMkLst>
            <pc:docMk/>
            <pc:sldMk cId="1119496881" sldId="268"/>
            <ac:spMk id="267" creationId="{2523D729-0FEC-CED3-419C-9160DC1DF194}"/>
          </ac:spMkLst>
        </pc:spChg>
        <pc:spChg chg="add del mod">
          <ac:chgData name="Vincent Straub" userId="cc81dce8-242d-424d-a3c5-7390e8e80d05" providerId="ADAL" clId="{0E96C34D-F066-4D44-8866-B6B98CBDDE83}" dt="2023-05-12T09:06:16.113" v="262"/>
          <ac:spMkLst>
            <pc:docMk/>
            <pc:sldMk cId="1119496881" sldId="268"/>
            <ac:spMk id="268" creationId="{430554BF-E31E-87A3-849A-155AA98585B9}"/>
          </ac:spMkLst>
        </pc:spChg>
        <pc:spChg chg="add del mod">
          <ac:chgData name="Vincent Straub" userId="cc81dce8-242d-424d-a3c5-7390e8e80d05" providerId="ADAL" clId="{0E96C34D-F066-4D44-8866-B6B98CBDDE83}" dt="2023-05-12T09:06:16.113" v="262"/>
          <ac:spMkLst>
            <pc:docMk/>
            <pc:sldMk cId="1119496881" sldId="268"/>
            <ac:spMk id="269" creationId="{6698EDF1-1EF2-D778-A04E-9620A528BA88}"/>
          </ac:spMkLst>
        </pc:spChg>
        <pc:spChg chg="add del mod">
          <ac:chgData name="Vincent Straub" userId="cc81dce8-242d-424d-a3c5-7390e8e80d05" providerId="ADAL" clId="{0E96C34D-F066-4D44-8866-B6B98CBDDE83}" dt="2023-05-12T09:06:16.113" v="262"/>
          <ac:spMkLst>
            <pc:docMk/>
            <pc:sldMk cId="1119496881" sldId="268"/>
            <ac:spMk id="270" creationId="{1FEAE42F-3447-5210-141F-43F4F6B10036}"/>
          </ac:spMkLst>
        </pc:spChg>
        <pc:spChg chg="add del mod">
          <ac:chgData name="Vincent Straub" userId="cc81dce8-242d-424d-a3c5-7390e8e80d05" providerId="ADAL" clId="{0E96C34D-F066-4D44-8866-B6B98CBDDE83}" dt="2023-05-12T09:06:16.113" v="262"/>
          <ac:spMkLst>
            <pc:docMk/>
            <pc:sldMk cId="1119496881" sldId="268"/>
            <ac:spMk id="271" creationId="{7BCEFC2A-28F6-5BD0-1386-73CC5F6327EA}"/>
          </ac:spMkLst>
        </pc:spChg>
        <pc:spChg chg="add del mod">
          <ac:chgData name="Vincent Straub" userId="cc81dce8-242d-424d-a3c5-7390e8e80d05" providerId="ADAL" clId="{0E96C34D-F066-4D44-8866-B6B98CBDDE83}" dt="2023-05-12T09:06:16.113" v="262"/>
          <ac:spMkLst>
            <pc:docMk/>
            <pc:sldMk cId="1119496881" sldId="268"/>
            <ac:spMk id="272" creationId="{F926EA9D-0FCE-B606-B586-165CE9B83E6C}"/>
          </ac:spMkLst>
        </pc:spChg>
        <pc:spChg chg="add del mod">
          <ac:chgData name="Vincent Straub" userId="cc81dce8-242d-424d-a3c5-7390e8e80d05" providerId="ADAL" clId="{0E96C34D-F066-4D44-8866-B6B98CBDDE83}" dt="2023-05-12T09:06:16.113" v="262"/>
          <ac:spMkLst>
            <pc:docMk/>
            <pc:sldMk cId="1119496881" sldId="268"/>
            <ac:spMk id="273" creationId="{ABEEB029-E52B-8AEB-C209-D00C28FCD890}"/>
          </ac:spMkLst>
        </pc:spChg>
        <pc:spChg chg="add del mod">
          <ac:chgData name="Vincent Straub" userId="cc81dce8-242d-424d-a3c5-7390e8e80d05" providerId="ADAL" clId="{0E96C34D-F066-4D44-8866-B6B98CBDDE83}" dt="2023-05-12T09:06:16.113" v="262"/>
          <ac:spMkLst>
            <pc:docMk/>
            <pc:sldMk cId="1119496881" sldId="268"/>
            <ac:spMk id="274" creationId="{0B65945A-DA8F-BA80-AC96-A9C08EFB1A04}"/>
          </ac:spMkLst>
        </pc:spChg>
        <pc:spChg chg="add del mod">
          <ac:chgData name="Vincent Straub" userId="cc81dce8-242d-424d-a3c5-7390e8e80d05" providerId="ADAL" clId="{0E96C34D-F066-4D44-8866-B6B98CBDDE83}" dt="2023-05-12T09:06:16.113" v="262"/>
          <ac:spMkLst>
            <pc:docMk/>
            <pc:sldMk cId="1119496881" sldId="268"/>
            <ac:spMk id="275" creationId="{BA9201BD-E552-9E17-2AA6-F6D3F4E7AFBC}"/>
          </ac:spMkLst>
        </pc:spChg>
        <pc:spChg chg="add del mod">
          <ac:chgData name="Vincent Straub" userId="cc81dce8-242d-424d-a3c5-7390e8e80d05" providerId="ADAL" clId="{0E96C34D-F066-4D44-8866-B6B98CBDDE83}" dt="2023-05-12T09:06:16.113" v="262"/>
          <ac:spMkLst>
            <pc:docMk/>
            <pc:sldMk cId="1119496881" sldId="268"/>
            <ac:spMk id="276" creationId="{880F211A-038F-0537-E80F-1EDB64DE5EB8}"/>
          </ac:spMkLst>
        </pc:spChg>
        <pc:spChg chg="add del mod">
          <ac:chgData name="Vincent Straub" userId="cc81dce8-242d-424d-a3c5-7390e8e80d05" providerId="ADAL" clId="{0E96C34D-F066-4D44-8866-B6B98CBDDE83}" dt="2023-05-12T09:06:16.113" v="262"/>
          <ac:spMkLst>
            <pc:docMk/>
            <pc:sldMk cId="1119496881" sldId="268"/>
            <ac:spMk id="277" creationId="{6CE61AF8-F5A3-9E7F-DE6D-FC079BB98CD8}"/>
          </ac:spMkLst>
        </pc:spChg>
        <pc:spChg chg="add del mod">
          <ac:chgData name="Vincent Straub" userId="cc81dce8-242d-424d-a3c5-7390e8e80d05" providerId="ADAL" clId="{0E96C34D-F066-4D44-8866-B6B98CBDDE83}" dt="2023-05-12T09:06:16.113" v="262"/>
          <ac:spMkLst>
            <pc:docMk/>
            <pc:sldMk cId="1119496881" sldId="268"/>
            <ac:spMk id="278" creationId="{E81692A5-A8E3-D2C4-7914-9EDA93F94405}"/>
          </ac:spMkLst>
        </pc:spChg>
        <pc:spChg chg="add del mod">
          <ac:chgData name="Vincent Straub" userId="cc81dce8-242d-424d-a3c5-7390e8e80d05" providerId="ADAL" clId="{0E96C34D-F066-4D44-8866-B6B98CBDDE83}" dt="2023-05-12T09:06:16.113" v="262"/>
          <ac:spMkLst>
            <pc:docMk/>
            <pc:sldMk cId="1119496881" sldId="268"/>
            <ac:spMk id="279" creationId="{08FBC556-67AF-2C3F-FBCA-F6DBD85CC466}"/>
          </ac:spMkLst>
        </pc:spChg>
        <pc:spChg chg="add del mod">
          <ac:chgData name="Vincent Straub" userId="cc81dce8-242d-424d-a3c5-7390e8e80d05" providerId="ADAL" clId="{0E96C34D-F066-4D44-8866-B6B98CBDDE83}" dt="2023-05-12T09:06:16.113" v="262"/>
          <ac:spMkLst>
            <pc:docMk/>
            <pc:sldMk cId="1119496881" sldId="268"/>
            <ac:spMk id="280" creationId="{FFFA9D86-DEFD-A13D-2443-10B114F4EAE2}"/>
          </ac:spMkLst>
        </pc:spChg>
        <pc:spChg chg="add del mod">
          <ac:chgData name="Vincent Straub" userId="cc81dce8-242d-424d-a3c5-7390e8e80d05" providerId="ADAL" clId="{0E96C34D-F066-4D44-8866-B6B98CBDDE83}" dt="2023-05-12T09:06:16.113" v="262"/>
          <ac:spMkLst>
            <pc:docMk/>
            <pc:sldMk cId="1119496881" sldId="268"/>
            <ac:spMk id="281" creationId="{7C245013-C48C-1E5A-2DE1-72DC7497DCE2}"/>
          </ac:spMkLst>
        </pc:spChg>
        <pc:spChg chg="add del mod">
          <ac:chgData name="Vincent Straub" userId="cc81dce8-242d-424d-a3c5-7390e8e80d05" providerId="ADAL" clId="{0E96C34D-F066-4D44-8866-B6B98CBDDE83}" dt="2023-05-12T09:06:16.113" v="262"/>
          <ac:spMkLst>
            <pc:docMk/>
            <pc:sldMk cId="1119496881" sldId="268"/>
            <ac:spMk id="282" creationId="{5F4FE895-A246-3CF0-4549-4BDE93FB480E}"/>
          </ac:spMkLst>
        </pc:spChg>
        <pc:spChg chg="add del mod">
          <ac:chgData name="Vincent Straub" userId="cc81dce8-242d-424d-a3c5-7390e8e80d05" providerId="ADAL" clId="{0E96C34D-F066-4D44-8866-B6B98CBDDE83}" dt="2023-05-12T09:06:16.113" v="262"/>
          <ac:spMkLst>
            <pc:docMk/>
            <pc:sldMk cId="1119496881" sldId="268"/>
            <ac:spMk id="283" creationId="{43DDAD09-CEAE-6212-AF20-95738E8359BD}"/>
          </ac:spMkLst>
        </pc:spChg>
        <pc:spChg chg="add del mod">
          <ac:chgData name="Vincent Straub" userId="cc81dce8-242d-424d-a3c5-7390e8e80d05" providerId="ADAL" clId="{0E96C34D-F066-4D44-8866-B6B98CBDDE83}" dt="2023-05-12T09:06:16.113" v="262"/>
          <ac:spMkLst>
            <pc:docMk/>
            <pc:sldMk cId="1119496881" sldId="268"/>
            <ac:spMk id="284" creationId="{0637AF1D-A7E4-B5C2-A4B2-320B1B98355C}"/>
          </ac:spMkLst>
        </pc:spChg>
        <pc:spChg chg="add del mod">
          <ac:chgData name="Vincent Straub" userId="cc81dce8-242d-424d-a3c5-7390e8e80d05" providerId="ADAL" clId="{0E96C34D-F066-4D44-8866-B6B98CBDDE83}" dt="2023-05-12T09:06:16.113" v="262"/>
          <ac:spMkLst>
            <pc:docMk/>
            <pc:sldMk cId="1119496881" sldId="268"/>
            <ac:spMk id="285" creationId="{50874EEE-4328-2C3F-2B1C-F036FD0721D4}"/>
          </ac:spMkLst>
        </pc:spChg>
        <pc:spChg chg="add del mod">
          <ac:chgData name="Vincent Straub" userId="cc81dce8-242d-424d-a3c5-7390e8e80d05" providerId="ADAL" clId="{0E96C34D-F066-4D44-8866-B6B98CBDDE83}" dt="2023-05-12T09:06:16.113" v="262"/>
          <ac:spMkLst>
            <pc:docMk/>
            <pc:sldMk cId="1119496881" sldId="268"/>
            <ac:spMk id="286" creationId="{8E3071C5-1F6D-29CF-1442-077734354B15}"/>
          </ac:spMkLst>
        </pc:spChg>
        <pc:spChg chg="add del mod">
          <ac:chgData name="Vincent Straub" userId="cc81dce8-242d-424d-a3c5-7390e8e80d05" providerId="ADAL" clId="{0E96C34D-F066-4D44-8866-B6B98CBDDE83}" dt="2023-05-12T09:06:16.113" v="262"/>
          <ac:spMkLst>
            <pc:docMk/>
            <pc:sldMk cId="1119496881" sldId="268"/>
            <ac:spMk id="287" creationId="{5ACA55E6-E8B6-5674-A434-8D1986F5B4AA}"/>
          </ac:spMkLst>
        </pc:spChg>
        <pc:spChg chg="add del mod">
          <ac:chgData name="Vincent Straub" userId="cc81dce8-242d-424d-a3c5-7390e8e80d05" providerId="ADAL" clId="{0E96C34D-F066-4D44-8866-B6B98CBDDE83}" dt="2023-05-12T09:06:16.113" v="262"/>
          <ac:spMkLst>
            <pc:docMk/>
            <pc:sldMk cId="1119496881" sldId="268"/>
            <ac:spMk id="288" creationId="{3BD2DC66-DC91-6199-31B6-6394BB6E5F02}"/>
          </ac:spMkLst>
        </pc:spChg>
        <pc:spChg chg="add del mod">
          <ac:chgData name="Vincent Straub" userId="cc81dce8-242d-424d-a3c5-7390e8e80d05" providerId="ADAL" clId="{0E96C34D-F066-4D44-8866-B6B98CBDDE83}" dt="2023-05-12T09:06:16.113" v="262"/>
          <ac:spMkLst>
            <pc:docMk/>
            <pc:sldMk cId="1119496881" sldId="268"/>
            <ac:spMk id="289" creationId="{3F64C401-6F13-DDC5-38B2-91B0C3597D0C}"/>
          </ac:spMkLst>
        </pc:spChg>
        <pc:spChg chg="add del mod">
          <ac:chgData name="Vincent Straub" userId="cc81dce8-242d-424d-a3c5-7390e8e80d05" providerId="ADAL" clId="{0E96C34D-F066-4D44-8866-B6B98CBDDE83}" dt="2023-05-12T09:06:16.113" v="262"/>
          <ac:spMkLst>
            <pc:docMk/>
            <pc:sldMk cId="1119496881" sldId="268"/>
            <ac:spMk id="290" creationId="{2B7B5D62-2157-66A4-1F25-08B9A7F3C53D}"/>
          </ac:spMkLst>
        </pc:spChg>
        <pc:spChg chg="add del mod">
          <ac:chgData name="Vincent Straub" userId="cc81dce8-242d-424d-a3c5-7390e8e80d05" providerId="ADAL" clId="{0E96C34D-F066-4D44-8866-B6B98CBDDE83}" dt="2023-05-12T09:06:16.113" v="262"/>
          <ac:spMkLst>
            <pc:docMk/>
            <pc:sldMk cId="1119496881" sldId="268"/>
            <ac:spMk id="291" creationId="{902655F6-1F24-F64B-B3CC-684104A4D140}"/>
          </ac:spMkLst>
        </pc:spChg>
        <pc:spChg chg="add del mod">
          <ac:chgData name="Vincent Straub" userId="cc81dce8-242d-424d-a3c5-7390e8e80d05" providerId="ADAL" clId="{0E96C34D-F066-4D44-8866-B6B98CBDDE83}" dt="2023-05-12T09:06:16.113" v="262"/>
          <ac:spMkLst>
            <pc:docMk/>
            <pc:sldMk cId="1119496881" sldId="268"/>
            <ac:spMk id="292" creationId="{90A3D172-F2AE-A3F4-ED1E-33AB1FF809E8}"/>
          </ac:spMkLst>
        </pc:spChg>
        <pc:spChg chg="add del mod">
          <ac:chgData name="Vincent Straub" userId="cc81dce8-242d-424d-a3c5-7390e8e80d05" providerId="ADAL" clId="{0E96C34D-F066-4D44-8866-B6B98CBDDE83}" dt="2023-05-12T09:06:16.113" v="262"/>
          <ac:spMkLst>
            <pc:docMk/>
            <pc:sldMk cId="1119496881" sldId="268"/>
            <ac:spMk id="293" creationId="{9C45A9B7-C6B9-BD5C-51C7-C277D2D3488A}"/>
          </ac:spMkLst>
        </pc:spChg>
        <pc:spChg chg="add del mod">
          <ac:chgData name="Vincent Straub" userId="cc81dce8-242d-424d-a3c5-7390e8e80d05" providerId="ADAL" clId="{0E96C34D-F066-4D44-8866-B6B98CBDDE83}" dt="2023-05-12T09:06:16.113" v="262"/>
          <ac:spMkLst>
            <pc:docMk/>
            <pc:sldMk cId="1119496881" sldId="268"/>
            <ac:spMk id="294" creationId="{4B509977-5A62-9B6D-0E5F-B6E64F7F7F95}"/>
          </ac:spMkLst>
        </pc:spChg>
        <pc:spChg chg="add del mod">
          <ac:chgData name="Vincent Straub" userId="cc81dce8-242d-424d-a3c5-7390e8e80d05" providerId="ADAL" clId="{0E96C34D-F066-4D44-8866-B6B98CBDDE83}" dt="2023-05-12T09:06:16.113" v="262"/>
          <ac:spMkLst>
            <pc:docMk/>
            <pc:sldMk cId="1119496881" sldId="268"/>
            <ac:spMk id="295" creationId="{C6E98194-F1F4-71AD-4C72-1D3D4D7B6B60}"/>
          </ac:spMkLst>
        </pc:spChg>
        <pc:spChg chg="add del mod">
          <ac:chgData name="Vincent Straub" userId="cc81dce8-242d-424d-a3c5-7390e8e80d05" providerId="ADAL" clId="{0E96C34D-F066-4D44-8866-B6B98CBDDE83}" dt="2023-05-12T09:06:16.113" v="262"/>
          <ac:spMkLst>
            <pc:docMk/>
            <pc:sldMk cId="1119496881" sldId="268"/>
            <ac:spMk id="297" creationId="{B2AEA3FC-2D72-4FF0-2DF8-4DEA95D26253}"/>
          </ac:spMkLst>
        </pc:spChg>
        <pc:spChg chg="add del mod">
          <ac:chgData name="Vincent Straub" userId="cc81dce8-242d-424d-a3c5-7390e8e80d05" providerId="ADAL" clId="{0E96C34D-F066-4D44-8866-B6B98CBDDE83}" dt="2023-05-12T09:06:16.113" v="262"/>
          <ac:spMkLst>
            <pc:docMk/>
            <pc:sldMk cId="1119496881" sldId="268"/>
            <ac:spMk id="298" creationId="{D36B0886-D651-BCB9-1FBB-8C4C2CAC9108}"/>
          </ac:spMkLst>
        </pc:spChg>
        <pc:spChg chg="add del mod">
          <ac:chgData name="Vincent Straub" userId="cc81dce8-242d-424d-a3c5-7390e8e80d05" providerId="ADAL" clId="{0E96C34D-F066-4D44-8866-B6B98CBDDE83}" dt="2023-05-12T09:06:16.113" v="262"/>
          <ac:spMkLst>
            <pc:docMk/>
            <pc:sldMk cId="1119496881" sldId="268"/>
            <ac:spMk id="299" creationId="{4699B6C8-4776-0BA4-7339-F95BAF7B6C3E}"/>
          </ac:spMkLst>
        </pc:spChg>
        <pc:spChg chg="add del mod">
          <ac:chgData name="Vincent Straub" userId="cc81dce8-242d-424d-a3c5-7390e8e80d05" providerId="ADAL" clId="{0E96C34D-F066-4D44-8866-B6B98CBDDE83}" dt="2023-05-12T09:06:16.113" v="262"/>
          <ac:spMkLst>
            <pc:docMk/>
            <pc:sldMk cId="1119496881" sldId="268"/>
            <ac:spMk id="300" creationId="{3C30EB4C-C0AA-3268-A92C-639C3FE5A072}"/>
          </ac:spMkLst>
        </pc:spChg>
        <pc:spChg chg="add del mod">
          <ac:chgData name="Vincent Straub" userId="cc81dce8-242d-424d-a3c5-7390e8e80d05" providerId="ADAL" clId="{0E96C34D-F066-4D44-8866-B6B98CBDDE83}" dt="2023-05-12T09:06:16.113" v="262"/>
          <ac:spMkLst>
            <pc:docMk/>
            <pc:sldMk cId="1119496881" sldId="268"/>
            <ac:spMk id="301" creationId="{219FE8A9-778F-02D4-CA30-258F8D6C4876}"/>
          </ac:spMkLst>
        </pc:spChg>
        <pc:spChg chg="add del mod">
          <ac:chgData name="Vincent Straub" userId="cc81dce8-242d-424d-a3c5-7390e8e80d05" providerId="ADAL" clId="{0E96C34D-F066-4D44-8866-B6B98CBDDE83}" dt="2023-05-12T09:06:16.113" v="262"/>
          <ac:spMkLst>
            <pc:docMk/>
            <pc:sldMk cId="1119496881" sldId="268"/>
            <ac:spMk id="302" creationId="{A18F987F-9F3E-952F-659D-77650DAD399B}"/>
          </ac:spMkLst>
        </pc:spChg>
        <pc:spChg chg="add del mod">
          <ac:chgData name="Vincent Straub" userId="cc81dce8-242d-424d-a3c5-7390e8e80d05" providerId="ADAL" clId="{0E96C34D-F066-4D44-8866-B6B98CBDDE83}" dt="2023-05-12T09:06:16.113" v="262"/>
          <ac:spMkLst>
            <pc:docMk/>
            <pc:sldMk cId="1119496881" sldId="268"/>
            <ac:spMk id="303" creationId="{4B399F9A-596D-9B90-959E-E7CBA2FDEE0B}"/>
          </ac:spMkLst>
        </pc:spChg>
        <pc:spChg chg="add del mod">
          <ac:chgData name="Vincent Straub" userId="cc81dce8-242d-424d-a3c5-7390e8e80d05" providerId="ADAL" clId="{0E96C34D-F066-4D44-8866-B6B98CBDDE83}" dt="2023-05-12T09:06:16.113" v="262"/>
          <ac:spMkLst>
            <pc:docMk/>
            <pc:sldMk cId="1119496881" sldId="268"/>
            <ac:spMk id="304" creationId="{AE9C5276-838E-242F-FAAE-6233524EA627}"/>
          </ac:spMkLst>
        </pc:spChg>
        <pc:spChg chg="add del mod">
          <ac:chgData name="Vincent Straub" userId="cc81dce8-242d-424d-a3c5-7390e8e80d05" providerId="ADAL" clId="{0E96C34D-F066-4D44-8866-B6B98CBDDE83}" dt="2023-05-12T09:06:16.113" v="262"/>
          <ac:spMkLst>
            <pc:docMk/>
            <pc:sldMk cId="1119496881" sldId="268"/>
            <ac:spMk id="305" creationId="{773361F8-0C46-239E-69E5-2E47FFF89838}"/>
          </ac:spMkLst>
        </pc:spChg>
        <pc:spChg chg="add del mod">
          <ac:chgData name="Vincent Straub" userId="cc81dce8-242d-424d-a3c5-7390e8e80d05" providerId="ADAL" clId="{0E96C34D-F066-4D44-8866-B6B98CBDDE83}" dt="2023-05-12T09:06:16.113" v="262"/>
          <ac:spMkLst>
            <pc:docMk/>
            <pc:sldMk cId="1119496881" sldId="268"/>
            <ac:spMk id="306" creationId="{CE3682F6-0ACA-56C4-1B41-3073AA38B864}"/>
          </ac:spMkLst>
        </pc:spChg>
        <pc:spChg chg="add del mod">
          <ac:chgData name="Vincent Straub" userId="cc81dce8-242d-424d-a3c5-7390e8e80d05" providerId="ADAL" clId="{0E96C34D-F066-4D44-8866-B6B98CBDDE83}" dt="2023-05-12T09:06:16.113" v="262"/>
          <ac:spMkLst>
            <pc:docMk/>
            <pc:sldMk cId="1119496881" sldId="268"/>
            <ac:spMk id="307" creationId="{508149EA-CE17-488F-19A5-ED4234EF6D00}"/>
          </ac:spMkLst>
        </pc:spChg>
        <pc:spChg chg="add del mod">
          <ac:chgData name="Vincent Straub" userId="cc81dce8-242d-424d-a3c5-7390e8e80d05" providerId="ADAL" clId="{0E96C34D-F066-4D44-8866-B6B98CBDDE83}" dt="2023-05-12T09:06:16.113" v="262"/>
          <ac:spMkLst>
            <pc:docMk/>
            <pc:sldMk cId="1119496881" sldId="268"/>
            <ac:spMk id="308" creationId="{474703F4-31E9-1078-C818-FAD13E4929ED}"/>
          </ac:spMkLst>
        </pc:spChg>
        <pc:spChg chg="add del mod">
          <ac:chgData name="Vincent Straub" userId="cc81dce8-242d-424d-a3c5-7390e8e80d05" providerId="ADAL" clId="{0E96C34D-F066-4D44-8866-B6B98CBDDE83}" dt="2023-05-12T09:06:16.113" v="262"/>
          <ac:spMkLst>
            <pc:docMk/>
            <pc:sldMk cId="1119496881" sldId="268"/>
            <ac:spMk id="309" creationId="{4811C0B9-A2A2-FA84-4E6F-E7DE49D6E0FB}"/>
          </ac:spMkLst>
        </pc:spChg>
        <pc:spChg chg="add del mod">
          <ac:chgData name="Vincent Straub" userId="cc81dce8-242d-424d-a3c5-7390e8e80d05" providerId="ADAL" clId="{0E96C34D-F066-4D44-8866-B6B98CBDDE83}" dt="2023-05-12T09:06:16.113" v="262"/>
          <ac:spMkLst>
            <pc:docMk/>
            <pc:sldMk cId="1119496881" sldId="268"/>
            <ac:spMk id="310" creationId="{92C4FA48-6F9B-41E9-02B5-BC4FF2DBAF29}"/>
          </ac:spMkLst>
        </pc:spChg>
        <pc:spChg chg="add del mod">
          <ac:chgData name="Vincent Straub" userId="cc81dce8-242d-424d-a3c5-7390e8e80d05" providerId="ADAL" clId="{0E96C34D-F066-4D44-8866-B6B98CBDDE83}" dt="2023-05-12T09:06:16.113" v="262"/>
          <ac:spMkLst>
            <pc:docMk/>
            <pc:sldMk cId="1119496881" sldId="268"/>
            <ac:spMk id="311" creationId="{ED1C23B9-C65B-58DA-9A17-CE716EB163A3}"/>
          </ac:spMkLst>
        </pc:spChg>
        <pc:spChg chg="add del mod">
          <ac:chgData name="Vincent Straub" userId="cc81dce8-242d-424d-a3c5-7390e8e80d05" providerId="ADAL" clId="{0E96C34D-F066-4D44-8866-B6B98CBDDE83}" dt="2023-05-12T09:06:16.113" v="262"/>
          <ac:spMkLst>
            <pc:docMk/>
            <pc:sldMk cId="1119496881" sldId="268"/>
            <ac:spMk id="312" creationId="{C13D75DD-3B70-3FFF-E7A1-1ACE5E16BE3B}"/>
          </ac:spMkLst>
        </pc:spChg>
        <pc:spChg chg="add del mod">
          <ac:chgData name="Vincent Straub" userId="cc81dce8-242d-424d-a3c5-7390e8e80d05" providerId="ADAL" clId="{0E96C34D-F066-4D44-8866-B6B98CBDDE83}" dt="2023-05-12T09:06:16.113" v="262"/>
          <ac:spMkLst>
            <pc:docMk/>
            <pc:sldMk cId="1119496881" sldId="268"/>
            <ac:spMk id="313" creationId="{2D3607C5-AC92-D8F7-8AED-4DCEE37CE672}"/>
          </ac:spMkLst>
        </pc:spChg>
        <pc:spChg chg="add del mod">
          <ac:chgData name="Vincent Straub" userId="cc81dce8-242d-424d-a3c5-7390e8e80d05" providerId="ADAL" clId="{0E96C34D-F066-4D44-8866-B6B98CBDDE83}" dt="2023-05-12T09:06:16.113" v="262"/>
          <ac:spMkLst>
            <pc:docMk/>
            <pc:sldMk cId="1119496881" sldId="268"/>
            <ac:spMk id="314" creationId="{93141D96-6B77-977E-7DC8-A5D13ACA8B2E}"/>
          </ac:spMkLst>
        </pc:spChg>
        <pc:spChg chg="add del mod">
          <ac:chgData name="Vincent Straub" userId="cc81dce8-242d-424d-a3c5-7390e8e80d05" providerId="ADAL" clId="{0E96C34D-F066-4D44-8866-B6B98CBDDE83}" dt="2023-05-12T09:06:16.113" v="262"/>
          <ac:spMkLst>
            <pc:docMk/>
            <pc:sldMk cId="1119496881" sldId="268"/>
            <ac:spMk id="315" creationId="{DBE92EB5-0898-E3A7-B1A1-B5A5A4C97984}"/>
          </ac:spMkLst>
        </pc:spChg>
        <pc:spChg chg="add del mod">
          <ac:chgData name="Vincent Straub" userId="cc81dce8-242d-424d-a3c5-7390e8e80d05" providerId="ADAL" clId="{0E96C34D-F066-4D44-8866-B6B98CBDDE83}" dt="2023-05-12T09:06:16.113" v="262"/>
          <ac:spMkLst>
            <pc:docMk/>
            <pc:sldMk cId="1119496881" sldId="268"/>
            <ac:spMk id="316" creationId="{70030A74-857C-5D07-AA4F-673A3B497178}"/>
          </ac:spMkLst>
        </pc:spChg>
        <pc:spChg chg="add del mod">
          <ac:chgData name="Vincent Straub" userId="cc81dce8-242d-424d-a3c5-7390e8e80d05" providerId="ADAL" clId="{0E96C34D-F066-4D44-8866-B6B98CBDDE83}" dt="2023-05-12T09:06:16.113" v="262"/>
          <ac:spMkLst>
            <pc:docMk/>
            <pc:sldMk cId="1119496881" sldId="268"/>
            <ac:spMk id="317" creationId="{C47C7148-B2E4-AD81-1902-836ECC324826}"/>
          </ac:spMkLst>
        </pc:spChg>
        <pc:spChg chg="add del mod">
          <ac:chgData name="Vincent Straub" userId="cc81dce8-242d-424d-a3c5-7390e8e80d05" providerId="ADAL" clId="{0E96C34D-F066-4D44-8866-B6B98CBDDE83}" dt="2023-05-12T09:06:16.113" v="262"/>
          <ac:spMkLst>
            <pc:docMk/>
            <pc:sldMk cId="1119496881" sldId="268"/>
            <ac:spMk id="318" creationId="{B46F16C0-131B-2895-996B-3C8645C54B04}"/>
          </ac:spMkLst>
        </pc:spChg>
        <pc:spChg chg="add del mod">
          <ac:chgData name="Vincent Straub" userId="cc81dce8-242d-424d-a3c5-7390e8e80d05" providerId="ADAL" clId="{0E96C34D-F066-4D44-8866-B6B98CBDDE83}" dt="2023-05-12T09:06:16.113" v="262"/>
          <ac:spMkLst>
            <pc:docMk/>
            <pc:sldMk cId="1119496881" sldId="268"/>
            <ac:spMk id="319" creationId="{756772B9-1FA0-B48D-08D1-DF535B38195D}"/>
          </ac:spMkLst>
        </pc:spChg>
        <pc:spChg chg="add del mod">
          <ac:chgData name="Vincent Straub" userId="cc81dce8-242d-424d-a3c5-7390e8e80d05" providerId="ADAL" clId="{0E96C34D-F066-4D44-8866-B6B98CBDDE83}" dt="2023-05-12T09:06:16.113" v="262"/>
          <ac:spMkLst>
            <pc:docMk/>
            <pc:sldMk cId="1119496881" sldId="268"/>
            <ac:spMk id="320" creationId="{D15F4E68-51A6-3F76-622A-DDE69AA6C84B}"/>
          </ac:spMkLst>
        </pc:spChg>
        <pc:spChg chg="add del mod">
          <ac:chgData name="Vincent Straub" userId="cc81dce8-242d-424d-a3c5-7390e8e80d05" providerId="ADAL" clId="{0E96C34D-F066-4D44-8866-B6B98CBDDE83}" dt="2023-05-12T09:06:16.113" v="262"/>
          <ac:spMkLst>
            <pc:docMk/>
            <pc:sldMk cId="1119496881" sldId="268"/>
            <ac:spMk id="321" creationId="{78087598-E8A8-BEBC-A2E7-7F55FF91042F}"/>
          </ac:spMkLst>
        </pc:spChg>
        <pc:spChg chg="add del mod">
          <ac:chgData name="Vincent Straub" userId="cc81dce8-242d-424d-a3c5-7390e8e80d05" providerId="ADAL" clId="{0E96C34D-F066-4D44-8866-B6B98CBDDE83}" dt="2023-05-12T09:06:16.113" v="262"/>
          <ac:spMkLst>
            <pc:docMk/>
            <pc:sldMk cId="1119496881" sldId="268"/>
            <ac:spMk id="322" creationId="{A90B31F1-EFCD-5E70-173E-35DE680AA576}"/>
          </ac:spMkLst>
        </pc:spChg>
        <pc:spChg chg="add del mod">
          <ac:chgData name="Vincent Straub" userId="cc81dce8-242d-424d-a3c5-7390e8e80d05" providerId="ADAL" clId="{0E96C34D-F066-4D44-8866-B6B98CBDDE83}" dt="2023-05-12T09:06:16.113" v="262"/>
          <ac:spMkLst>
            <pc:docMk/>
            <pc:sldMk cId="1119496881" sldId="268"/>
            <ac:spMk id="323" creationId="{70B3FFF6-AFC1-3C21-909C-789685BED6B2}"/>
          </ac:spMkLst>
        </pc:spChg>
        <pc:spChg chg="add del mod">
          <ac:chgData name="Vincent Straub" userId="cc81dce8-242d-424d-a3c5-7390e8e80d05" providerId="ADAL" clId="{0E96C34D-F066-4D44-8866-B6B98CBDDE83}" dt="2023-05-12T09:06:16.113" v="262"/>
          <ac:spMkLst>
            <pc:docMk/>
            <pc:sldMk cId="1119496881" sldId="268"/>
            <ac:spMk id="324" creationId="{F32F1863-9DB3-F83E-D107-7DE3E9E08A2E}"/>
          </ac:spMkLst>
        </pc:spChg>
        <pc:spChg chg="add del mod">
          <ac:chgData name="Vincent Straub" userId="cc81dce8-242d-424d-a3c5-7390e8e80d05" providerId="ADAL" clId="{0E96C34D-F066-4D44-8866-B6B98CBDDE83}" dt="2023-05-12T09:06:16.113" v="262"/>
          <ac:spMkLst>
            <pc:docMk/>
            <pc:sldMk cId="1119496881" sldId="268"/>
            <ac:spMk id="325" creationId="{57F12F02-8083-B6B9-CCAB-52EB434EF246}"/>
          </ac:spMkLst>
        </pc:spChg>
        <pc:spChg chg="add del mod">
          <ac:chgData name="Vincent Straub" userId="cc81dce8-242d-424d-a3c5-7390e8e80d05" providerId="ADAL" clId="{0E96C34D-F066-4D44-8866-B6B98CBDDE83}" dt="2023-05-12T09:06:16.113" v="262"/>
          <ac:spMkLst>
            <pc:docMk/>
            <pc:sldMk cId="1119496881" sldId="268"/>
            <ac:spMk id="326" creationId="{CDBADFED-72D8-137B-98C7-2D21DDF20482}"/>
          </ac:spMkLst>
        </pc:spChg>
        <pc:spChg chg="add del mod">
          <ac:chgData name="Vincent Straub" userId="cc81dce8-242d-424d-a3c5-7390e8e80d05" providerId="ADAL" clId="{0E96C34D-F066-4D44-8866-B6B98CBDDE83}" dt="2023-05-12T09:06:16.113" v="262"/>
          <ac:spMkLst>
            <pc:docMk/>
            <pc:sldMk cId="1119496881" sldId="268"/>
            <ac:spMk id="327" creationId="{89F3CA0F-B64B-7D1E-5269-2FB5D285FAB0}"/>
          </ac:spMkLst>
        </pc:spChg>
        <pc:spChg chg="add del mod">
          <ac:chgData name="Vincent Straub" userId="cc81dce8-242d-424d-a3c5-7390e8e80d05" providerId="ADAL" clId="{0E96C34D-F066-4D44-8866-B6B98CBDDE83}" dt="2023-05-12T09:06:16.113" v="262"/>
          <ac:spMkLst>
            <pc:docMk/>
            <pc:sldMk cId="1119496881" sldId="268"/>
            <ac:spMk id="328" creationId="{316DBD8F-6484-4773-AD78-356ADF178EA9}"/>
          </ac:spMkLst>
        </pc:spChg>
        <pc:spChg chg="add del mod">
          <ac:chgData name="Vincent Straub" userId="cc81dce8-242d-424d-a3c5-7390e8e80d05" providerId="ADAL" clId="{0E96C34D-F066-4D44-8866-B6B98CBDDE83}" dt="2023-05-12T09:06:16.113" v="262"/>
          <ac:spMkLst>
            <pc:docMk/>
            <pc:sldMk cId="1119496881" sldId="268"/>
            <ac:spMk id="329" creationId="{BFD383A2-BCC6-BD21-8446-5D59F42DF5CA}"/>
          </ac:spMkLst>
        </pc:spChg>
        <pc:spChg chg="add del mod">
          <ac:chgData name="Vincent Straub" userId="cc81dce8-242d-424d-a3c5-7390e8e80d05" providerId="ADAL" clId="{0E96C34D-F066-4D44-8866-B6B98CBDDE83}" dt="2023-05-12T09:06:16.113" v="262"/>
          <ac:spMkLst>
            <pc:docMk/>
            <pc:sldMk cId="1119496881" sldId="268"/>
            <ac:spMk id="331" creationId="{B2A9ACC7-89FC-17B6-250F-42D89449A350}"/>
          </ac:spMkLst>
        </pc:spChg>
        <pc:spChg chg="add del mod">
          <ac:chgData name="Vincent Straub" userId="cc81dce8-242d-424d-a3c5-7390e8e80d05" providerId="ADAL" clId="{0E96C34D-F066-4D44-8866-B6B98CBDDE83}" dt="2023-05-12T09:06:16.113" v="262"/>
          <ac:spMkLst>
            <pc:docMk/>
            <pc:sldMk cId="1119496881" sldId="268"/>
            <ac:spMk id="332" creationId="{853C4DA7-61A9-0A3E-C3C3-97CD7F8154D3}"/>
          </ac:spMkLst>
        </pc:spChg>
        <pc:spChg chg="add del mod">
          <ac:chgData name="Vincent Straub" userId="cc81dce8-242d-424d-a3c5-7390e8e80d05" providerId="ADAL" clId="{0E96C34D-F066-4D44-8866-B6B98CBDDE83}" dt="2023-05-12T09:06:16.113" v="262"/>
          <ac:spMkLst>
            <pc:docMk/>
            <pc:sldMk cId="1119496881" sldId="268"/>
            <ac:spMk id="334" creationId="{87268C5A-0315-0EA4-18FE-E11B1D0354C6}"/>
          </ac:spMkLst>
        </pc:spChg>
        <pc:spChg chg="add del mod">
          <ac:chgData name="Vincent Straub" userId="cc81dce8-242d-424d-a3c5-7390e8e80d05" providerId="ADAL" clId="{0E96C34D-F066-4D44-8866-B6B98CBDDE83}" dt="2023-05-12T09:06:16.113" v="262"/>
          <ac:spMkLst>
            <pc:docMk/>
            <pc:sldMk cId="1119496881" sldId="268"/>
            <ac:spMk id="335" creationId="{45AE9815-D34E-2C0D-6179-562B4E0D129D}"/>
          </ac:spMkLst>
        </pc:spChg>
        <pc:spChg chg="add del mod">
          <ac:chgData name="Vincent Straub" userId="cc81dce8-242d-424d-a3c5-7390e8e80d05" providerId="ADAL" clId="{0E96C34D-F066-4D44-8866-B6B98CBDDE83}" dt="2023-05-12T09:06:16.113" v="262"/>
          <ac:spMkLst>
            <pc:docMk/>
            <pc:sldMk cId="1119496881" sldId="268"/>
            <ac:spMk id="336" creationId="{3BB2BE77-CB93-B11C-37F2-458BE1481D84}"/>
          </ac:spMkLst>
        </pc:spChg>
        <pc:spChg chg="add del mod">
          <ac:chgData name="Vincent Straub" userId="cc81dce8-242d-424d-a3c5-7390e8e80d05" providerId="ADAL" clId="{0E96C34D-F066-4D44-8866-B6B98CBDDE83}" dt="2023-05-12T09:06:16.113" v="262"/>
          <ac:spMkLst>
            <pc:docMk/>
            <pc:sldMk cId="1119496881" sldId="268"/>
            <ac:spMk id="337" creationId="{20824E24-DD58-F072-E8B8-F4ECEAEF4682}"/>
          </ac:spMkLst>
        </pc:spChg>
        <pc:spChg chg="add del mod">
          <ac:chgData name="Vincent Straub" userId="cc81dce8-242d-424d-a3c5-7390e8e80d05" providerId="ADAL" clId="{0E96C34D-F066-4D44-8866-B6B98CBDDE83}" dt="2023-05-12T09:06:16.113" v="262"/>
          <ac:spMkLst>
            <pc:docMk/>
            <pc:sldMk cId="1119496881" sldId="268"/>
            <ac:spMk id="338" creationId="{763A2081-36BC-9125-9912-992230D2D0CB}"/>
          </ac:spMkLst>
        </pc:spChg>
        <pc:spChg chg="add del mod">
          <ac:chgData name="Vincent Straub" userId="cc81dce8-242d-424d-a3c5-7390e8e80d05" providerId="ADAL" clId="{0E96C34D-F066-4D44-8866-B6B98CBDDE83}" dt="2023-05-12T09:06:16.113" v="262"/>
          <ac:spMkLst>
            <pc:docMk/>
            <pc:sldMk cId="1119496881" sldId="268"/>
            <ac:spMk id="339" creationId="{6C4EC3F6-778D-8383-405B-4124DD23FBF9}"/>
          </ac:spMkLst>
        </pc:spChg>
        <pc:spChg chg="add del mod">
          <ac:chgData name="Vincent Straub" userId="cc81dce8-242d-424d-a3c5-7390e8e80d05" providerId="ADAL" clId="{0E96C34D-F066-4D44-8866-B6B98CBDDE83}" dt="2023-05-12T09:06:16.113" v="262"/>
          <ac:spMkLst>
            <pc:docMk/>
            <pc:sldMk cId="1119496881" sldId="268"/>
            <ac:spMk id="340" creationId="{82078EA5-601A-8A73-98C8-98E400BF8B2C}"/>
          </ac:spMkLst>
        </pc:spChg>
        <pc:spChg chg="add del mod">
          <ac:chgData name="Vincent Straub" userId="cc81dce8-242d-424d-a3c5-7390e8e80d05" providerId="ADAL" clId="{0E96C34D-F066-4D44-8866-B6B98CBDDE83}" dt="2023-05-12T09:06:16.113" v="262"/>
          <ac:spMkLst>
            <pc:docMk/>
            <pc:sldMk cId="1119496881" sldId="268"/>
            <ac:spMk id="341" creationId="{8C0A7FAE-C03B-3233-5140-0619120642E5}"/>
          </ac:spMkLst>
        </pc:spChg>
        <pc:spChg chg="add del mod">
          <ac:chgData name="Vincent Straub" userId="cc81dce8-242d-424d-a3c5-7390e8e80d05" providerId="ADAL" clId="{0E96C34D-F066-4D44-8866-B6B98CBDDE83}" dt="2023-05-12T09:06:16.113" v="262"/>
          <ac:spMkLst>
            <pc:docMk/>
            <pc:sldMk cId="1119496881" sldId="268"/>
            <ac:spMk id="342" creationId="{BE7DC570-E5FE-E237-378E-98FA56BE658E}"/>
          </ac:spMkLst>
        </pc:spChg>
        <pc:spChg chg="add del mod">
          <ac:chgData name="Vincent Straub" userId="cc81dce8-242d-424d-a3c5-7390e8e80d05" providerId="ADAL" clId="{0E96C34D-F066-4D44-8866-B6B98CBDDE83}" dt="2023-05-12T09:27:48.657" v="264"/>
          <ac:spMkLst>
            <pc:docMk/>
            <pc:sldMk cId="1119496881" sldId="268"/>
            <ac:spMk id="349" creationId="{AFAD1853-3B75-7923-9B63-ACD4AF885904}"/>
          </ac:spMkLst>
        </pc:spChg>
        <pc:spChg chg="add del mod">
          <ac:chgData name="Vincent Straub" userId="cc81dce8-242d-424d-a3c5-7390e8e80d05" providerId="ADAL" clId="{0E96C34D-F066-4D44-8866-B6B98CBDDE83}" dt="2023-05-12T09:27:48.657" v="264"/>
          <ac:spMkLst>
            <pc:docMk/>
            <pc:sldMk cId="1119496881" sldId="268"/>
            <ac:spMk id="358" creationId="{BA96B9C2-68A5-E7BD-7396-770754D7D122}"/>
          </ac:spMkLst>
        </pc:spChg>
        <pc:spChg chg="add del mod">
          <ac:chgData name="Vincent Straub" userId="cc81dce8-242d-424d-a3c5-7390e8e80d05" providerId="ADAL" clId="{0E96C34D-F066-4D44-8866-B6B98CBDDE83}" dt="2023-05-12T09:27:48.657" v="264"/>
          <ac:spMkLst>
            <pc:docMk/>
            <pc:sldMk cId="1119496881" sldId="268"/>
            <ac:spMk id="359" creationId="{A7F54C13-99E4-174E-4F0F-7DFE630F4D2E}"/>
          </ac:spMkLst>
        </pc:spChg>
        <pc:spChg chg="add del mod">
          <ac:chgData name="Vincent Straub" userId="cc81dce8-242d-424d-a3c5-7390e8e80d05" providerId="ADAL" clId="{0E96C34D-F066-4D44-8866-B6B98CBDDE83}" dt="2023-05-12T09:27:48.657" v="264"/>
          <ac:spMkLst>
            <pc:docMk/>
            <pc:sldMk cId="1119496881" sldId="268"/>
            <ac:spMk id="360" creationId="{603C28C0-3402-30B9-98C3-712EE662E2C7}"/>
          </ac:spMkLst>
        </pc:spChg>
        <pc:spChg chg="add del mod">
          <ac:chgData name="Vincent Straub" userId="cc81dce8-242d-424d-a3c5-7390e8e80d05" providerId="ADAL" clId="{0E96C34D-F066-4D44-8866-B6B98CBDDE83}" dt="2023-05-12T09:27:48.657" v="264"/>
          <ac:spMkLst>
            <pc:docMk/>
            <pc:sldMk cId="1119496881" sldId="268"/>
            <ac:spMk id="364" creationId="{5A3B915F-D2EB-E628-911E-84E1AB6AE49E}"/>
          </ac:spMkLst>
        </pc:spChg>
        <pc:spChg chg="add del mod">
          <ac:chgData name="Vincent Straub" userId="cc81dce8-242d-424d-a3c5-7390e8e80d05" providerId="ADAL" clId="{0E96C34D-F066-4D44-8866-B6B98CBDDE83}" dt="2023-05-12T09:27:48.657" v="264"/>
          <ac:spMkLst>
            <pc:docMk/>
            <pc:sldMk cId="1119496881" sldId="268"/>
            <ac:spMk id="366" creationId="{FBBE137F-18BD-9012-99E1-E4D6C3281DDB}"/>
          </ac:spMkLst>
        </pc:spChg>
        <pc:spChg chg="add del mod">
          <ac:chgData name="Vincent Straub" userId="cc81dce8-242d-424d-a3c5-7390e8e80d05" providerId="ADAL" clId="{0E96C34D-F066-4D44-8866-B6B98CBDDE83}" dt="2023-05-12T09:27:48.657" v="264"/>
          <ac:spMkLst>
            <pc:docMk/>
            <pc:sldMk cId="1119496881" sldId="268"/>
            <ac:spMk id="367" creationId="{80C3CF5E-F3EC-D925-962E-D41B8155B408}"/>
          </ac:spMkLst>
        </pc:spChg>
        <pc:spChg chg="add del mod">
          <ac:chgData name="Vincent Straub" userId="cc81dce8-242d-424d-a3c5-7390e8e80d05" providerId="ADAL" clId="{0E96C34D-F066-4D44-8866-B6B98CBDDE83}" dt="2023-05-12T09:27:48.657" v="264"/>
          <ac:spMkLst>
            <pc:docMk/>
            <pc:sldMk cId="1119496881" sldId="268"/>
            <ac:spMk id="368" creationId="{082B366E-5933-B716-1743-08373EDB8435}"/>
          </ac:spMkLst>
        </pc:spChg>
        <pc:spChg chg="add del mod">
          <ac:chgData name="Vincent Straub" userId="cc81dce8-242d-424d-a3c5-7390e8e80d05" providerId="ADAL" clId="{0E96C34D-F066-4D44-8866-B6B98CBDDE83}" dt="2023-05-12T09:27:48.657" v="264"/>
          <ac:spMkLst>
            <pc:docMk/>
            <pc:sldMk cId="1119496881" sldId="268"/>
            <ac:spMk id="369" creationId="{9CFE3DD8-D253-6A2B-4896-4CE90EA67A81}"/>
          </ac:spMkLst>
        </pc:spChg>
        <pc:spChg chg="add del mod">
          <ac:chgData name="Vincent Straub" userId="cc81dce8-242d-424d-a3c5-7390e8e80d05" providerId="ADAL" clId="{0E96C34D-F066-4D44-8866-B6B98CBDDE83}" dt="2023-05-12T09:27:48.657" v="264"/>
          <ac:spMkLst>
            <pc:docMk/>
            <pc:sldMk cId="1119496881" sldId="268"/>
            <ac:spMk id="370" creationId="{CC73E262-E1EB-2D37-E691-1366CE47E7B2}"/>
          </ac:spMkLst>
        </pc:spChg>
        <pc:spChg chg="add del mod">
          <ac:chgData name="Vincent Straub" userId="cc81dce8-242d-424d-a3c5-7390e8e80d05" providerId="ADAL" clId="{0E96C34D-F066-4D44-8866-B6B98CBDDE83}" dt="2023-05-12T09:27:48.657" v="264"/>
          <ac:spMkLst>
            <pc:docMk/>
            <pc:sldMk cId="1119496881" sldId="268"/>
            <ac:spMk id="371" creationId="{36A00231-4BB5-E7EB-1C7B-68EE45E280CD}"/>
          </ac:spMkLst>
        </pc:spChg>
        <pc:spChg chg="add del mod">
          <ac:chgData name="Vincent Straub" userId="cc81dce8-242d-424d-a3c5-7390e8e80d05" providerId="ADAL" clId="{0E96C34D-F066-4D44-8866-B6B98CBDDE83}" dt="2023-05-12T09:27:48.657" v="264"/>
          <ac:spMkLst>
            <pc:docMk/>
            <pc:sldMk cId="1119496881" sldId="268"/>
            <ac:spMk id="372" creationId="{8BF7921D-9E04-F2C0-AB0F-81B3ACB9E95F}"/>
          </ac:spMkLst>
        </pc:spChg>
        <pc:spChg chg="add del mod">
          <ac:chgData name="Vincent Straub" userId="cc81dce8-242d-424d-a3c5-7390e8e80d05" providerId="ADAL" clId="{0E96C34D-F066-4D44-8866-B6B98CBDDE83}" dt="2023-05-12T09:27:48.657" v="264"/>
          <ac:spMkLst>
            <pc:docMk/>
            <pc:sldMk cId="1119496881" sldId="268"/>
            <ac:spMk id="373" creationId="{A4E39A5A-73A7-10DA-39B0-00B2AC0C9031}"/>
          </ac:spMkLst>
        </pc:spChg>
        <pc:spChg chg="add del mod">
          <ac:chgData name="Vincent Straub" userId="cc81dce8-242d-424d-a3c5-7390e8e80d05" providerId="ADAL" clId="{0E96C34D-F066-4D44-8866-B6B98CBDDE83}" dt="2023-05-12T09:27:48.657" v="264"/>
          <ac:spMkLst>
            <pc:docMk/>
            <pc:sldMk cId="1119496881" sldId="268"/>
            <ac:spMk id="374" creationId="{7B8192F7-838A-CF6E-6DD7-28B60AFFBE5D}"/>
          </ac:spMkLst>
        </pc:spChg>
        <pc:spChg chg="add del mod">
          <ac:chgData name="Vincent Straub" userId="cc81dce8-242d-424d-a3c5-7390e8e80d05" providerId="ADAL" clId="{0E96C34D-F066-4D44-8866-B6B98CBDDE83}" dt="2023-05-12T09:27:48.657" v="264"/>
          <ac:spMkLst>
            <pc:docMk/>
            <pc:sldMk cId="1119496881" sldId="268"/>
            <ac:spMk id="375" creationId="{08BBE391-A65E-77C2-2F33-D33354064ECD}"/>
          </ac:spMkLst>
        </pc:spChg>
        <pc:spChg chg="add del mod">
          <ac:chgData name="Vincent Straub" userId="cc81dce8-242d-424d-a3c5-7390e8e80d05" providerId="ADAL" clId="{0E96C34D-F066-4D44-8866-B6B98CBDDE83}" dt="2023-05-12T09:27:48.657" v="264"/>
          <ac:spMkLst>
            <pc:docMk/>
            <pc:sldMk cId="1119496881" sldId="268"/>
            <ac:spMk id="376" creationId="{2270E9AB-CF8F-1427-47CB-0EFEA909E7EE}"/>
          </ac:spMkLst>
        </pc:spChg>
        <pc:spChg chg="add del mod">
          <ac:chgData name="Vincent Straub" userId="cc81dce8-242d-424d-a3c5-7390e8e80d05" providerId="ADAL" clId="{0E96C34D-F066-4D44-8866-B6B98CBDDE83}" dt="2023-05-12T09:27:48.657" v="264"/>
          <ac:spMkLst>
            <pc:docMk/>
            <pc:sldMk cId="1119496881" sldId="268"/>
            <ac:spMk id="377" creationId="{A0C6F137-4AE3-C79C-B293-F51A25E81B4E}"/>
          </ac:spMkLst>
        </pc:spChg>
        <pc:spChg chg="add del mod">
          <ac:chgData name="Vincent Straub" userId="cc81dce8-242d-424d-a3c5-7390e8e80d05" providerId="ADAL" clId="{0E96C34D-F066-4D44-8866-B6B98CBDDE83}" dt="2023-05-12T09:27:48.657" v="264"/>
          <ac:spMkLst>
            <pc:docMk/>
            <pc:sldMk cId="1119496881" sldId="268"/>
            <ac:spMk id="378" creationId="{FE283AE7-CD92-6CAD-0F77-4574E21940FA}"/>
          </ac:spMkLst>
        </pc:spChg>
        <pc:spChg chg="add del mod">
          <ac:chgData name="Vincent Straub" userId="cc81dce8-242d-424d-a3c5-7390e8e80d05" providerId="ADAL" clId="{0E96C34D-F066-4D44-8866-B6B98CBDDE83}" dt="2023-05-12T09:27:48.657" v="264"/>
          <ac:spMkLst>
            <pc:docMk/>
            <pc:sldMk cId="1119496881" sldId="268"/>
            <ac:spMk id="379" creationId="{D1AB29BA-D247-7D4F-86EB-52848DD0BB1A}"/>
          </ac:spMkLst>
        </pc:spChg>
        <pc:spChg chg="add del mod">
          <ac:chgData name="Vincent Straub" userId="cc81dce8-242d-424d-a3c5-7390e8e80d05" providerId="ADAL" clId="{0E96C34D-F066-4D44-8866-B6B98CBDDE83}" dt="2023-05-12T09:27:48.657" v="264"/>
          <ac:spMkLst>
            <pc:docMk/>
            <pc:sldMk cId="1119496881" sldId="268"/>
            <ac:spMk id="380" creationId="{3918B7F0-2739-F4AD-5F11-7EFE037DC132}"/>
          </ac:spMkLst>
        </pc:spChg>
        <pc:spChg chg="add del mod">
          <ac:chgData name="Vincent Straub" userId="cc81dce8-242d-424d-a3c5-7390e8e80d05" providerId="ADAL" clId="{0E96C34D-F066-4D44-8866-B6B98CBDDE83}" dt="2023-05-12T09:27:48.657" v="264"/>
          <ac:spMkLst>
            <pc:docMk/>
            <pc:sldMk cId="1119496881" sldId="268"/>
            <ac:spMk id="382" creationId="{482DA748-E119-68B9-A9E4-EAE2DB25C827}"/>
          </ac:spMkLst>
        </pc:spChg>
        <pc:spChg chg="add del mod">
          <ac:chgData name="Vincent Straub" userId="cc81dce8-242d-424d-a3c5-7390e8e80d05" providerId="ADAL" clId="{0E96C34D-F066-4D44-8866-B6B98CBDDE83}" dt="2023-05-12T09:27:48.657" v="264"/>
          <ac:spMkLst>
            <pc:docMk/>
            <pc:sldMk cId="1119496881" sldId="268"/>
            <ac:spMk id="383" creationId="{B6B03B2D-7E54-3C01-301B-50B6841026AB}"/>
          </ac:spMkLst>
        </pc:spChg>
        <pc:spChg chg="add del mod">
          <ac:chgData name="Vincent Straub" userId="cc81dce8-242d-424d-a3c5-7390e8e80d05" providerId="ADAL" clId="{0E96C34D-F066-4D44-8866-B6B98CBDDE83}" dt="2023-05-12T09:27:48.657" v="264"/>
          <ac:spMkLst>
            <pc:docMk/>
            <pc:sldMk cId="1119496881" sldId="268"/>
            <ac:spMk id="384" creationId="{56C6127E-09D3-B815-59EE-C6E429A2DD63}"/>
          </ac:spMkLst>
        </pc:spChg>
        <pc:spChg chg="add del mod">
          <ac:chgData name="Vincent Straub" userId="cc81dce8-242d-424d-a3c5-7390e8e80d05" providerId="ADAL" clId="{0E96C34D-F066-4D44-8866-B6B98CBDDE83}" dt="2023-05-12T09:27:48.657" v="264"/>
          <ac:spMkLst>
            <pc:docMk/>
            <pc:sldMk cId="1119496881" sldId="268"/>
            <ac:spMk id="385" creationId="{44DE8FE6-5728-927B-4350-C947FDD3FFF5}"/>
          </ac:spMkLst>
        </pc:spChg>
        <pc:spChg chg="add del mod">
          <ac:chgData name="Vincent Straub" userId="cc81dce8-242d-424d-a3c5-7390e8e80d05" providerId="ADAL" clId="{0E96C34D-F066-4D44-8866-B6B98CBDDE83}" dt="2023-05-12T09:27:48.657" v="264"/>
          <ac:spMkLst>
            <pc:docMk/>
            <pc:sldMk cId="1119496881" sldId="268"/>
            <ac:spMk id="386" creationId="{3F41355E-6157-BE88-1287-86A8191F6D34}"/>
          </ac:spMkLst>
        </pc:spChg>
        <pc:spChg chg="add del mod">
          <ac:chgData name="Vincent Straub" userId="cc81dce8-242d-424d-a3c5-7390e8e80d05" providerId="ADAL" clId="{0E96C34D-F066-4D44-8866-B6B98CBDDE83}" dt="2023-05-12T09:27:48.657" v="264"/>
          <ac:spMkLst>
            <pc:docMk/>
            <pc:sldMk cId="1119496881" sldId="268"/>
            <ac:spMk id="387" creationId="{9727EE90-2482-BF6E-9FD1-0E6B90E90137}"/>
          </ac:spMkLst>
        </pc:spChg>
        <pc:spChg chg="add del mod">
          <ac:chgData name="Vincent Straub" userId="cc81dce8-242d-424d-a3c5-7390e8e80d05" providerId="ADAL" clId="{0E96C34D-F066-4D44-8866-B6B98CBDDE83}" dt="2023-05-12T09:27:48.657" v="264"/>
          <ac:spMkLst>
            <pc:docMk/>
            <pc:sldMk cId="1119496881" sldId="268"/>
            <ac:spMk id="388" creationId="{056B6E11-0FFD-41BE-216F-415BA416DF7A}"/>
          </ac:spMkLst>
        </pc:spChg>
        <pc:spChg chg="add del mod">
          <ac:chgData name="Vincent Straub" userId="cc81dce8-242d-424d-a3c5-7390e8e80d05" providerId="ADAL" clId="{0E96C34D-F066-4D44-8866-B6B98CBDDE83}" dt="2023-05-12T09:27:48.657" v="264"/>
          <ac:spMkLst>
            <pc:docMk/>
            <pc:sldMk cId="1119496881" sldId="268"/>
            <ac:spMk id="389" creationId="{39ADCD71-123A-2D2E-D4FF-AEBE13FDF298}"/>
          </ac:spMkLst>
        </pc:spChg>
        <pc:spChg chg="add del mod">
          <ac:chgData name="Vincent Straub" userId="cc81dce8-242d-424d-a3c5-7390e8e80d05" providerId="ADAL" clId="{0E96C34D-F066-4D44-8866-B6B98CBDDE83}" dt="2023-05-12T09:27:48.657" v="264"/>
          <ac:spMkLst>
            <pc:docMk/>
            <pc:sldMk cId="1119496881" sldId="268"/>
            <ac:spMk id="390" creationId="{65FCCD5D-28AB-420B-E663-C5768DE18505}"/>
          </ac:spMkLst>
        </pc:spChg>
        <pc:spChg chg="add del mod">
          <ac:chgData name="Vincent Straub" userId="cc81dce8-242d-424d-a3c5-7390e8e80d05" providerId="ADAL" clId="{0E96C34D-F066-4D44-8866-B6B98CBDDE83}" dt="2023-05-12T09:27:48.657" v="264"/>
          <ac:spMkLst>
            <pc:docMk/>
            <pc:sldMk cId="1119496881" sldId="268"/>
            <ac:spMk id="393" creationId="{2F444FF4-88FA-D3E3-FA1D-329B2A1555AF}"/>
          </ac:spMkLst>
        </pc:spChg>
        <pc:spChg chg="add del mod">
          <ac:chgData name="Vincent Straub" userId="cc81dce8-242d-424d-a3c5-7390e8e80d05" providerId="ADAL" clId="{0E96C34D-F066-4D44-8866-B6B98CBDDE83}" dt="2023-05-12T09:27:48.657" v="264"/>
          <ac:spMkLst>
            <pc:docMk/>
            <pc:sldMk cId="1119496881" sldId="268"/>
            <ac:spMk id="394" creationId="{DD7C1E2D-D300-4071-4955-00140B57D831}"/>
          </ac:spMkLst>
        </pc:spChg>
        <pc:spChg chg="add del mod">
          <ac:chgData name="Vincent Straub" userId="cc81dce8-242d-424d-a3c5-7390e8e80d05" providerId="ADAL" clId="{0E96C34D-F066-4D44-8866-B6B98CBDDE83}" dt="2023-05-12T09:27:48.657" v="264"/>
          <ac:spMkLst>
            <pc:docMk/>
            <pc:sldMk cId="1119496881" sldId="268"/>
            <ac:spMk id="395" creationId="{AC369479-D66E-55D1-C0BC-935A26165BC3}"/>
          </ac:spMkLst>
        </pc:spChg>
        <pc:spChg chg="add del mod">
          <ac:chgData name="Vincent Straub" userId="cc81dce8-242d-424d-a3c5-7390e8e80d05" providerId="ADAL" clId="{0E96C34D-F066-4D44-8866-B6B98CBDDE83}" dt="2023-05-12T09:27:48.657" v="264"/>
          <ac:spMkLst>
            <pc:docMk/>
            <pc:sldMk cId="1119496881" sldId="268"/>
            <ac:spMk id="396" creationId="{C9FBDE3F-2A3B-3C09-2FF8-9930F13E6577}"/>
          </ac:spMkLst>
        </pc:spChg>
        <pc:spChg chg="add del mod">
          <ac:chgData name="Vincent Straub" userId="cc81dce8-242d-424d-a3c5-7390e8e80d05" providerId="ADAL" clId="{0E96C34D-F066-4D44-8866-B6B98CBDDE83}" dt="2023-05-12T09:27:48.657" v="264"/>
          <ac:spMkLst>
            <pc:docMk/>
            <pc:sldMk cId="1119496881" sldId="268"/>
            <ac:spMk id="397" creationId="{54499D7C-4438-096B-55B2-0AA1A89841FC}"/>
          </ac:spMkLst>
        </pc:spChg>
        <pc:spChg chg="add del mod">
          <ac:chgData name="Vincent Straub" userId="cc81dce8-242d-424d-a3c5-7390e8e80d05" providerId="ADAL" clId="{0E96C34D-F066-4D44-8866-B6B98CBDDE83}" dt="2023-05-12T09:27:48.657" v="264"/>
          <ac:spMkLst>
            <pc:docMk/>
            <pc:sldMk cId="1119496881" sldId="268"/>
            <ac:spMk id="398" creationId="{C38D21B0-74ED-4AF6-3130-A1412BC11BD1}"/>
          </ac:spMkLst>
        </pc:spChg>
        <pc:spChg chg="add del mod">
          <ac:chgData name="Vincent Straub" userId="cc81dce8-242d-424d-a3c5-7390e8e80d05" providerId="ADAL" clId="{0E96C34D-F066-4D44-8866-B6B98CBDDE83}" dt="2023-05-12T09:27:48.657" v="264"/>
          <ac:spMkLst>
            <pc:docMk/>
            <pc:sldMk cId="1119496881" sldId="268"/>
            <ac:spMk id="400" creationId="{286CA8E6-5832-ABF0-4101-5CE78861ECBF}"/>
          </ac:spMkLst>
        </pc:spChg>
        <pc:spChg chg="add del mod">
          <ac:chgData name="Vincent Straub" userId="cc81dce8-242d-424d-a3c5-7390e8e80d05" providerId="ADAL" clId="{0E96C34D-F066-4D44-8866-B6B98CBDDE83}" dt="2023-05-12T09:27:48.657" v="264"/>
          <ac:spMkLst>
            <pc:docMk/>
            <pc:sldMk cId="1119496881" sldId="268"/>
            <ac:spMk id="401" creationId="{137AF42B-F07A-3F9E-40C9-9D41B97E1032}"/>
          </ac:spMkLst>
        </pc:spChg>
        <pc:spChg chg="add del mod">
          <ac:chgData name="Vincent Straub" userId="cc81dce8-242d-424d-a3c5-7390e8e80d05" providerId="ADAL" clId="{0E96C34D-F066-4D44-8866-B6B98CBDDE83}" dt="2023-05-12T09:27:48.657" v="264"/>
          <ac:spMkLst>
            <pc:docMk/>
            <pc:sldMk cId="1119496881" sldId="268"/>
            <ac:spMk id="402" creationId="{5F6D8310-1FA1-59FA-A0BD-1FE449983C53}"/>
          </ac:spMkLst>
        </pc:spChg>
        <pc:spChg chg="add del mod">
          <ac:chgData name="Vincent Straub" userId="cc81dce8-242d-424d-a3c5-7390e8e80d05" providerId="ADAL" clId="{0E96C34D-F066-4D44-8866-B6B98CBDDE83}" dt="2023-05-12T09:27:48.657" v="264"/>
          <ac:spMkLst>
            <pc:docMk/>
            <pc:sldMk cId="1119496881" sldId="268"/>
            <ac:spMk id="403" creationId="{53E4F1CF-A6CA-43CC-2B59-BE564AA40CB2}"/>
          </ac:spMkLst>
        </pc:spChg>
        <pc:spChg chg="add del mod">
          <ac:chgData name="Vincent Straub" userId="cc81dce8-242d-424d-a3c5-7390e8e80d05" providerId="ADAL" clId="{0E96C34D-F066-4D44-8866-B6B98CBDDE83}" dt="2023-05-12T09:27:48.657" v="264"/>
          <ac:spMkLst>
            <pc:docMk/>
            <pc:sldMk cId="1119496881" sldId="268"/>
            <ac:spMk id="404" creationId="{CA49613C-39C5-38A5-88CA-1EB33736ED6E}"/>
          </ac:spMkLst>
        </pc:spChg>
        <pc:spChg chg="add del mod">
          <ac:chgData name="Vincent Straub" userId="cc81dce8-242d-424d-a3c5-7390e8e80d05" providerId="ADAL" clId="{0E96C34D-F066-4D44-8866-B6B98CBDDE83}" dt="2023-05-12T09:27:48.657" v="264"/>
          <ac:spMkLst>
            <pc:docMk/>
            <pc:sldMk cId="1119496881" sldId="268"/>
            <ac:spMk id="405" creationId="{D9415791-00DE-1E89-C8A0-5C0006F74855}"/>
          </ac:spMkLst>
        </pc:spChg>
        <pc:spChg chg="add del mod">
          <ac:chgData name="Vincent Straub" userId="cc81dce8-242d-424d-a3c5-7390e8e80d05" providerId="ADAL" clId="{0E96C34D-F066-4D44-8866-B6B98CBDDE83}" dt="2023-05-12T09:27:48.657" v="264"/>
          <ac:spMkLst>
            <pc:docMk/>
            <pc:sldMk cId="1119496881" sldId="268"/>
            <ac:spMk id="406" creationId="{D0C1E81D-970F-4A88-E268-FC594CFA16F2}"/>
          </ac:spMkLst>
        </pc:spChg>
        <pc:spChg chg="add del mod">
          <ac:chgData name="Vincent Straub" userId="cc81dce8-242d-424d-a3c5-7390e8e80d05" providerId="ADAL" clId="{0E96C34D-F066-4D44-8866-B6B98CBDDE83}" dt="2023-05-12T09:27:48.657" v="264"/>
          <ac:spMkLst>
            <pc:docMk/>
            <pc:sldMk cId="1119496881" sldId="268"/>
            <ac:spMk id="407" creationId="{3E18D376-2617-209E-788C-530B3DFF56AC}"/>
          </ac:spMkLst>
        </pc:spChg>
        <pc:spChg chg="add del mod">
          <ac:chgData name="Vincent Straub" userId="cc81dce8-242d-424d-a3c5-7390e8e80d05" providerId="ADAL" clId="{0E96C34D-F066-4D44-8866-B6B98CBDDE83}" dt="2023-05-12T09:27:48.657" v="264"/>
          <ac:spMkLst>
            <pc:docMk/>
            <pc:sldMk cId="1119496881" sldId="268"/>
            <ac:spMk id="408" creationId="{24E55D50-C85F-59ED-B6EF-75F0C1F5F0C0}"/>
          </ac:spMkLst>
        </pc:spChg>
        <pc:spChg chg="add del mod">
          <ac:chgData name="Vincent Straub" userId="cc81dce8-242d-424d-a3c5-7390e8e80d05" providerId="ADAL" clId="{0E96C34D-F066-4D44-8866-B6B98CBDDE83}" dt="2023-05-12T09:27:48.657" v="264"/>
          <ac:spMkLst>
            <pc:docMk/>
            <pc:sldMk cId="1119496881" sldId="268"/>
            <ac:spMk id="409" creationId="{1264DAE7-D719-C707-EB02-354E1CE4CC73}"/>
          </ac:spMkLst>
        </pc:spChg>
        <pc:spChg chg="add del mod">
          <ac:chgData name="Vincent Straub" userId="cc81dce8-242d-424d-a3c5-7390e8e80d05" providerId="ADAL" clId="{0E96C34D-F066-4D44-8866-B6B98CBDDE83}" dt="2023-05-12T09:27:48.657" v="264"/>
          <ac:spMkLst>
            <pc:docMk/>
            <pc:sldMk cId="1119496881" sldId="268"/>
            <ac:spMk id="410" creationId="{604EF725-450D-7EB0-931B-D7FBF4745620}"/>
          </ac:spMkLst>
        </pc:spChg>
        <pc:spChg chg="add del mod">
          <ac:chgData name="Vincent Straub" userId="cc81dce8-242d-424d-a3c5-7390e8e80d05" providerId="ADAL" clId="{0E96C34D-F066-4D44-8866-B6B98CBDDE83}" dt="2023-05-12T09:27:48.657" v="264"/>
          <ac:spMkLst>
            <pc:docMk/>
            <pc:sldMk cId="1119496881" sldId="268"/>
            <ac:spMk id="415" creationId="{88B6AF5A-1F51-52C6-FF7C-826190E5960C}"/>
          </ac:spMkLst>
        </pc:spChg>
        <pc:spChg chg="add del mod">
          <ac:chgData name="Vincent Straub" userId="cc81dce8-242d-424d-a3c5-7390e8e80d05" providerId="ADAL" clId="{0E96C34D-F066-4D44-8866-B6B98CBDDE83}" dt="2023-05-12T09:27:48.657" v="264"/>
          <ac:spMkLst>
            <pc:docMk/>
            <pc:sldMk cId="1119496881" sldId="268"/>
            <ac:spMk id="416" creationId="{2B4D4FAA-B16A-AEB7-2FDC-6D7C5D496277}"/>
          </ac:spMkLst>
        </pc:spChg>
        <pc:spChg chg="add del mod">
          <ac:chgData name="Vincent Straub" userId="cc81dce8-242d-424d-a3c5-7390e8e80d05" providerId="ADAL" clId="{0E96C34D-F066-4D44-8866-B6B98CBDDE83}" dt="2023-05-12T09:27:48.657" v="264"/>
          <ac:spMkLst>
            <pc:docMk/>
            <pc:sldMk cId="1119496881" sldId="268"/>
            <ac:spMk id="417" creationId="{CD2CA695-2E08-CCB0-D265-4BA64B006D0D}"/>
          </ac:spMkLst>
        </pc:spChg>
        <pc:spChg chg="add del mod">
          <ac:chgData name="Vincent Straub" userId="cc81dce8-242d-424d-a3c5-7390e8e80d05" providerId="ADAL" clId="{0E96C34D-F066-4D44-8866-B6B98CBDDE83}" dt="2023-05-12T09:27:48.657" v="264"/>
          <ac:spMkLst>
            <pc:docMk/>
            <pc:sldMk cId="1119496881" sldId="268"/>
            <ac:spMk id="418" creationId="{91F65537-5A06-15BC-0003-B3B9F4572EAF}"/>
          </ac:spMkLst>
        </pc:spChg>
        <pc:spChg chg="add del mod">
          <ac:chgData name="Vincent Straub" userId="cc81dce8-242d-424d-a3c5-7390e8e80d05" providerId="ADAL" clId="{0E96C34D-F066-4D44-8866-B6B98CBDDE83}" dt="2023-05-12T09:27:48.657" v="264"/>
          <ac:spMkLst>
            <pc:docMk/>
            <pc:sldMk cId="1119496881" sldId="268"/>
            <ac:spMk id="419" creationId="{9BB26ED4-73EA-FD85-E60E-49A03A3CDEBF}"/>
          </ac:spMkLst>
        </pc:spChg>
        <pc:spChg chg="add del mod">
          <ac:chgData name="Vincent Straub" userId="cc81dce8-242d-424d-a3c5-7390e8e80d05" providerId="ADAL" clId="{0E96C34D-F066-4D44-8866-B6B98CBDDE83}" dt="2023-05-12T09:27:48.657" v="264"/>
          <ac:spMkLst>
            <pc:docMk/>
            <pc:sldMk cId="1119496881" sldId="268"/>
            <ac:spMk id="420" creationId="{FE7778C1-7B10-5DB5-53EE-0D6AC52E495F}"/>
          </ac:spMkLst>
        </pc:spChg>
        <pc:spChg chg="add del mod">
          <ac:chgData name="Vincent Straub" userId="cc81dce8-242d-424d-a3c5-7390e8e80d05" providerId="ADAL" clId="{0E96C34D-F066-4D44-8866-B6B98CBDDE83}" dt="2023-05-12T09:27:48.657" v="264"/>
          <ac:spMkLst>
            <pc:docMk/>
            <pc:sldMk cId="1119496881" sldId="268"/>
            <ac:spMk id="421" creationId="{E780EE87-F687-76FA-32E1-7C94991B8970}"/>
          </ac:spMkLst>
        </pc:spChg>
        <pc:spChg chg="add del mod">
          <ac:chgData name="Vincent Straub" userId="cc81dce8-242d-424d-a3c5-7390e8e80d05" providerId="ADAL" clId="{0E96C34D-F066-4D44-8866-B6B98CBDDE83}" dt="2023-05-12T09:27:48.657" v="264"/>
          <ac:spMkLst>
            <pc:docMk/>
            <pc:sldMk cId="1119496881" sldId="268"/>
            <ac:spMk id="422" creationId="{11BA9BCA-512F-71AA-F3AF-4A8BA3AD9159}"/>
          </ac:spMkLst>
        </pc:spChg>
        <pc:spChg chg="add del mod">
          <ac:chgData name="Vincent Straub" userId="cc81dce8-242d-424d-a3c5-7390e8e80d05" providerId="ADAL" clId="{0E96C34D-F066-4D44-8866-B6B98CBDDE83}" dt="2023-05-12T09:27:48.657" v="264"/>
          <ac:spMkLst>
            <pc:docMk/>
            <pc:sldMk cId="1119496881" sldId="268"/>
            <ac:spMk id="423" creationId="{DEF7DD3F-FD7F-76B2-5BF7-6F0BCC6A597D}"/>
          </ac:spMkLst>
        </pc:spChg>
        <pc:spChg chg="add del mod">
          <ac:chgData name="Vincent Straub" userId="cc81dce8-242d-424d-a3c5-7390e8e80d05" providerId="ADAL" clId="{0E96C34D-F066-4D44-8866-B6B98CBDDE83}" dt="2023-05-12T09:27:48.657" v="264"/>
          <ac:spMkLst>
            <pc:docMk/>
            <pc:sldMk cId="1119496881" sldId="268"/>
            <ac:spMk id="424" creationId="{B6255B12-344E-C89F-47C2-344F2FB51865}"/>
          </ac:spMkLst>
        </pc:spChg>
        <pc:spChg chg="add del mod">
          <ac:chgData name="Vincent Straub" userId="cc81dce8-242d-424d-a3c5-7390e8e80d05" providerId="ADAL" clId="{0E96C34D-F066-4D44-8866-B6B98CBDDE83}" dt="2023-05-12T09:27:48.657" v="264"/>
          <ac:spMkLst>
            <pc:docMk/>
            <pc:sldMk cId="1119496881" sldId="268"/>
            <ac:spMk id="425" creationId="{7A20A49A-D1CD-FFBE-2C30-C1E67123F624}"/>
          </ac:spMkLst>
        </pc:spChg>
        <pc:spChg chg="add del mod">
          <ac:chgData name="Vincent Straub" userId="cc81dce8-242d-424d-a3c5-7390e8e80d05" providerId="ADAL" clId="{0E96C34D-F066-4D44-8866-B6B98CBDDE83}" dt="2023-05-12T09:27:48.657" v="264"/>
          <ac:spMkLst>
            <pc:docMk/>
            <pc:sldMk cId="1119496881" sldId="268"/>
            <ac:spMk id="426" creationId="{AF5DF866-8FE0-A0FF-7BBB-FD0FBD830EB9}"/>
          </ac:spMkLst>
        </pc:spChg>
        <pc:spChg chg="add del mod">
          <ac:chgData name="Vincent Straub" userId="cc81dce8-242d-424d-a3c5-7390e8e80d05" providerId="ADAL" clId="{0E96C34D-F066-4D44-8866-B6B98CBDDE83}" dt="2023-05-12T09:27:48.657" v="264"/>
          <ac:spMkLst>
            <pc:docMk/>
            <pc:sldMk cId="1119496881" sldId="268"/>
            <ac:spMk id="427" creationId="{ADD96BC7-0620-FAE7-3E2B-6F5C59229B3A}"/>
          </ac:spMkLst>
        </pc:spChg>
        <pc:spChg chg="add del mod">
          <ac:chgData name="Vincent Straub" userId="cc81dce8-242d-424d-a3c5-7390e8e80d05" providerId="ADAL" clId="{0E96C34D-F066-4D44-8866-B6B98CBDDE83}" dt="2023-05-12T09:27:48.657" v="264"/>
          <ac:spMkLst>
            <pc:docMk/>
            <pc:sldMk cId="1119496881" sldId="268"/>
            <ac:spMk id="431" creationId="{E5A94C38-F3E5-BE59-F206-239AB905A033}"/>
          </ac:spMkLst>
        </pc:spChg>
        <pc:spChg chg="add mod">
          <ac:chgData name="Vincent Straub" userId="cc81dce8-242d-424d-a3c5-7390e8e80d05" providerId="ADAL" clId="{0E96C34D-F066-4D44-8866-B6B98CBDDE83}" dt="2023-05-12T09:27:54.482" v="266" actId="164"/>
          <ac:spMkLst>
            <pc:docMk/>
            <pc:sldMk cId="1119496881" sldId="268"/>
            <ac:spMk id="438" creationId="{733E9404-9BDE-CC70-0A57-E070500FF5BB}"/>
          </ac:spMkLst>
        </pc:spChg>
        <pc:spChg chg="add mod">
          <ac:chgData name="Vincent Straub" userId="cc81dce8-242d-424d-a3c5-7390e8e80d05" providerId="ADAL" clId="{0E96C34D-F066-4D44-8866-B6B98CBDDE83}" dt="2023-05-12T09:27:54.482" v="266" actId="164"/>
          <ac:spMkLst>
            <pc:docMk/>
            <pc:sldMk cId="1119496881" sldId="268"/>
            <ac:spMk id="447" creationId="{DD339442-4F16-9FFB-1778-35351408AC91}"/>
          </ac:spMkLst>
        </pc:spChg>
        <pc:spChg chg="add mod">
          <ac:chgData name="Vincent Straub" userId="cc81dce8-242d-424d-a3c5-7390e8e80d05" providerId="ADAL" clId="{0E96C34D-F066-4D44-8866-B6B98CBDDE83}" dt="2023-05-12T09:27:54.482" v="266" actId="164"/>
          <ac:spMkLst>
            <pc:docMk/>
            <pc:sldMk cId="1119496881" sldId="268"/>
            <ac:spMk id="448" creationId="{959F596E-B773-9AC7-34A9-06EAEB5C95CA}"/>
          </ac:spMkLst>
        </pc:spChg>
        <pc:spChg chg="add mod">
          <ac:chgData name="Vincent Straub" userId="cc81dce8-242d-424d-a3c5-7390e8e80d05" providerId="ADAL" clId="{0E96C34D-F066-4D44-8866-B6B98CBDDE83}" dt="2023-05-12T09:27:54.482" v="266" actId="164"/>
          <ac:spMkLst>
            <pc:docMk/>
            <pc:sldMk cId="1119496881" sldId="268"/>
            <ac:spMk id="449" creationId="{63404551-0EEC-B1D9-DB03-FE0B73FF0867}"/>
          </ac:spMkLst>
        </pc:spChg>
        <pc:spChg chg="add mod">
          <ac:chgData name="Vincent Straub" userId="cc81dce8-242d-424d-a3c5-7390e8e80d05" providerId="ADAL" clId="{0E96C34D-F066-4D44-8866-B6B98CBDDE83}" dt="2023-05-12T09:27:54.482" v="266" actId="164"/>
          <ac:spMkLst>
            <pc:docMk/>
            <pc:sldMk cId="1119496881" sldId="268"/>
            <ac:spMk id="453" creationId="{4C6782C9-498E-8AF2-7490-0B93FF8A5B4A}"/>
          </ac:spMkLst>
        </pc:spChg>
        <pc:spChg chg="add mod">
          <ac:chgData name="Vincent Straub" userId="cc81dce8-242d-424d-a3c5-7390e8e80d05" providerId="ADAL" clId="{0E96C34D-F066-4D44-8866-B6B98CBDDE83}" dt="2023-05-12T09:27:54.482" v="266" actId="164"/>
          <ac:spMkLst>
            <pc:docMk/>
            <pc:sldMk cId="1119496881" sldId="268"/>
            <ac:spMk id="455" creationId="{BFD7659F-F458-2808-7094-169B6538647C}"/>
          </ac:spMkLst>
        </pc:spChg>
        <pc:spChg chg="add mod">
          <ac:chgData name="Vincent Straub" userId="cc81dce8-242d-424d-a3c5-7390e8e80d05" providerId="ADAL" clId="{0E96C34D-F066-4D44-8866-B6B98CBDDE83}" dt="2023-05-12T09:27:54.482" v="266" actId="164"/>
          <ac:spMkLst>
            <pc:docMk/>
            <pc:sldMk cId="1119496881" sldId="268"/>
            <ac:spMk id="456" creationId="{180B6251-E78A-22B9-A587-191324FC6AFA}"/>
          </ac:spMkLst>
        </pc:spChg>
        <pc:spChg chg="add mod">
          <ac:chgData name="Vincent Straub" userId="cc81dce8-242d-424d-a3c5-7390e8e80d05" providerId="ADAL" clId="{0E96C34D-F066-4D44-8866-B6B98CBDDE83}" dt="2023-05-12T09:27:54.482" v="266" actId="164"/>
          <ac:spMkLst>
            <pc:docMk/>
            <pc:sldMk cId="1119496881" sldId="268"/>
            <ac:spMk id="457" creationId="{40C92ACD-AE2E-B599-5FED-929272315791}"/>
          </ac:spMkLst>
        </pc:spChg>
        <pc:spChg chg="add mod">
          <ac:chgData name="Vincent Straub" userId="cc81dce8-242d-424d-a3c5-7390e8e80d05" providerId="ADAL" clId="{0E96C34D-F066-4D44-8866-B6B98CBDDE83}" dt="2023-05-12T09:27:54.482" v="266" actId="164"/>
          <ac:spMkLst>
            <pc:docMk/>
            <pc:sldMk cId="1119496881" sldId="268"/>
            <ac:spMk id="458" creationId="{35F75187-D1A1-034E-9D64-4BD59BD7A1CF}"/>
          </ac:spMkLst>
        </pc:spChg>
        <pc:spChg chg="add mod">
          <ac:chgData name="Vincent Straub" userId="cc81dce8-242d-424d-a3c5-7390e8e80d05" providerId="ADAL" clId="{0E96C34D-F066-4D44-8866-B6B98CBDDE83}" dt="2023-05-12T09:27:54.482" v="266" actId="164"/>
          <ac:spMkLst>
            <pc:docMk/>
            <pc:sldMk cId="1119496881" sldId="268"/>
            <ac:spMk id="459" creationId="{10BB9D51-7928-7256-50BB-8F437A4D0A06}"/>
          </ac:spMkLst>
        </pc:spChg>
        <pc:spChg chg="add mod">
          <ac:chgData name="Vincent Straub" userId="cc81dce8-242d-424d-a3c5-7390e8e80d05" providerId="ADAL" clId="{0E96C34D-F066-4D44-8866-B6B98CBDDE83}" dt="2023-05-12T09:27:54.482" v="266" actId="164"/>
          <ac:spMkLst>
            <pc:docMk/>
            <pc:sldMk cId="1119496881" sldId="268"/>
            <ac:spMk id="460" creationId="{E5A767EE-5315-B169-AEB4-46EB4C2689C4}"/>
          </ac:spMkLst>
        </pc:spChg>
        <pc:spChg chg="add mod">
          <ac:chgData name="Vincent Straub" userId="cc81dce8-242d-424d-a3c5-7390e8e80d05" providerId="ADAL" clId="{0E96C34D-F066-4D44-8866-B6B98CBDDE83}" dt="2023-05-12T09:27:54.482" v="266" actId="164"/>
          <ac:spMkLst>
            <pc:docMk/>
            <pc:sldMk cId="1119496881" sldId="268"/>
            <ac:spMk id="461" creationId="{99B3205E-0E1F-7992-369D-DF68E37244FB}"/>
          </ac:spMkLst>
        </pc:spChg>
        <pc:spChg chg="add mod">
          <ac:chgData name="Vincent Straub" userId="cc81dce8-242d-424d-a3c5-7390e8e80d05" providerId="ADAL" clId="{0E96C34D-F066-4D44-8866-B6B98CBDDE83}" dt="2023-05-12T09:27:54.482" v="266" actId="164"/>
          <ac:spMkLst>
            <pc:docMk/>
            <pc:sldMk cId="1119496881" sldId="268"/>
            <ac:spMk id="462" creationId="{93D75DFA-B64C-2606-2195-096C79E5A50B}"/>
          </ac:spMkLst>
        </pc:spChg>
        <pc:spChg chg="add mod">
          <ac:chgData name="Vincent Straub" userId="cc81dce8-242d-424d-a3c5-7390e8e80d05" providerId="ADAL" clId="{0E96C34D-F066-4D44-8866-B6B98CBDDE83}" dt="2023-05-12T09:27:54.482" v="266" actId="164"/>
          <ac:spMkLst>
            <pc:docMk/>
            <pc:sldMk cId="1119496881" sldId="268"/>
            <ac:spMk id="463" creationId="{C5774EC9-BB67-BB78-FFA8-0CD926C355AC}"/>
          </ac:spMkLst>
        </pc:spChg>
        <pc:spChg chg="add mod">
          <ac:chgData name="Vincent Straub" userId="cc81dce8-242d-424d-a3c5-7390e8e80d05" providerId="ADAL" clId="{0E96C34D-F066-4D44-8866-B6B98CBDDE83}" dt="2023-05-12T09:27:54.482" v="266" actId="164"/>
          <ac:spMkLst>
            <pc:docMk/>
            <pc:sldMk cId="1119496881" sldId="268"/>
            <ac:spMk id="464" creationId="{906D0209-BF5A-1DBC-1DBA-FC3B63C18FD7}"/>
          </ac:spMkLst>
        </pc:spChg>
        <pc:spChg chg="add mod">
          <ac:chgData name="Vincent Straub" userId="cc81dce8-242d-424d-a3c5-7390e8e80d05" providerId="ADAL" clId="{0E96C34D-F066-4D44-8866-B6B98CBDDE83}" dt="2023-05-12T09:27:54.482" v="266" actId="164"/>
          <ac:spMkLst>
            <pc:docMk/>
            <pc:sldMk cId="1119496881" sldId="268"/>
            <ac:spMk id="465" creationId="{9B57403F-1629-CA01-3FB0-100C9EBA284E}"/>
          </ac:spMkLst>
        </pc:spChg>
        <pc:spChg chg="add mod">
          <ac:chgData name="Vincent Straub" userId="cc81dce8-242d-424d-a3c5-7390e8e80d05" providerId="ADAL" clId="{0E96C34D-F066-4D44-8866-B6B98CBDDE83}" dt="2023-05-12T09:27:54.482" v="266" actId="164"/>
          <ac:spMkLst>
            <pc:docMk/>
            <pc:sldMk cId="1119496881" sldId="268"/>
            <ac:spMk id="466" creationId="{24B66C9B-7091-D34B-8107-A705BE9E8236}"/>
          </ac:spMkLst>
        </pc:spChg>
        <pc:spChg chg="add mod">
          <ac:chgData name="Vincent Straub" userId="cc81dce8-242d-424d-a3c5-7390e8e80d05" providerId="ADAL" clId="{0E96C34D-F066-4D44-8866-B6B98CBDDE83}" dt="2023-05-12T09:27:54.482" v="266" actId="164"/>
          <ac:spMkLst>
            <pc:docMk/>
            <pc:sldMk cId="1119496881" sldId="268"/>
            <ac:spMk id="467" creationId="{8365E693-464B-9B5E-795A-B8A399FF1DF0}"/>
          </ac:spMkLst>
        </pc:spChg>
        <pc:spChg chg="add mod">
          <ac:chgData name="Vincent Straub" userId="cc81dce8-242d-424d-a3c5-7390e8e80d05" providerId="ADAL" clId="{0E96C34D-F066-4D44-8866-B6B98CBDDE83}" dt="2023-05-12T09:27:54.482" v="266" actId="164"/>
          <ac:spMkLst>
            <pc:docMk/>
            <pc:sldMk cId="1119496881" sldId="268"/>
            <ac:spMk id="468" creationId="{66B4DE78-C2AB-5674-860C-C86EE2A15968}"/>
          </ac:spMkLst>
        </pc:spChg>
        <pc:spChg chg="add mod">
          <ac:chgData name="Vincent Straub" userId="cc81dce8-242d-424d-a3c5-7390e8e80d05" providerId="ADAL" clId="{0E96C34D-F066-4D44-8866-B6B98CBDDE83}" dt="2023-05-12T09:27:54.482" v="266" actId="164"/>
          <ac:spMkLst>
            <pc:docMk/>
            <pc:sldMk cId="1119496881" sldId="268"/>
            <ac:spMk id="469" creationId="{7D687E55-2B16-8069-9CCB-6CD3CA7BAFCB}"/>
          </ac:spMkLst>
        </pc:spChg>
        <pc:spChg chg="add mod">
          <ac:chgData name="Vincent Straub" userId="cc81dce8-242d-424d-a3c5-7390e8e80d05" providerId="ADAL" clId="{0E96C34D-F066-4D44-8866-B6B98CBDDE83}" dt="2023-05-12T09:27:54.482" v="266" actId="164"/>
          <ac:spMkLst>
            <pc:docMk/>
            <pc:sldMk cId="1119496881" sldId="268"/>
            <ac:spMk id="471" creationId="{3D4017AD-62C3-1CD9-5406-1BCF20A80DFF}"/>
          </ac:spMkLst>
        </pc:spChg>
        <pc:spChg chg="add mod">
          <ac:chgData name="Vincent Straub" userId="cc81dce8-242d-424d-a3c5-7390e8e80d05" providerId="ADAL" clId="{0E96C34D-F066-4D44-8866-B6B98CBDDE83}" dt="2023-05-12T09:27:54.482" v="266" actId="164"/>
          <ac:spMkLst>
            <pc:docMk/>
            <pc:sldMk cId="1119496881" sldId="268"/>
            <ac:spMk id="472" creationId="{B5B1A8E3-B019-C0EE-A8CE-676079A43B7E}"/>
          </ac:spMkLst>
        </pc:spChg>
        <pc:spChg chg="add mod">
          <ac:chgData name="Vincent Straub" userId="cc81dce8-242d-424d-a3c5-7390e8e80d05" providerId="ADAL" clId="{0E96C34D-F066-4D44-8866-B6B98CBDDE83}" dt="2023-05-12T09:27:54.482" v="266" actId="164"/>
          <ac:spMkLst>
            <pc:docMk/>
            <pc:sldMk cId="1119496881" sldId="268"/>
            <ac:spMk id="473" creationId="{8AC5C422-E8FD-2F52-F132-9A613CEBAFE2}"/>
          </ac:spMkLst>
        </pc:spChg>
        <pc:spChg chg="add mod">
          <ac:chgData name="Vincent Straub" userId="cc81dce8-242d-424d-a3c5-7390e8e80d05" providerId="ADAL" clId="{0E96C34D-F066-4D44-8866-B6B98CBDDE83}" dt="2023-05-12T09:27:54.482" v="266" actId="164"/>
          <ac:spMkLst>
            <pc:docMk/>
            <pc:sldMk cId="1119496881" sldId="268"/>
            <ac:spMk id="474" creationId="{1B818A6A-C8F4-6449-63F9-7065A6D8F53F}"/>
          </ac:spMkLst>
        </pc:spChg>
        <pc:spChg chg="add mod">
          <ac:chgData name="Vincent Straub" userId="cc81dce8-242d-424d-a3c5-7390e8e80d05" providerId="ADAL" clId="{0E96C34D-F066-4D44-8866-B6B98CBDDE83}" dt="2023-05-12T09:27:54.482" v="266" actId="164"/>
          <ac:spMkLst>
            <pc:docMk/>
            <pc:sldMk cId="1119496881" sldId="268"/>
            <ac:spMk id="475" creationId="{6EC6B2F5-004F-5488-2E53-3D1718435C51}"/>
          </ac:spMkLst>
        </pc:spChg>
        <pc:spChg chg="add mod">
          <ac:chgData name="Vincent Straub" userId="cc81dce8-242d-424d-a3c5-7390e8e80d05" providerId="ADAL" clId="{0E96C34D-F066-4D44-8866-B6B98CBDDE83}" dt="2023-05-12T09:27:54.482" v="266" actId="164"/>
          <ac:spMkLst>
            <pc:docMk/>
            <pc:sldMk cId="1119496881" sldId="268"/>
            <ac:spMk id="476" creationId="{29836DFF-49AE-EF85-1FD3-6AF5A8180CA2}"/>
          </ac:spMkLst>
        </pc:spChg>
        <pc:spChg chg="add mod">
          <ac:chgData name="Vincent Straub" userId="cc81dce8-242d-424d-a3c5-7390e8e80d05" providerId="ADAL" clId="{0E96C34D-F066-4D44-8866-B6B98CBDDE83}" dt="2023-05-12T09:27:54.482" v="266" actId="164"/>
          <ac:spMkLst>
            <pc:docMk/>
            <pc:sldMk cId="1119496881" sldId="268"/>
            <ac:spMk id="477" creationId="{BD4C7617-DC40-EB71-35BD-3AD67DF72049}"/>
          </ac:spMkLst>
        </pc:spChg>
        <pc:spChg chg="add mod">
          <ac:chgData name="Vincent Straub" userId="cc81dce8-242d-424d-a3c5-7390e8e80d05" providerId="ADAL" clId="{0E96C34D-F066-4D44-8866-B6B98CBDDE83}" dt="2023-05-12T09:27:54.482" v="266" actId="164"/>
          <ac:spMkLst>
            <pc:docMk/>
            <pc:sldMk cId="1119496881" sldId="268"/>
            <ac:spMk id="478" creationId="{99C94342-A649-97E2-A9F7-8659EE02B045}"/>
          </ac:spMkLst>
        </pc:spChg>
        <pc:spChg chg="add mod">
          <ac:chgData name="Vincent Straub" userId="cc81dce8-242d-424d-a3c5-7390e8e80d05" providerId="ADAL" clId="{0E96C34D-F066-4D44-8866-B6B98CBDDE83}" dt="2023-05-12T09:27:54.482" v="266" actId="164"/>
          <ac:spMkLst>
            <pc:docMk/>
            <pc:sldMk cId="1119496881" sldId="268"/>
            <ac:spMk id="479" creationId="{9EB12C61-57AE-6A56-71AD-48D34973E064}"/>
          </ac:spMkLst>
        </pc:spChg>
        <pc:spChg chg="add mod">
          <ac:chgData name="Vincent Straub" userId="cc81dce8-242d-424d-a3c5-7390e8e80d05" providerId="ADAL" clId="{0E96C34D-F066-4D44-8866-B6B98CBDDE83}" dt="2023-05-12T09:27:54.482" v="266" actId="164"/>
          <ac:spMkLst>
            <pc:docMk/>
            <pc:sldMk cId="1119496881" sldId="268"/>
            <ac:spMk id="482" creationId="{4C3E18A0-1980-0CA6-65B1-D37BD049BC85}"/>
          </ac:spMkLst>
        </pc:spChg>
        <pc:spChg chg="add mod">
          <ac:chgData name="Vincent Straub" userId="cc81dce8-242d-424d-a3c5-7390e8e80d05" providerId="ADAL" clId="{0E96C34D-F066-4D44-8866-B6B98CBDDE83}" dt="2023-05-12T09:27:54.482" v="266" actId="164"/>
          <ac:spMkLst>
            <pc:docMk/>
            <pc:sldMk cId="1119496881" sldId="268"/>
            <ac:spMk id="483" creationId="{D25FE8E9-616E-11DC-1F7F-BFAB87755DAA}"/>
          </ac:spMkLst>
        </pc:spChg>
        <pc:spChg chg="add mod">
          <ac:chgData name="Vincent Straub" userId="cc81dce8-242d-424d-a3c5-7390e8e80d05" providerId="ADAL" clId="{0E96C34D-F066-4D44-8866-B6B98CBDDE83}" dt="2023-05-12T09:27:54.482" v="266" actId="164"/>
          <ac:spMkLst>
            <pc:docMk/>
            <pc:sldMk cId="1119496881" sldId="268"/>
            <ac:spMk id="484" creationId="{DCB1918F-F188-0ABA-8A74-E80D720C2F74}"/>
          </ac:spMkLst>
        </pc:spChg>
        <pc:spChg chg="add mod">
          <ac:chgData name="Vincent Straub" userId="cc81dce8-242d-424d-a3c5-7390e8e80d05" providerId="ADAL" clId="{0E96C34D-F066-4D44-8866-B6B98CBDDE83}" dt="2023-05-12T09:27:54.482" v="266" actId="164"/>
          <ac:spMkLst>
            <pc:docMk/>
            <pc:sldMk cId="1119496881" sldId="268"/>
            <ac:spMk id="485" creationId="{880F97D6-D342-5CFA-33B0-A842DB1EAB8B}"/>
          </ac:spMkLst>
        </pc:spChg>
        <pc:spChg chg="add mod">
          <ac:chgData name="Vincent Straub" userId="cc81dce8-242d-424d-a3c5-7390e8e80d05" providerId="ADAL" clId="{0E96C34D-F066-4D44-8866-B6B98CBDDE83}" dt="2023-05-12T09:27:54.482" v="266" actId="164"/>
          <ac:spMkLst>
            <pc:docMk/>
            <pc:sldMk cId="1119496881" sldId="268"/>
            <ac:spMk id="486" creationId="{84ACAE61-2990-45C0-A0F0-24DE8BF07CBA}"/>
          </ac:spMkLst>
        </pc:spChg>
        <pc:spChg chg="add mod">
          <ac:chgData name="Vincent Straub" userId="cc81dce8-242d-424d-a3c5-7390e8e80d05" providerId="ADAL" clId="{0E96C34D-F066-4D44-8866-B6B98CBDDE83}" dt="2023-05-12T09:27:54.482" v="266" actId="164"/>
          <ac:spMkLst>
            <pc:docMk/>
            <pc:sldMk cId="1119496881" sldId="268"/>
            <ac:spMk id="487" creationId="{0F38B135-28F9-6EF1-8C68-F11850D1CCF5}"/>
          </ac:spMkLst>
        </pc:spChg>
        <pc:spChg chg="add mod">
          <ac:chgData name="Vincent Straub" userId="cc81dce8-242d-424d-a3c5-7390e8e80d05" providerId="ADAL" clId="{0E96C34D-F066-4D44-8866-B6B98CBDDE83}" dt="2023-05-12T09:27:54.482" v="266" actId="164"/>
          <ac:spMkLst>
            <pc:docMk/>
            <pc:sldMk cId="1119496881" sldId="268"/>
            <ac:spMk id="489" creationId="{7D4072F6-D91F-3D27-ED3D-EBF4D8315ED3}"/>
          </ac:spMkLst>
        </pc:spChg>
        <pc:spChg chg="add mod">
          <ac:chgData name="Vincent Straub" userId="cc81dce8-242d-424d-a3c5-7390e8e80d05" providerId="ADAL" clId="{0E96C34D-F066-4D44-8866-B6B98CBDDE83}" dt="2023-05-12T09:27:54.482" v="266" actId="164"/>
          <ac:spMkLst>
            <pc:docMk/>
            <pc:sldMk cId="1119496881" sldId="268"/>
            <ac:spMk id="490" creationId="{BB51185E-064E-4637-D6D2-1D7893E97863}"/>
          </ac:spMkLst>
        </pc:spChg>
        <pc:spChg chg="add mod">
          <ac:chgData name="Vincent Straub" userId="cc81dce8-242d-424d-a3c5-7390e8e80d05" providerId="ADAL" clId="{0E96C34D-F066-4D44-8866-B6B98CBDDE83}" dt="2023-05-12T09:27:54.482" v="266" actId="164"/>
          <ac:spMkLst>
            <pc:docMk/>
            <pc:sldMk cId="1119496881" sldId="268"/>
            <ac:spMk id="491" creationId="{0CF2826E-2EFB-274A-B4E3-45F01705F339}"/>
          </ac:spMkLst>
        </pc:spChg>
        <pc:spChg chg="add mod">
          <ac:chgData name="Vincent Straub" userId="cc81dce8-242d-424d-a3c5-7390e8e80d05" providerId="ADAL" clId="{0E96C34D-F066-4D44-8866-B6B98CBDDE83}" dt="2023-05-12T09:27:54.482" v="266" actId="164"/>
          <ac:spMkLst>
            <pc:docMk/>
            <pc:sldMk cId="1119496881" sldId="268"/>
            <ac:spMk id="492" creationId="{6E8DCA8A-3E4E-A3BC-A79C-009DDCF69726}"/>
          </ac:spMkLst>
        </pc:spChg>
        <pc:spChg chg="add mod">
          <ac:chgData name="Vincent Straub" userId="cc81dce8-242d-424d-a3c5-7390e8e80d05" providerId="ADAL" clId="{0E96C34D-F066-4D44-8866-B6B98CBDDE83}" dt="2023-05-12T09:27:54.482" v="266" actId="164"/>
          <ac:spMkLst>
            <pc:docMk/>
            <pc:sldMk cId="1119496881" sldId="268"/>
            <ac:spMk id="493" creationId="{39452706-CA07-0D1D-CFD3-82FDB79B0F30}"/>
          </ac:spMkLst>
        </pc:spChg>
        <pc:spChg chg="add mod">
          <ac:chgData name="Vincent Straub" userId="cc81dce8-242d-424d-a3c5-7390e8e80d05" providerId="ADAL" clId="{0E96C34D-F066-4D44-8866-B6B98CBDDE83}" dt="2023-05-12T09:27:54.482" v="266" actId="164"/>
          <ac:spMkLst>
            <pc:docMk/>
            <pc:sldMk cId="1119496881" sldId="268"/>
            <ac:spMk id="494" creationId="{E97A1AA9-8787-44D8-448B-B8C256F6508F}"/>
          </ac:spMkLst>
        </pc:spChg>
        <pc:spChg chg="add mod">
          <ac:chgData name="Vincent Straub" userId="cc81dce8-242d-424d-a3c5-7390e8e80d05" providerId="ADAL" clId="{0E96C34D-F066-4D44-8866-B6B98CBDDE83}" dt="2023-05-12T09:27:54.482" v="266" actId="164"/>
          <ac:spMkLst>
            <pc:docMk/>
            <pc:sldMk cId="1119496881" sldId="268"/>
            <ac:spMk id="495" creationId="{12FCF2B9-3E81-B7E5-3653-27BCEF359740}"/>
          </ac:spMkLst>
        </pc:spChg>
        <pc:spChg chg="add mod">
          <ac:chgData name="Vincent Straub" userId="cc81dce8-242d-424d-a3c5-7390e8e80d05" providerId="ADAL" clId="{0E96C34D-F066-4D44-8866-B6B98CBDDE83}" dt="2023-05-12T09:27:54.482" v="266" actId="164"/>
          <ac:spMkLst>
            <pc:docMk/>
            <pc:sldMk cId="1119496881" sldId="268"/>
            <ac:spMk id="496" creationId="{D466AB7C-0698-824F-4DD4-982B9CB57A42}"/>
          </ac:spMkLst>
        </pc:spChg>
        <pc:spChg chg="add mod">
          <ac:chgData name="Vincent Straub" userId="cc81dce8-242d-424d-a3c5-7390e8e80d05" providerId="ADAL" clId="{0E96C34D-F066-4D44-8866-B6B98CBDDE83}" dt="2023-05-12T09:27:54.482" v="266" actId="164"/>
          <ac:spMkLst>
            <pc:docMk/>
            <pc:sldMk cId="1119496881" sldId="268"/>
            <ac:spMk id="497" creationId="{034A5059-DC6A-D2E2-39B2-6426BD15A850}"/>
          </ac:spMkLst>
        </pc:spChg>
        <pc:spChg chg="add mod">
          <ac:chgData name="Vincent Straub" userId="cc81dce8-242d-424d-a3c5-7390e8e80d05" providerId="ADAL" clId="{0E96C34D-F066-4D44-8866-B6B98CBDDE83}" dt="2023-05-12T09:27:54.482" v="266" actId="164"/>
          <ac:spMkLst>
            <pc:docMk/>
            <pc:sldMk cId="1119496881" sldId="268"/>
            <ac:spMk id="498" creationId="{8C2917C4-DDB9-AAC9-5352-CD4841E88C23}"/>
          </ac:spMkLst>
        </pc:spChg>
        <pc:spChg chg="add mod">
          <ac:chgData name="Vincent Straub" userId="cc81dce8-242d-424d-a3c5-7390e8e80d05" providerId="ADAL" clId="{0E96C34D-F066-4D44-8866-B6B98CBDDE83}" dt="2023-05-12T09:27:54.482" v="266" actId="164"/>
          <ac:spMkLst>
            <pc:docMk/>
            <pc:sldMk cId="1119496881" sldId="268"/>
            <ac:spMk id="499" creationId="{045C3CA6-1342-2027-1B34-7257B6637D9A}"/>
          </ac:spMkLst>
        </pc:spChg>
        <pc:spChg chg="add mod">
          <ac:chgData name="Vincent Straub" userId="cc81dce8-242d-424d-a3c5-7390e8e80d05" providerId="ADAL" clId="{0E96C34D-F066-4D44-8866-B6B98CBDDE83}" dt="2023-05-12T09:27:54.482" v="266" actId="164"/>
          <ac:spMkLst>
            <pc:docMk/>
            <pc:sldMk cId="1119496881" sldId="268"/>
            <ac:spMk id="504" creationId="{B5BB5477-6E51-5127-CD84-D3AB5EED60C6}"/>
          </ac:spMkLst>
        </pc:spChg>
        <pc:spChg chg="add mod">
          <ac:chgData name="Vincent Straub" userId="cc81dce8-242d-424d-a3c5-7390e8e80d05" providerId="ADAL" clId="{0E96C34D-F066-4D44-8866-B6B98CBDDE83}" dt="2023-05-12T09:27:54.482" v="266" actId="164"/>
          <ac:spMkLst>
            <pc:docMk/>
            <pc:sldMk cId="1119496881" sldId="268"/>
            <ac:spMk id="505" creationId="{CCBA5CA1-3AF7-AA74-FD7E-8CAFA73801C1}"/>
          </ac:spMkLst>
        </pc:spChg>
        <pc:spChg chg="add mod">
          <ac:chgData name="Vincent Straub" userId="cc81dce8-242d-424d-a3c5-7390e8e80d05" providerId="ADAL" clId="{0E96C34D-F066-4D44-8866-B6B98CBDDE83}" dt="2023-05-12T09:27:54.482" v="266" actId="164"/>
          <ac:spMkLst>
            <pc:docMk/>
            <pc:sldMk cId="1119496881" sldId="268"/>
            <ac:spMk id="506" creationId="{857DBA1B-67C5-2129-0CC6-CD1D0F30507F}"/>
          </ac:spMkLst>
        </pc:spChg>
        <pc:spChg chg="add mod">
          <ac:chgData name="Vincent Straub" userId="cc81dce8-242d-424d-a3c5-7390e8e80d05" providerId="ADAL" clId="{0E96C34D-F066-4D44-8866-B6B98CBDDE83}" dt="2023-05-12T09:27:54.482" v="266" actId="164"/>
          <ac:spMkLst>
            <pc:docMk/>
            <pc:sldMk cId="1119496881" sldId="268"/>
            <ac:spMk id="507" creationId="{989C5105-5642-1005-493C-75CA12BE1860}"/>
          </ac:spMkLst>
        </pc:spChg>
        <pc:spChg chg="add mod">
          <ac:chgData name="Vincent Straub" userId="cc81dce8-242d-424d-a3c5-7390e8e80d05" providerId="ADAL" clId="{0E96C34D-F066-4D44-8866-B6B98CBDDE83}" dt="2023-05-12T09:27:54.482" v="266" actId="164"/>
          <ac:spMkLst>
            <pc:docMk/>
            <pc:sldMk cId="1119496881" sldId="268"/>
            <ac:spMk id="508" creationId="{78BD119E-D139-07D3-5027-423DF932CDEF}"/>
          </ac:spMkLst>
        </pc:spChg>
        <pc:spChg chg="add mod">
          <ac:chgData name="Vincent Straub" userId="cc81dce8-242d-424d-a3c5-7390e8e80d05" providerId="ADAL" clId="{0E96C34D-F066-4D44-8866-B6B98CBDDE83}" dt="2023-05-12T09:27:54.482" v="266" actId="164"/>
          <ac:spMkLst>
            <pc:docMk/>
            <pc:sldMk cId="1119496881" sldId="268"/>
            <ac:spMk id="509" creationId="{3E1DB10D-22A8-0A86-C456-D3436A513A81}"/>
          </ac:spMkLst>
        </pc:spChg>
        <pc:spChg chg="add mod">
          <ac:chgData name="Vincent Straub" userId="cc81dce8-242d-424d-a3c5-7390e8e80d05" providerId="ADAL" clId="{0E96C34D-F066-4D44-8866-B6B98CBDDE83}" dt="2023-05-12T09:27:54.482" v="266" actId="164"/>
          <ac:spMkLst>
            <pc:docMk/>
            <pc:sldMk cId="1119496881" sldId="268"/>
            <ac:spMk id="510" creationId="{61EAD359-B72F-DA16-2F64-CD596D757797}"/>
          </ac:spMkLst>
        </pc:spChg>
        <pc:spChg chg="add mod">
          <ac:chgData name="Vincent Straub" userId="cc81dce8-242d-424d-a3c5-7390e8e80d05" providerId="ADAL" clId="{0E96C34D-F066-4D44-8866-B6B98CBDDE83}" dt="2023-05-12T09:27:54.482" v="266" actId="164"/>
          <ac:spMkLst>
            <pc:docMk/>
            <pc:sldMk cId="1119496881" sldId="268"/>
            <ac:spMk id="511" creationId="{F2AB6912-6B7B-BF24-6A3B-643B1ED0A0E8}"/>
          </ac:spMkLst>
        </pc:spChg>
        <pc:spChg chg="add mod">
          <ac:chgData name="Vincent Straub" userId="cc81dce8-242d-424d-a3c5-7390e8e80d05" providerId="ADAL" clId="{0E96C34D-F066-4D44-8866-B6B98CBDDE83}" dt="2023-05-12T09:27:54.482" v="266" actId="164"/>
          <ac:spMkLst>
            <pc:docMk/>
            <pc:sldMk cId="1119496881" sldId="268"/>
            <ac:spMk id="512" creationId="{6126F78F-C56A-7445-9603-DF72E3E00BA1}"/>
          </ac:spMkLst>
        </pc:spChg>
        <pc:spChg chg="add mod">
          <ac:chgData name="Vincent Straub" userId="cc81dce8-242d-424d-a3c5-7390e8e80d05" providerId="ADAL" clId="{0E96C34D-F066-4D44-8866-B6B98CBDDE83}" dt="2023-05-12T09:27:54.482" v="266" actId="164"/>
          <ac:spMkLst>
            <pc:docMk/>
            <pc:sldMk cId="1119496881" sldId="268"/>
            <ac:spMk id="513" creationId="{68E09938-7883-0BB5-512C-BD9EEF08D9A9}"/>
          </ac:spMkLst>
        </pc:spChg>
        <pc:spChg chg="add mod">
          <ac:chgData name="Vincent Straub" userId="cc81dce8-242d-424d-a3c5-7390e8e80d05" providerId="ADAL" clId="{0E96C34D-F066-4D44-8866-B6B98CBDDE83}" dt="2023-05-12T09:27:54.482" v="266" actId="164"/>
          <ac:spMkLst>
            <pc:docMk/>
            <pc:sldMk cId="1119496881" sldId="268"/>
            <ac:spMk id="514" creationId="{D30DC75D-8820-9940-4BD2-69892549C263}"/>
          </ac:spMkLst>
        </pc:spChg>
        <pc:spChg chg="add mod">
          <ac:chgData name="Vincent Straub" userId="cc81dce8-242d-424d-a3c5-7390e8e80d05" providerId="ADAL" clId="{0E96C34D-F066-4D44-8866-B6B98CBDDE83}" dt="2023-05-12T09:27:54.482" v="266" actId="164"/>
          <ac:spMkLst>
            <pc:docMk/>
            <pc:sldMk cId="1119496881" sldId="268"/>
            <ac:spMk id="515" creationId="{2ED0B8AF-B96F-2F8D-8D9C-A85D85B175CA}"/>
          </ac:spMkLst>
        </pc:spChg>
        <pc:spChg chg="add mod">
          <ac:chgData name="Vincent Straub" userId="cc81dce8-242d-424d-a3c5-7390e8e80d05" providerId="ADAL" clId="{0E96C34D-F066-4D44-8866-B6B98CBDDE83}" dt="2023-05-12T09:27:54.482" v="266" actId="164"/>
          <ac:spMkLst>
            <pc:docMk/>
            <pc:sldMk cId="1119496881" sldId="268"/>
            <ac:spMk id="516" creationId="{5155C54D-FB9B-F06D-26AA-2AD9AC0A9217}"/>
          </ac:spMkLst>
        </pc:spChg>
        <pc:spChg chg="add mod">
          <ac:chgData name="Vincent Straub" userId="cc81dce8-242d-424d-a3c5-7390e8e80d05" providerId="ADAL" clId="{0E96C34D-F066-4D44-8866-B6B98CBDDE83}" dt="2023-05-12T09:27:54.482" v="266" actId="164"/>
          <ac:spMkLst>
            <pc:docMk/>
            <pc:sldMk cId="1119496881" sldId="268"/>
            <ac:spMk id="520" creationId="{D3FC0E18-F2BB-E75D-0D30-9EA6429ACFFF}"/>
          </ac:spMkLst>
        </pc:spChg>
        <pc:grpChg chg="add del mod">
          <ac:chgData name="Vincent Straub" userId="cc81dce8-242d-424d-a3c5-7390e8e80d05" providerId="ADAL" clId="{0E96C34D-F066-4D44-8866-B6B98CBDDE83}" dt="2023-05-12T09:06:16.113" v="262"/>
          <ac:grpSpMkLst>
            <pc:docMk/>
            <pc:sldMk cId="1119496881" sldId="268"/>
            <ac:grpSpMk id="49" creationId="{521BF79E-694E-571C-7777-CF9D13D91948}"/>
          </ac:grpSpMkLst>
        </pc:grpChg>
        <pc:grpChg chg="add del mod">
          <ac:chgData name="Vincent Straub" userId="cc81dce8-242d-424d-a3c5-7390e8e80d05" providerId="ADAL" clId="{0E96C34D-F066-4D44-8866-B6B98CBDDE83}" dt="2023-05-12T09:06:16.113" v="262"/>
          <ac:grpSpMkLst>
            <pc:docMk/>
            <pc:sldMk cId="1119496881" sldId="268"/>
            <ac:grpSpMk id="126" creationId="{972C73C6-721C-67CF-D35D-643D1E5C3E7D}"/>
          </ac:grpSpMkLst>
        </pc:grpChg>
        <pc:grpChg chg="add del mod">
          <ac:chgData name="Vincent Straub" userId="cc81dce8-242d-424d-a3c5-7390e8e80d05" providerId="ADAL" clId="{0E96C34D-F066-4D44-8866-B6B98CBDDE83}" dt="2023-05-12T09:06:16.113" v="262"/>
          <ac:grpSpMkLst>
            <pc:docMk/>
            <pc:sldMk cId="1119496881" sldId="268"/>
            <ac:grpSpMk id="170" creationId="{70FEEFCD-EF12-5C5D-EEF2-87D1BD8D286E}"/>
          </ac:grpSpMkLst>
        </pc:grpChg>
        <pc:grpChg chg="add del mod">
          <ac:chgData name="Vincent Straub" userId="cc81dce8-242d-424d-a3c5-7390e8e80d05" providerId="ADAL" clId="{0E96C34D-F066-4D44-8866-B6B98CBDDE83}" dt="2023-05-12T09:06:16.113" v="262"/>
          <ac:grpSpMkLst>
            <pc:docMk/>
            <pc:sldMk cId="1119496881" sldId="268"/>
            <ac:grpSpMk id="173" creationId="{A1C2CF44-879C-D792-6433-773C08192E7E}"/>
          </ac:grpSpMkLst>
        </pc:grpChg>
        <pc:grpChg chg="add del mod">
          <ac:chgData name="Vincent Straub" userId="cc81dce8-242d-424d-a3c5-7390e8e80d05" providerId="ADAL" clId="{0E96C34D-F066-4D44-8866-B6B98CBDDE83}" dt="2023-05-12T09:28:12.940" v="272" actId="478"/>
          <ac:grpSpMkLst>
            <pc:docMk/>
            <pc:sldMk cId="1119496881" sldId="268"/>
            <ac:grpSpMk id="521" creationId="{69EB9A9E-B81F-5338-A0C6-9377CF494162}"/>
          </ac:grpSpMkLst>
        </pc:grpChg>
        <pc:picChg chg="add mod">
          <ac:chgData name="Vincent Straub" userId="cc81dce8-242d-424d-a3c5-7390e8e80d05" providerId="ADAL" clId="{0E96C34D-F066-4D44-8866-B6B98CBDDE83}" dt="2023-05-12T09:28:32.056" v="277" actId="1076"/>
          <ac:picMkLst>
            <pc:docMk/>
            <pc:sldMk cId="1119496881" sldId="268"/>
            <ac:picMk id="522" creationId="{6F490628-E2C2-7567-FC47-BE5CB3297E2A}"/>
          </ac:picMkLst>
        </pc:picChg>
        <pc:cxnChg chg="add del mod">
          <ac:chgData name="Vincent Straub" userId="cc81dce8-242d-424d-a3c5-7390e8e80d05" providerId="ADAL" clId="{0E96C34D-F066-4D44-8866-B6B98CBDDE83}" dt="2023-05-12T09:06:16.113" v="262"/>
          <ac:cxnSpMkLst>
            <pc:docMk/>
            <pc:sldMk cId="1119496881" sldId="268"/>
            <ac:cxnSpMk id="2" creationId="{94582F99-2E5F-6585-BE80-7DB35D793C21}"/>
          </ac:cxnSpMkLst>
        </pc:cxnChg>
        <pc:cxnChg chg="add del mod">
          <ac:chgData name="Vincent Straub" userId="cc81dce8-242d-424d-a3c5-7390e8e80d05" providerId="ADAL" clId="{0E96C34D-F066-4D44-8866-B6B98CBDDE83}" dt="2023-05-12T09:06:16.113" v="262"/>
          <ac:cxnSpMkLst>
            <pc:docMk/>
            <pc:sldMk cId="1119496881" sldId="268"/>
            <ac:cxnSpMk id="4" creationId="{B7137D72-2DE9-1C15-B5A4-772F7AC9B7B9}"/>
          </ac:cxnSpMkLst>
        </pc:cxnChg>
        <pc:cxnChg chg="add del mod">
          <ac:chgData name="Vincent Straub" userId="cc81dce8-242d-424d-a3c5-7390e8e80d05" providerId="ADAL" clId="{0E96C34D-F066-4D44-8866-B6B98CBDDE83}" dt="2023-05-12T09:06:16.113" v="262"/>
          <ac:cxnSpMkLst>
            <pc:docMk/>
            <pc:sldMk cId="1119496881" sldId="268"/>
            <ac:cxnSpMk id="5" creationId="{640AD97E-9E8E-8FBB-346E-80E18A782C5A}"/>
          </ac:cxnSpMkLst>
        </pc:cxnChg>
        <pc:cxnChg chg="add del mod">
          <ac:chgData name="Vincent Straub" userId="cc81dce8-242d-424d-a3c5-7390e8e80d05" providerId="ADAL" clId="{0E96C34D-F066-4D44-8866-B6B98CBDDE83}" dt="2023-05-12T09:06:16.113" v="262"/>
          <ac:cxnSpMkLst>
            <pc:docMk/>
            <pc:sldMk cId="1119496881" sldId="268"/>
            <ac:cxnSpMk id="7" creationId="{99A24723-B9D5-1722-A3B0-0FC9D041F3F6}"/>
          </ac:cxnSpMkLst>
        </pc:cxnChg>
        <pc:cxnChg chg="add del mod">
          <ac:chgData name="Vincent Straub" userId="cc81dce8-242d-424d-a3c5-7390e8e80d05" providerId="ADAL" clId="{0E96C34D-F066-4D44-8866-B6B98CBDDE83}" dt="2023-05-12T09:06:16.113" v="262"/>
          <ac:cxnSpMkLst>
            <pc:docMk/>
            <pc:sldMk cId="1119496881" sldId="268"/>
            <ac:cxnSpMk id="9" creationId="{778B9ACB-4D37-2619-112F-02EBC00C3087}"/>
          </ac:cxnSpMkLst>
        </pc:cxnChg>
        <pc:cxnChg chg="add del mod">
          <ac:chgData name="Vincent Straub" userId="cc81dce8-242d-424d-a3c5-7390e8e80d05" providerId="ADAL" clId="{0E96C34D-F066-4D44-8866-B6B98CBDDE83}" dt="2023-05-12T09:06:16.113" v="262"/>
          <ac:cxnSpMkLst>
            <pc:docMk/>
            <pc:sldMk cId="1119496881" sldId="268"/>
            <ac:cxnSpMk id="10" creationId="{FCF42A20-D016-8EDA-200C-5222C5E4BEB7}"/>
          </ac:cxnSpMkLst>
        </pc:cxnChg>
        <pc:cxnChg chg="add del mod">
          <ac:chgData name="Vincent Straub" userId="cc81dce8-242d-424d-a3c5-7390e8e80d05" providerId="ADAL" clId="{0E96C34D-F066-4D44-8866-B6B98CBDDE83}" dt="2023-05-12T09:06:16.113" v="262"/>
          <ac:cxnSpMkLst>
            <pc:docMk/>
            <pc:sldMk cId="1119496881" sldId="268"/>
            <ac:cxnSpMk id="11" creationId="{945BC937-008D-E41B-8FE8-2179C05512A4}"/>
          </ac:cxnSpMkLst>
        </pc:cxnChg>
        <pc:cxnChg chg="add del mod">
          <ac:chgData name="Vincent Straub" userId="cc81dce8-242d-424d-a3c5-7390e8e80d05" providerId="ADAL" clId="{0E96C34D-F066-4D44-8866-B6B98CBDDE83}" dt="2023-05-12T09:06:16.113" v="262"/>
          <ac:cxnSpMkLst>
            <pc:docMk/>
            <pc:sldMk cId="1119496881" sldId="268"/>
            <ac:cxnSpMk id="12" creationId="{9C00CD74-D4A9-85BD-CE27-534A6F58153A}"/>
          </ac:cxnSpMkLst>
        </pc:cxnChg>
        <pc:cxnChg chg="add del mod">
          <ac:chgData name="Vincent Straub" userId="cc81dce8-242d-424d-a3c5-7390e8e80d05" providerId="ADAL" clId="{0E96C34D-F066-4D44-8866-B6B98CBDDE83}" dt="2023-05-12T09:06:16.113" v="262"/>
          <ac:cxnSpMkLst>
            <pc:docMk/>
            <pc:sldMk cId="1119496881" sldId="268"/>
            <ac:cxnSpMk id="13" creationId="{4ECBB403-377D-4002-849D-8C9B563DC7CC}"/>
          </ac:cxnSpMkLst>
        </pc:cxnChg>
        <pc:cxnChg chg="add del mod">
          <ac:chgData name="Vincent Straub" userId="cc81dce8-242d-424d-a3c5-7390e8e80d05" providerId="ADAL" clId="{0E96C34D-F066-4D44-8866-B6B98CBDDE83}" dt="2023-05-12T09:06:16.113" v="262"/>
          <ac:cxnSpMkLst>
            <pc:docMk/>
            <pc:sldMk cId="1119496881" sldId="268"/>
            <ac:cxnSpMk id="14" creationId="{84E67709-5773-2F99-6AB8-C31F001FB88E}"/>
          </ac:cxnSpMkLst>
        </pc:cxnChg>
        <pc:cxnChg chg="add del mod">
          <ac:chgData name="Vincent Straub" userId="cc81dce8-242d-424d-a3c5-7390e8e80d05" providerId="ADAL" clId="{0E96C34D-F066-4D44-8866-B6B98CBDDE83}" dt="2023-05-12T09:06:16.113" v="262"/>
          <ac:cxnSpMkLst>
            <pc:docMk/>
            <pc:sldMk cId="1119496881" sldId="268"/>
            <ac:cxnSpMk id="15" creationId="{1771BCB8-C838-87BC-8A9B-B3D4114C6A91}"/>
          </ac:cxnSpMkLst>
        </pc:cxnChg>
        <pc:cxnChg chg="add del mod">
          <ac:chgData name="Vincent Straub" userId="cc81dce8-242d-424d-a3c5-7390e8e80d05" providerId="ADAL" clId="{0E96C34D-F066-4D44-8866-B6B98CBDDE83}" dt="2023-05-12T09:06:16.113" v="262"/>
          <ac:cxnSpMkLst>
            <pc:docMk/>
            <pc:sldMk cId="1119496881" sldId="268"/>
            <ac:cxnSpMk id="16" creationId="{D2EC9E1C-F61F-D207-949F-AA0824B73F67}"/>
          </ac:cxnSpMkLst>
        </pc:cxnChg>
        <pc:cxnChg chg="add del mod">
          <ac:chgData name="Vincent Straub" userId="cc81dce8-242d-424d-a3c5-7390e8e80d05" providerId="ADAL" clId="{0E96C34D-F066-4D44-8866-B6B98CBDDE83}" dt="2023-05-12T09:06:16.113" v="262"/>
          <ac:cxnSpMkLst>
            <pc:docMk/>
            <pc:sldMk cId="1119496881" sldId="268"/>
            <ac:cxnSpMk id="17" creationId="{808FAA4C-7948-943C-0547-A1970BE0CC2C}"/>
          </ac:cxnSpMkLst>
        </pc:cxnChg>
        <pc:cxnChg chg="add del mod">
          <ac:chgData name="Vincent Straub" userId="cc81dce8-242d-424d-a3c5-7390e8e80d05" providerId="ADAL" clId="{0E96C34D-F066-4D44-8866-B6B98CBDDE83}" dt="2023-05-12T09:06:16.113" v="262"/>
          <ac:cxnSpMkLst>
            <pc:docMk/>
            <pc:sldMk cId="1119496881" sldId="268"/>
            <ac:cxnSpMk id="18" creationId="{32692C99-FD3B-32AE-5241-7692BE25051A}"/>
          </ac:cxnSpMkLst>
        </pc:cxnChg>
        <pc:cxnChg chg="add del mod">
          <ac:chgData name="Vincent Straub" userId="cc81dce8-242d-424d-a3c5-7390e8e80d05" providerId="ADAL" clId="{0E96C34D-F066-4D44-8866-B6B98CBDDE83}" dt="2023-05-12T09:06:16.113" v="262"/>
          <ac:cxnSpMkLst>
            <pc:docMk/>
            <pc:sldMk cId="1119496881" sldId="268"/>
            <ac:cxnSpMk id="19" creationId="{CD61853E-723A-3CAB-6435-F4C2D1B058C4}"/>
          </ac:cxnSpMkLst>
        </pc:cxnChg>
        <pc:cxnChg chg="add del mod">
          <ac:chgData name="Vincent Straub" userId="cc81dce8-242d-424d-a3c5-7390e8e80d05" providerId="ADAL" clId="{0E96C34D-F066-4D44-8866-B6B98CBDDE83}" dt="2023-05-12T09:06:16.113" v="262"/>
          <ac:cxnSpMkLst>
            <pc:docMk/>
            <pc:sldMk cId="1119496881" sldId="268"/>
            <ac:cxnSpMk id="20" creationId="{9BF3E4CA-EBB1-81C7-3FB1-2C33B120A418}"/>
          </ac:cxnSpMkLst>
        </pc:cxnChg>
        <pc:cxnChg chg="add del mod">
          <ac:chgData name="Vincent Straub" userId="cc81dce8-242d-424d-a3c5-7390e8e80d05" providerId="ADAL" clId="{0E96C34D-F066-4D44-8866-B6B98CBDDE83}" dt="2023-05-12T09:06:16.113" v="262"/>
          <ac:cxnSpMkLst>
            <pc:docMk/>
            <pc:sldMk cId="1119496881" sldId="268"/>
            <ac:cxnSpMk id="21" creationId="{57055BE6-7058-8036-1388-3E4FA81A9318}"/>
          </ac:cxnSpMkLst>
        </pc:cxnChg>
        <pc:cxnChg chg="add del mod">
          <ac:chgData name="Vincent Straub" userId="cc81dce8-242d-424d-a3c5-7390e8e80d05" providerId="ADAL" clId="{0E96C34D-F066-4D44-8866-B6B98CBDDE83}" dt="2023-05-12T09:06:16.113" v="262"/>
          <ac:cxnSpMkLst>
            <pc:docMk/>
            <pc:sldMk cId="1119496881" sldId="268"/>
            <ac:cxnSpMk id="22" creationId="{28C382A3-2CA6-BE88-2D40-EACBC2E1FB94}"/>
          </ac:cxnSpMkLst>
        </pc:cxnChg>
        <pc:cxnChg chg="add del mod">
          <ac:chgData name="Vincent Straub" userId="cc81dce8-242d-424d-a3c5-7390e8e80d05" providerId="ADAL" clId="{0E96C34D-F066-4D44-8866-B6B98CBDDE83}" dt="2023-05-12T09:06:16.113" v="262"/>
          <ac:cxnSpMkLst>
            <pc:docMk/>
            <pc:sldMk cId="1119496881" sldId="268"/>
            <ac:cxnSpMk id="23" creationId="{C5C1445D-A142-6E25-127F-D1FCD55AED8B}"/>
          </ac:cxnSpMkLst>
        </pc:cxnChg>
        <pc:cxnChg chg="add del mod">
          <ac:chgData name="Vincent Straub" userId="cc81dce8-242d-424d-a3c5-7390e8e80d05" providerId="ADAL" clId="{0E96C34D-F066-4D44-8866-B6B98CBDDE83}" dt="2023-05-12T09:06:16.113" v="262"/>
          <ac:cxnSpMkLst>
            <pc:docMk/>
            <pc:sldMk cId="1119496881" sldId="268"/>
            <ac:cxnSpMk id="24" creationId="{ADAD74AD-BB0E-153D-461F-1EB17D208808}"/>
          </ac:cxnSpMkLst>
        </pc:cxnChg>
        <pc:cxnChg chg="add del mod">
          <ac:chgData name="Vincent Straub" userId="cc81dce8-242d-424d-a3c5-7390e8e80d05" providerId="ADAL" clId="{0E96C34D-F066-4D44-8866-B6B98CBDDE83}" dt="2023-05-12T09:06:16.113" v="262"/>
          <ac:cxnSpMkLst>
            <pc:docMk/>
            <pc:sldMk cId="1119496881" sldId="268"/>
            <ac:cxnSpMk id="25" creationId="{2B2BE327-EBD3-B4C1-D9D4-8BD27E5C96A2}"/>
          </ac:cxnSpMkLst>
        </pc:cxnChg>
        <pc:cxnChg chg="add del mod">
          <ac:chgData name="Vincent Straub" userId="cc81dce8-242d-424d-a3c5-7390e8e80d05" providerId="ADAL" clId="{0E96C34D-F066-4D44-8866-B6B98CBDDE83}" dt="2023-05-12T09:06:16.113" v="262"/>
          <ac:cxnSpMkLst>
            <pc:docMk/>
            <pc:sldMk cId="1119496881" sldId="268"/>
            <ac:cxnSpMk id="26" creationId="{C4E8A3B5-942D-2B41-DCD4-2131B325CDA3}"/>
          </ac:cxnSpMkLst>
        </pc:cxnChg>
        <pc:cxnChg chg="add del mod">
          <ac:chgData name="Vincent Straub" userId="cc81dce8-242d-424d-a3c5-7390e8e80d05" providerId="ADAL" clId="{0E96C34D-F066-4D44-8866-B6B98CBDDE83}" dt="2023-05-12T09:06:16.113" v="262"/>
          <ac:cxnSpMkLst>
            <pc:docMk/>
            <pc:sldMk cId="1119496881" sldId="268"/>
            <ac:cxnSpMk id="27" creationId="{499EF378-3EA3-73F1-F07B-131E889540BC}"/>
          </ac:cxnSpMkLst>
        </pc:cxnChg>
        <pc:cxnChg chg="add del mod">
          <ac:chgData name="Vincent Straub" userId="cc81dce8-242d-424d-a3c5-7390e8e80d05" providerId="ADAL" clId="{0E96C34D-F066-4D44-8866-B6B98CBDDE83}" dt="2023-05-12T09:06:16.113" v="262"/>
          <ac:cxnSpMkLst>
            <pc:docMk/>
            <pc:sldMk cId="1119496881" sldId="268"/>
            <ac:cxnSpMk id="28" creationId="{DB37F6FA-9C11-927A-C006-1D0D94505330}"/>
          </ac:cxnSpMkLst>
        </pc:cxnChg>
        <pc:cxnChg chg="add del mod">
          <ac:chgData name="Vincent Straub" userId="cc81dce8-242d-424d-a3c5-7390e8e80d05" providerId="ADAL" clId="{0E96C34D-F066-4D44-8866-B6B98CBDDE83}" dt="2023-05-12T09:06:16.113" v="262"/>
          <ac:cxnSpMkLst>
            <pc:docMk/>
            <pc:sldMk cId="1119496881" sldId="268"/>
            <ac:cxnSpMk id="29" creationId="{653546C3-BAEA-BA7C-A3E0-8689C25E7C9C}"/>
          </ac:cxnSpMkLst>
        </pc:cxnChg>
        <pc:cxnChg chg="add del mod">
          <ac:chgData name="Vincent Straub" userId="cc81dce8-242d-424d-a3c5-7390e8e80d05" providerId="ADAL" clId="{0E96C34D-F066-4D44-8866-B6B98CBDDE83}" dt="2023-05-12T09:06:16.113" v="262"/>
          <ac:cxnSpMkLst>
            <pc:docMk/>
            <pc:sldMk cId="1119496881" sldId="268"/>
            <ac:cxnSpMk id="30" creationId="{826C8AE4-D52B-EDA4-07A3-28875DC8FA78}"/>
          </ac:cxnSpMkLst>
        </pc:cxnChg>
        <pc:cxnChg chg="add del mod">
          <ac:chgData name="Vincent Straub" userId="cc81dce8-242d-424d-a3c5-7390e8e80d05" providerId="ADAL" clId="{0E96C34D-F066-4D44-8866-B6B98CBDDE83}" dt="2023-05-12T09:06:16.113" v="262"/>
          <ac:cxnSpMkLst>
            <pc:docMk/>
            <pc:sldMk cId="1119496881" sldId="268"/>
            <ac:cxnSpMk id="31" creationId="{316A1AEB-7807-132A-372C-EEDE5360C7B9}"/>
          </ac:cxnSpMkLst>
        </pc:cxnChg>
        <pc:cxnChg chg="add del mod">
          <ac:chgData name="Vincent Straub" userId="cc81dce8-242d-424d-a3c5-7390e8e80d05" providerId="ADAL" clId="{0E96C34D-F066-4D44-8866-B6B98CBDDE83}" dt="2023-05-12T09:06:16.113" v="262"/>
          <ac:cxnSpMkLst>
            <pc:docMk/>
            <pc:sldMk cId="1119496881" sldId="268"/>
            <ac:cxnSpMk id="32" creationId="{807BE6A5-CABB-79B6-9BE7-BACB027EEA2A}"/>
          </ac:cxnSpMkLst>
        </pc:cxnChg>
        <pc:cxnChg chg="add del mod">
          <ac:chgData name="Vincent Straub" userId="cc81dce8-242d-424d-a3c5-7390e8e80d05" providerId="ADAL" clId="{0E96C34D-F066-4D44-8866-B6B98CBDDE83}" dt="2023-05-12T09:06:16.113" v="262"/>
          <ac:cxnSpMkLst>
            <pc:docMk/>
            <pc:sldMk cId="1119496881" sldId="268"/>
            <ac:cxnSpMk id="33" creationId="{572508BA-1B36-87F0-B835-08D0192BDADE}"/>
          </ac:cxnSpMkLst>
        </pc:cxnChg>
        <pc:cxnChg chg="add del mod">
          <ac:chgData name="Vincent Straub" userId="cc81dce8-242d-424d-a3c5-7390e8e80d05" providerId="ADAL" clId="{0E96C34D-F066-4D44-8866-B6B98CBDDE83}" dt="2023-05-12T09:06:16.113" v="262"/>
          <ac:cxnSpMkLst>
            <pc:docMk/>
            <pc:sldMk cId="1119496881" sldId="268"/>
            <ac:cxnSpMk id="34" creationId="{FE7D3DB7-5295-8DFE-D1C6-7B90CCD3DDAC}"/>
          </ac:cxnSpMkLst>
        </pc:cxnChg>
        <pc:cxnChg chg="add del mod">
          <ac:chgData name="Vincent Straub" userId="cc81dce8-242d-424d-a3c5-7390e8e80d05" providerId="ADAL" clId="{0E96C34D-F066-4D44-8866-B6B98CBDDE83}" dt="2023-05-12T09:06:16.113" v="262"/>
          <ac:cxnSpMkLst>
            <pc:docMk/>
            <pc:sldMk cId="1119496881" sldId="268"/>
            <ac:cxnSpMk id="35" creationId="{462FC616-948D-0956-695F-59E19EA1DCE5}"/>
          </ac:cxnSpMkLst>
        </pc:cxnChg>
        <pc:cxnChg chg="add del mod">
          <ac:chgData name="Vincent Straub" userId="cc81dce8-242d-424d-a3c5-7390e8e80d05" providerId="ADAL" clId="{0E96C34D-F066-4D44-8866-B6B98CBDDE83}" dt="2023-05-12T09:06:16.113" v="262"/>
          <ac:cxnSpMkLst>
            <pc:docMk/>
            <pc:sldMk cId="1119496881" sldId="268"/>
            <ac:cxnSpMk id="36" creationId="{237CFB2C-6BE6-A232-10F3-ADF19FD8545C}"/>
          </ac:cxnSpMkLst>
        </pc:cxnChg>
        <pc:cxnChg chg="add del mod">
          <ac:chgData name="Vincent Straub" userId="cc81dce8-242d-424d-a3c5-7390e8e80d05" providerId="ADAL" clId="{0E96C34D-F066-4D44-8866-B6B98CBDDE83}" dt="2023-05-12T09:06:16.113" v="262"/>
          <ac:cxnSpMkLst>
            <pc:docMk/>
            <pc:sldMk cId="1119496881" sldId="268"/>
            <ac:cxnSpMk id="37" creationId="{A6EAE489-A794-0D75-1884-03D8E3ED4ADC}"/>
          </ac:cxnSpMkLst>
        </pc:cxnChg>
        <pc:cxnChg chg="add del mod">
          <ac:chgData name="Vincent Straub" userId="cc81dce8-242d-424d-a3c5-7390e8e80d05" providerId="ADAL" clId="{0E96C34D-F066-4D44-8866-B6B98CBDDE83}" dt="2023-05-12T09:06:16.113" v="262"/>
          <ac:cxnSpMkLst>
            <pc:docMk/>
            <pc:sldMk cId="1119496881" sldId="268"/>
            <ac:cxnSpMk id="38" creationId="{83C1CA4D-BF56-52DC-A972-8A5A39047733}"/>
          </ac:cxnSpMkLst>
        </pc:cxnChg>
        <pc:cxnChg chg="add del mod">
          <ac:chgData name="Vincent Straub" userId="cc81dce8-242d-424d-a3c5-7390e8e80d05" providerId="ADAL" clId="{0E96C34D-F066-4D44-8866-B6B98CBDDE83}" dt="2023-05-12T09:06:16.113" v="262"/>
          <ac:cxnSpMkLst>
            <pc:docMk/>
            <pc:sldMk cId="1119496881" sldId="268"/>
            <ac:cxnSpMk id="39" creationId="{74C83D55-8C3D-23CA-81B3-715FA161A644}"/>
          </ac:cxnSpMkLst>
        </pc:cxnChg>
        <pc:cxnChg chg="add del mod">
          <ac:chgData name="Vincent Straub" userId="cc81dce8-242d-424d-a3c5-7390e8e80d05" providerId="ADAL" clId="{0E96C34D-F066-4D44-8866-B6B98CBDDE83}" dt="2023-05-12T09:06:16.113" v="262"/>
          <ac:cxnSpMkLst>
            <pc:docMk/>
            <pc:sldMk cId="1119496881" sldId="268"/>
            <ac:cxnSpMk id="40" creationId="{67B74957-4416-F76C-20E7-3A2099A88397}"/>
          </ac:cxnSpMkLst>
        </pc:cxnChg>
        <pc:cxnChg chg="add del mod">
          <ac:chgData name="Vincent Straub" userId="cc81dce8-242d-424d-a3c5-7390e8e80d05" providerId="ADAL" clId="{0E96C34D-F066-4D44-8866-B6B98CBDDE83}" dt="2023-05-12T09:06:16.113" v="262"/>
          <ac:cxnSpMkLst>
            <pc:docMk/>
            <pc:sldMk cId="1119496881" sldId="268"/>
            <ac:cxnSpMk id="41" creationId="{686FAE3C-2E51-463E-D532-D66F1AFB3464}"/>
          </ac:cxnSpMkLst>
        </pc:cxnChg>
        <pc:cxnChg chg="add del mod">
          <ac:chgData name="Vincent Straub" userId="cc81dce8-242d-424d-a3c5-7390e8e80d05" providerId="ADAL" clId="{0E96C34D-F066-4D44-8866-B6B98CBDDE83}" dt="2023-05-12T09:06:16.113" v="262"/>
          <ac:cxnSpMkLst>
            <pc:docMk/>
            <pc:sldMk cId="1119496881" sldId="268"/>
            <ac:cxnSpMk id="42" creationId="{2186FD91-2924-5E12-CBDB-FB1DCA4E5D32}"/>
          </ac:cxnSpMkLst>
        </pc:cxnChg>
        <pc:cxnChg chg="add del mod">
          <ac:chgData name="Vincent Straub" userId="cc81dce8-242d-424d-a3c5-7390e8e80d05" providerId="ADAL" clId="{0E96C34D-F066-4D44-8866-B6B98CBDDE83}" dt="2023-05-12T09:06:16.113" v="262"/>
          <ac:cxnSpMkLst>
            <pc:docMk/>
            <pc:sldMk cId="1119496881" sldId="268"/>
            <ac:cxnSpMk id="43" creationId="{A815DE35-4774-F7E1-A8E9-5EAB4CE94A96}"/>
          </ac:cxnSpMkLst>
        </pc:cxnChg>
        <pc:cxnChg chg="add del mod">
          <ac:chgData name="Vincent Straub" userId="cc81dce8-242d-424d-a3c5-7390e8e80d05" providerId="ADAL" clId="{0E96C34D-F066-4D44-8866-B6B98CBDDE83}" dt="2023-05-12T09:06:16.113" v="262"/>
          <ac:cxnSpMkLst>
            <pc:docMk/>
            <pc:sldMk cId="1119496881" sldId="268"/>
            <ac:cxnSpMk id="44" creationId="{08AE66A7-EA07-40C3-0018-052362DF280A}"/>
          </ac:cxnSpMkLst>
        </pc:cxnChg>
        <pc:cxnChg chg="add del mod">
          <ac:chgData name="Vincent Straub" userId="cc81dce8-242d-424d-a3c5-7390e8e80d05" providerId="ADAL" clId="{0E96C34D-F066-4D44-8866-B6B98CBDDE83}" dt="2023-05-12T09:06:16.113" v="262"/>
          <ac:cxnSpMkLst>
            <pc:docMk/>
            <pc:sldMk cId="1119496881" sldId="268"/>
            <ac:cxnSpMk id="45" creationId="{9EB83781-F54A-4AC6-42B3-7B0E48BAB5CE}"/>
          </ac:cxnSpMkLst>
        </pc:cxnChg>
        <pc:cxnChg chg="add del mod">
          <ac:chgData name="Vincent Straub" userId="cc81dce8-242d-424d-a3c5-7390e8e80d05" providerId="ADAL" clId="{0E96C34D-F066-4D44-8866-B6B98CBDDE83}" dt="2023-05-12T09:06:16.113" v="262"/>
          <ac:cxnSpMkLst>
            <pc:docMk/>
            <pc:sldMk cId="1119496881" sldId="268"/>
            <ac:cxnSpMk id="46" creationId="{3EF28D7B-A712-83C2-B077-61C1FCAD3D76}"/>
          </ac:cxnSpMkLst>
        </pc:cxnChg>
        <pc:cxnChg chg="mod">
          <ac:chgData name="Vincent Straub" userId="cc81dce8-242d-424d-a3c5-7390e8e80d05" providerId="ADAL" clId="{0E96C34D-F066-4D44-8866-B6B98CBDDE83}" dt="2023-05-12T09:06:14.238" v="261"/>
          <ac:cxnSpMkLst>
            <pc:docMk/>
            <pc:sldMk cId="1119496881" sldId="268"/>
            <ac:cxnSpMk id="61" creationId="{A68B7C7F-0CA6-B9FC-9F84-7B4D73B764CB}"/>
          </ac:cxnSpMkLst>
        </pc:cxnChg>
        <pc:cxnChg chg="mod">
          <ac:chgData name="Vincent Straub" userId="cc81dce8-242d-424d-a3c5-7390e8e80d05" providerId="ADAL" clId="{0E96C34D-F066-4D44-8866-B6B98CBDDE83}" dt="2023-05-12T09:06:14.238" v="261"/>
          <ac:cxnSpMkLst>
            <pc:docMk/>
            <pc:sldMk cId="1119496881" sldId="268"/>
            <ac:cxnSpMk id="62" creationId="{1FC5799A-C8A1-A44D-C53E-B8E9E1F536DE}"/>
          </ac:cxnSpMkLst>
        </pc:cxnChg>
        <pc:cxnChg chg="mod">
          <ac:chgData name="Vincent Straub" userId="cc81dce8-242d-424d-a3c5-7390e8e80d05" providerId="ADAL" clId="{0E96C34D-F066-4D44-8866-B6B98CBDDE83}" dt="2023-05-12T09:06:14.238" v="261"/>
          <ac:cxnSpMkLst>
            <pc:docMk/>
            <pc:sldMk cId="1119496881" sldId="268"/>
            <ac:cxnSpMk id="63" creationId="{B98DAAF4-941A-D975-F3EC-CC57DB7F0731}"/>
          </ac:cxnSpMkLst>
        </pc:cxnChg>
        <pc:cxnChg chg="mod">
          <ac:chgData name="Vincent Straub" userId="cc81dce8-242d-424d-a3c5-7390e8e80d05" providerId="ADAL" clId="{0E96C34D-F066-4D44-8866-B6B98CBDDE83}" dt="2023-05-12T09:06:14.238" v="261"/>
          <ac:cxnSpMkLst>
            <pc:docMk/>
            <pc:sldMk cId="1119496881" sldId="268"/>
            <ac:cxnSpMk id="64" creationId="{DF39E4FE-5A0A-35F3-F504-374C9BB60419}"/>
          </ac:cxnSpMkLst>
        </pc:cxnChg>
        <pc:cxnChg chg="mod">
          <ac:chgData name="Vincent Straub" userId="cc81dce8-242d-424d-a3c5-7390e8e80d05" providerId="ADAL" clId="{0E96C34D-F066-4D44-8866-B6B98CBDDE83}" dt="2023-05-12T09:06:14.238" v="261"/>
          <ac:cxnSpMkLst>
            <pc:docMk/>
            <pc:sldMk cId="1119496881" sldId="268"/>
            <ac:cxnSpMk id="65" creationId="{0981CE58-B5FB-5D5C-7D37-09A01D49FE0A}"/>
          </ac:cxnSpMkLst>
        </pc:cxnChg>
        <pc:cxnChg chg="mod">
          <ac:chgData name="Vincent Straub" userId="cc81dce8-242d-424d-a3c5-7390e8e80d05" providerId="ADAL" clId="{0E96C34D-F066-4D44-8866-B6B98CBDDE83}" dt="2023-05-12T09:06:14.238" v="261"/>
          <ac:cxnSpMkLst>
            <pc:docMk/>
            <pc:sldMk cId="1119496881" sldId="268"/>
            <ac:cxnSpMk id="66" creationId="{036FC6D0-D0F2-DE09-808F-59ECC806CF81}"/>
          </ac:cxnSpMkLst>
        </pc:cxnChg>
        <pc:cxnChg chg="mod">
          <ac:chgData name="Vincent Straub" userId="cc81dce8-242d-424d-a3c5-7390e8e80d05" providerId="ADAL" clId="{0E96C34D-F066-4D44-8866-B6B98CBDDE83}" dt="2023-05-12T09:06:14.238" v="261"/>
          <ac:cxnSpMkLst>
            <pc:docMk/>
            <pc:sldMk cId="1119496881" sldId="268"/>
            <ac:cxnSpMk id="67" creationId="{9013FD66-5BAA-07F4-6658-55BA7D3F2290}"/>
          </ac:cxnSpMkLst>
        </pc:cxnChg>
        <pc:cxnChg chg="mod">
          <ac:chgData name="Vincent Straub" userId="cc81dce8-242d-424d-a3c5-7390e8e80d05" providerId="ADAL" clId="{0E96C34D-F066-4D44-8866-B6B98CBDDE83}" dt="2023-05-12T09:06:14.238" v="261"/>
          <ac:cxnSpMkLst>
            <pc:docMk/>
            <pc:sldMk cId="1119496881" sldId="268"/>
            <ac:cxnSpMk id="68" creationId="{006B7ECC-9DFE-3E52-FFEB-71978A287EAF}"/>
          </ac:cxnSpMkLst>
        </pc:cxnChg>
        <pc:cxnChg chg="mod">
          <ac:chgData name="Vincent Straub" userId="cc81dce8-242d-424d-a3c5-7390e8e80d05" providerId="ADAL" clId="{0E96C34D-F066-4D44-8866-B6B98CBDDE83}" dt="2023-05-12T09:06:14.238" v="261"/>
          <ac:cxnSpMkLst>
            <pc:docMk/>
            <pc:sldMk cId="1119496881" sldId="268"/>
            <ac:cxnSpMk id="69" creationId="{6D3092F1-3FD8-C1F4-EC85-577DC9C88C45}"/>
          </ac:cxnSpMkLst>
        </pc:cxnChg>
        <pc:cxnChg chg="mod">
          <ac:chgData name="Vincent Straub" userId="cc81dce8-242d-424d-a3c5-7390e8e80d05" providerId="ADAL" clId="{0E96C34D-F066-4D44-8866-B6B98CBDDE83}" dt="2023-05-12T09:06:14.238" v="261"/>
          <ac:cxnSpMkLst>
            <pc:docMk/>
            <pc:sldMk cId="1119496881" sldId="268"/>
            <ac:cxnSpMk id="70" creationId="{E7A0219F-239C-9D9F-5AC0-A659EAEFCD1D}"/>
          </ac:cxnSpMkLst>
        </pc:cxnChg>
        <pc:cxnChg chg="mod">
          <ac:chgData name="Vincent Straub" userId="cc81dce8-242d-424d-a3c5-7390e8e80d05" providerId="ADAL" clId="{0E96C34D-F066-4D44-8866-B6B98CBDDE83}" dt="2023-05-12T09:06:14.238" v="261"/>
          <ac:cxnSpMkLst>
            <pc:docMk/>
            <pc:sldMk cId="1119496881" sldId="268"/>
            <ac:cxnSpMk id="71" creationId="{EDAFDB04-C48E-5C0E-AB52-D9198B1881FB}"/>
          </ac:cxnSpMkLst>
        </pc:cxnChg>
        <pc:cxnChg chg="mod">
          <ac:chgData name="Vincent Straub" userId="cc81dce8-242d-424d-a3c5-7390e8e80d05" providerId="ADAL" clId="{0E96C34D-F066-4D44-8866-B6B98CBDDE83}" dt="2023-05-12T09:06:14.238" v="261"/>
          <ac:cxnSpMkLst>
            <pc:docMk/>
            <pc:sldMk cId="1119496881" sldId="268"/>
            <ac:cxnSpMk id="73" creationId="{91D8A8BF-9C1F-E51A-9C33-147C0442FEAB}"/>
          </ac:cxnSpMkLst>
        </pc:cxnChg>
        <pc:cxnChg chg="add del mod">
          <ac:chgData name="Vincent Straub" userId="cc81dce8-242d-424d-a3c5-7390e8e80d05" providerId="ADAL" clId="{0E96C34D-F066-4D44-8866-B6B98CBDDE83}" dt="2023-05-12T09:06:16.113" v="262"/>
          <ac:cxnSpMkLst>
            <pc:docMk/>
            <pc:sldMk cId="1119496881" sldId="268"/>
            <ac:cxnSpMk id="81" creationId="{59708D28-4320-702C-6AB8-73EF00D7E8EB}"/>
          </ac:cxnSpMkLst>
        </pc:cxnChg>
        <pc:cxnChg chg="add del mod">
          <ac:chgData name="Vincent Straub" userId="cc81dce8-242d-424d-a3c5-7390e8e80d05" providerId="ADAL" clId="{0E96C34D-F066-4D44-8866-B6B98CBDDE83}" dt="2023-05-12T09:06:16.113" v="262"/>
          <ac:cxnSpMkLst>
            <pc:docMk/>
            <pc:sldMk cId="1119496881" sldId="268"/>
            <ac:cxnSpMk id="82" creationId="{2A04DEAB-40B3-2C06-8605-E86D90BCD841}"/>
          </ac:cxnSpMkLst>
        </pc:cxnChg>
        <pc:cxnChg chg="add del mod">
          <ac:chgData name="Vincent Straub" userId="cc81dce8-242d-424d-a3c5-7390e8e80d05" providerId="ADAL" clId="{0E96C34D-F066-4D44-8866-B6B98CBDDE83}" dt="2023-05-12T09:06:16.113" v="262"/>
          <ac:cxnSpMkLst>
            <pc:docMk/>
            <pc:sldMk cId="1119496881" sldId="268"/>
            <ac:cxnSpMk id="83" creationId="{2082DE06-96C3-B6D0-B857-936CA2C373BB}"/>
          </ac:cxnSpMkLst>
        </pc:cxnChg>
        <pc:cxnChg chg="add del mod">
          <ac:chgData name="Vincent Straub" userId="cc81dce8-242d-424d-a3c5-7390e8e80d05" providerId="ADAL" clId="{0E96C34D-F066-4D44-8866-B6B98CBDDE83}" dt="2023-05-12T09:06:16.113" v="262"/>
          <ac:cxnSpMkLst>
            <pc:docMk/>
            <pc:sldMk cId="1119496881" sldId="268"/>
            <ac:cxnSpMk id="84" creationId="{F39246DF-914D-6F38-40F0-678E0A0A5DAE}"/>
          </ac:cxnSpMkLst>
        </pc:cxnChg>
        <pc:cxnChg chg="add del mod">
          <ac:chgData name="Vincent Straub" userId="cc81dce8-242d-424d-a3c5-7390e8e80d05" providerId="ADAL" clId="{0E96C34D-F066-4D44-8866-B6B98CBDDE83}" dt="2023-05-12T09:06:16.113" v="262"/>
          <ac:cxnSpMkLst>
            <pc:docMk/>
            <pc:sldMk cId="1119496881" sldId="268"/>
            <ac:cxnSpMk id="85" creationId="{9896D4CB-F80C-71E5-41BF-9989960C5F9F}"/>
          </ac:cxnSpMkLst>
        </pc:cxnChg>
        <pc:cxnChg chg="add del mod">
          <ac:chgData name="Vincent Straub" userId="cc81dce8-242d-424d-a3c5-7390e8e80d05" providerId="ADAL" clId="{0E96C34D-F066-4D44-8866-B6B98CBDDE83}" dt="2023-05-12T09:06:16.113" v="262"/>
          <ac:cxnSpMkLst>
            <pc:docMk/>
            <pc:sldMk cId="1119496881" sldId="268"/>
            <ac:cxnSpMk id="86" creationId="{D62D9B59-4BF5-CEC8-5B75-42541FC11165}"/>
          </ac:cxnSpMkLst>
        </pc:cxnChg>
        <pc:cxnChg chg="add del mod">
          <ac:chgData name="Vincent Straub" userId="cc81dce8-242d-424d-a3c5-7390e8e80d05" providerId="ADAL" clId="{0E96C34D-F066-4D44-8866-B6B98CBDDE83}" dt="2023-05-12T09:06:16.113" v="262"/>
          <ac:cxnSpMkLst>
            <pc:docMk/>
            <pc:sldMk cId="1119496881" sldId="268"/>
            <ac:cxnSpMk id="87" creationId="{32795795-8BE0-BE91-85F1-D66519526CAD}"/>
          </ac:cxnSpMkLst>
        </pc:cxnChg>
        <pc:cxnChg chg="add del mod">
          <ac:chgData name="Vincent Straub" userId="cc81dce8-242d-424d-a3c5-7390e8e80d05" providerId="ADAL" clId="{0E96C34D-F066-4D44-8866-B6B98CBDDE83}" dt="2023-05-12T09:06:16.113" v="262"/>
          <ac:cxnSpMkLst>
            <pc:docMk/>
            <pc:sldMk cId="1119496881" sldId="268"/>
            <ac:cxnSpMk id="89" creationId="{C5697D86-82DF-208E-F8C3-C12229EDC543}"/>
          </ac:cxnSpMkLst>
        </pc:cxnChg>
        <pc:cxnChg chg="add del mod">
          <ac:chgData name="Vincent Straub" userId="cc81dce8-242d-424d-a3c5-7390e8e80d05" providerId="ADAL" clId="{0E96C34D-F066-4D44-8866-B6B98CBDDE83}" dt="2023-05-12T09:06:16.113" v="262"/>
          <ac:cxnSpMkLst>
            <pc:docMk/>
            <pc:sldMk cId="1119496881" sldId="268"/>
            <ac:cxnSpMk id="97" creationId="{6A601E33-766C-1F28-0626-DC89FC005946}"/>
          </ac:cxnSpMkLst>
        </pc:cxnChg>
        <pc:cxnChg chg="add del mod">
          <ac:chgData name="Vincent Straub" userId="cc81dce8-242d-424d-a3c5-7390e8e80d05" providerId="ADAL" clId="{0E96C34D-F066-4D44-8866-B6B98CBDDE83}" dt="2023-05-12T09:06:16.113" v="262"/>
          <ac:cxnSpMkLst>
            <pc:docMk/>
            <pc:sldMk cId="1119496881" sldId="268"/>
            <ac:cxnSpMk id="98" creationId="{3292CF74-3FE2-C271-166A-F35C6AF83144}"/>
          </ac:cxnSpMkLst>
        </pc:cxnChg>
        <pc:cxnChg chg="add del mod">
          <ac:chgData name="Vincent Straub" userId="cc81dce8-242d-424d-a3c5-7390e8e80d05" providerId="ADAL" clId="{0E96C34D-F066-4D44-8866-B6B98CBDDE83}" dt="2023-05-12T09:06:16.113" v="262"/>
          <ac:cxnSpMkLst>
            <pc:docMk/>
            <pc:sldMk cId="1119496881" sldId="268"/>
            <ac:cxnSpMk id="101" creationId="{9180AE7C-BA22-E253-412A-92320E059EE3}"/>
          </ac:cxnSpMkLst>
        </pc:cxnChg>
        <pc:cxnChg chg="add del mod">
          <ac:chgData name="Vincent Straub" userId="cc81dce8-242d-424d-a3c5-7390e8e80d05" providerId="ADAL" clId="{0E96C34D-F066-4D44-8866-B6B98CBDDE83}" dt="2023-05-12T09:06:16.113" v="262"/>
          <ac:cxnSpMkLst>
            <pc:docMk/>
            <pc:sldMk cId="1119496881" sldId="268"/>
            <ac:cxnSpMk id="102" creationId="{5B0F2D2D-03A5-EC22-6CD1-CED9E3083ED7}"/>
          </ac:cxnSpMkLst>
        </pc:cxnChg>
        <pc:cxnChg chg="add del mod">
          <ac:chgData name="Vincent Straub" userId="cc81dce8-242d-424d-a3c5-7390e8e80d05" providerId="ADAL" clId="{0E96C34D-F066-4D44-8866-B6B98CBDDE83}" dt="2023-05-12T09:06:16.113" v="262"/>
          <ac:cxnSpMkLst>
            <pc:docMk/>
            <pc:sldMk cId="1119496881" sldId="268"/>
            <ac:cxnSpMk id="103" creationId="{4F5DBE77-9FE0-8D3A-9853-54EC144985CC}"/>
          </ac:cxnSpMkLst>
        </pc:cxnChg>
        <pc:cxnChg chg="add del mod">
          <ac:chgData name="Vincent Straub" userId="cc81dce8-242d-424d-a3c5-7390e8e80d05" providerId="ADAL" clId="{0E96C34D-F066-4D44-8866-B6B98CBDDE83}" dt="2023-05-12T09:06:16.113" v="262"/>
          <ac:cxnSpMkLst>
            <pc:docMk/>
            <pc:sldMk cId="1119496881" sldId="268"/>
            <ac:cxnSpMk id="104" creationId="{745381A4-5DFC-5BE6-DA07-8441D0CF0572}"/>
          </ac:cxnSpMkLst>
        </pc:cxnChg>
        <pc:cxnChg chg="add del mod">
          <ac:chgData name="Vincent Straub" userId="cc81dce8-242d-424d-a3c5-7390e8e80d05" providerId="ADAL" clId="{0E96C34D-F066-4D44-8866-B6B98CBDDE83}" dt="2023-05-12T09:06:16.113" v="262"/>
          <ac:cxnSpMkLst>
            <pc:docMk/>
            <pc:sldMk cId="1119496881" sldId="268"/>
            <ac:cxnSpMk id="105" creationId="{B4225546-4250-D2B5-11F5-B78CE2940B69}"/>
          </ac:cxnSpMkLst>
        </pc:cxnChg>
        <pc:cxnChg chg="add del mod">
          <ac:chgData name="Vincent Straub" userId="cc81dce8-242d-424d-a3c5-7390e8e80d05" providerId="ADAL" clId="{0E96C34D-F066-4D44-8866-B6B98CBDDE83}" dt="2023-05-12T09:06:16.113" v="262"/>
          <ac:cxnSpMkLst>
            <pc:docMk/>
            <pc:sldMk cId="1119496881" sldId="268"/>
            <ac:cxnSpMk id="106" creationId="{33A57C55-C593-F80F-BA02-3273AF1B5081}"/>
          </ac:cxnSpMkLst>
        </pc:cxnChg>
        <pc:cxnChg chg="add del mod">
          <ac:chgData name="Vincent Straub" userId="cc81dce8-242d-424d-a3c5-7390e8e80d05" providerId="ADAL" clId="{0E96C34D-F066-4D44-8866-B6B98CBDDE83}" dt="2023-05-12T09:06:16.113" v="262"/>
          <ac:cxnSpMkLst>
            <pc:docMk/>
            <pc:sldMk cId="1119496881" sldId="268"/>
            <ac:cxnSpMk id="107" creationId="{D25062E3-FEFC-E60F-95C8-F4D633BC5A23}"/>
          </ac:cxnSpMkLst>
        </pc:cxnChg>
        <pc:cxnChg chg="add del mod">
          <ac:chgData name="Vincent Straub" userId="cc81dce8-242d-424d-a3c5-7390e8e80d05" providerId="ADAL" clId="{0E96C34D-F066-4D44-8866-B6B98CBDDE83}" dt="2023-05-12T09:06:16.113" v="262"/>
          <ac:cxnSpMkLst>
            <pc:docMk/>
            <pc:sldMk cId="1119496881" sldId="268"/>
            <ac:cxnSpMk id="108" creationId="{A4C42334-5832-3F01-7502-CD22FDD3085E}"/>
          </ac:cxnSpMkLst>
        </pc:cxnChg>
        <pc:cxnChg chg="add del mod">
          <ac:chgData name="Vincent Straub" userId="cc81dce8-242d-424d-a3c5-7390e8e80d05" providerId="ADAL" clId="{0E96C34D-F066-4D44-8866-B6B98CBDDE83}" dt="2023-05-12T09:06:16.113" v="262"/>
          <ac:cxnSpMkLst>
            <pc:docMk/>
            <pc:sldMk cId="1119496881" sldId="268"/>
            <ac:cxnSpMk id="109" creationId="{E441DC94-B15D-38C6-B8BE-C709AF413437}"/>
          </ac:cxnSpMkLst>
        </pc:cxnChg>
        <pc:cxnChg chg="add del mod">
          <ac:chgData name="Vincent Straub" userId="cc81dce8-242d-424d-a3c5-7390e8e80d05" providerId="ADAL" clId="{0E96C34D-F066-4D44-8866-B6B98CBDDE83}" dt="2023-05-12T09:06:16.113" v="262"/>
          <ac:cxnSpMkLst>
            <pc:docMk/>
            <pc:sldMk cId="1119496881" sldId="268"/>
            <ac:cxnSpMk id="110" creationId="{00B1D43A-5209-8B5B-357A-2D9D5F7AE7B0}"/>
          </ac:cxnSpMkLst>
        </pc:cxnChg>
        <pc:cxnChg chg="add del mod">
          <ac:chgData name="Vincent Straub" userId="cc81dce8-242d-424d-a3c5-7390e8e80d05" providerId="ADAL" clId="{0E96C34D-F066-4D44-8866-B6B98CBDDE83}" dt="2023-05-12T09:06:16.113" v="262"/>
          <ac:cxnSpMkLst>
            <pc:docMk/>
            <pc:sldMk cId="1119496881" sldId="268"/>
            <ac:cxnSpMk id="111" creationId="{A365B7AA-20AD-CD1E-DFA9-A1107BEFE3FD}"/>
          </ac:cxnSpMkLst>
        </pc:cxnChg>
        <pc:cxnChg chg="add del mod">
          <ac:chgData name="Vincent Straub" userId="cc81dce8-242d-424d-a3c5-7390e8e80d05" providerId="ADAL" clId="{0E96C34D-F066-4D44-8866-B6B98CBDDE83}" dt="2023-05-12T09:06:16.113" v="262"/>
          <ac:cxnSpMkLst>
            <pc:docMk/>
            <pc:sldMk cId="1119496881" sldId="268"/>
            <ac:cxnSpMk id="112" creationId="{5A6D9875-AF2D-614A-73FB-8CBBB180B8E1}"/>
          </ac:cxnSpMkLst>
        </pc:cxnChg>
        <pc:cxnChg chg="add del mod">
          <ac:chgData name="Vincent Straub" userId="cc81dce8-242d-424d-a3c5-7390e8e80d05" providerId="ADAL" clId="{0E96C34D-F066-4D44-8866-B6B98CBDDE83}" dt="2023-05-12T09:06:16.113" v="262"/>
          <ac:cxnSpMkLst>
            <pc:docMk/>
            <pc:sldMk cId="1119496881" sldId="268"/>
            <ac:cxnSpMk id="113" creationId="{652C578B-FA3A-8C9A-A027-7646078B989D}"/>
          </ac:cxnSpMkLst>
        </pc:cxnChg>
        <pc:cxnChg chg="add del mod">
          <ac:chgData name="Vincent Straub" userId="cc81dce8-242d-424d-a3c5-7390e8e80d05" providerId="ADAL" clId="{0E96C34D-F066-4D44-8866-B6B98CBDDE83}" dt="2023-05-12T09:06:16.113" v="262"/>
          <ac:cxnSpMkLst>
            <pc:docMk/>
            <pc:sldMk cId="1119496881" sldId="268"/>
            <ac:cxnSpMk id="114" creationId="{A70A02BA-4B5F-FA47-7A46-3B95BA40EFFD}"/>
          </ac:cxnSpMkLst>
        </pc:cxnChg>
        <pc:cxnChg chg="add del mod">
          <ac:chgData name="Vincent Straub" userId="cc81dce8-242d-424d-a3c5-7390e8e80d05" providerId="ADAL" clId="{0E96C34D-F066-4D44-8866-B6B98CBDDE83}" dt="2023-05-12T09:06:16.113" v="262"/>
          <ac:cxnSpMkLst>
            <pc:docMk/>
            <pc:sldMk cId="1119496881" sldId="268"/>
            <ac:cxnSpMk id="115" creationId="{4FA5E7C1-6E9E-20BF-2C30-D92EA44B8245}"/>
          </ac:cxnSpMkLst>
        </pc:cxnChg>
        <pc:cxnChg chg="add del mod">
          <ac:chgData name="Vincent Straub" userId="cc81dce8-242d-424d-a3c5-7390e8e80d05" providerId="ADAL" clId="{0E96C34D-F066-4D44-8866-B6B98CBDDE83}" dt="2023-05-12T09:06:16.113" v="262"/>
          <ac:cxnSpMkLst>
            <pc:docMk/>
            <pc:sldMk cId="1119496881" sldId="268"/>
            <ac:cxnSpMk id="116" creationId="{5363365C-A6FC-75B8-588E-75537B161243}"/>
          </ac:cxnSpMkLst>
        </pc:cxnChg>
        <pc:cxnChg chg="add del mod">
          <ac:chgData name="Vincent Straub" userId="cc81dce8-242d-424d-a3c5-7390e8e80d05" providerId="ADAL" clId="{0E96C34D-F066-4D44-8866-B6B98CBDDE83}" dt="2023-05-12T09:06:16.113" v="262"/>
          <ac:cxnSpMkLst>
            <pc:docMk/>
            <pc:sldMk cId="1119496881" sldId="268"/>
            <ac:cxnSpMk id="117" creationId="{DBB7D00A-7F8B-92D4-BE68-C821A7ED29BD}"/>
          </ac:cxnSpMkLst>
        </pc:cxnChg>
        <pc:cxnChg chg="add del mod">
          <ac:chgData name="Vincent Straub" userId="cc81dce8-242d-424d-a3c5-7390e8e80d05" providerId="ADAL" clId="{0E96C34D-F066-4D44-8866-B6B98CBDDE83}" dt="2023-05-12T09:06:16.113" v="262"/>
          <ac:cxnSpMkLst>
            <pc:docMk/>
            <pc:sldMk cId="1119496881" sldId="268"/>
            <ac:cxnSpMk id="118" creationId="{FAE61593-E043-4581-A14A-46A98AEC4605}"/>
          </ac:cxnSpMkLst>
        </pc:cxnChg>
        <pc:cxnChg chg="add del mod">
          <ac:chgData name="Vincent Straub" userId="cc81dce8-242d-424d-a3c5-7390e8e80d05" providerId="ADAL" clId="{0E96C34D-F066-4D44-8866-B6B98CBDDE83}" dt="2023-05-12T09:06:16.113" v="262"/>
          <ac:cxnSpMkLst>
            <pc:docMk/>
            <pc:sldMk cId="1119496881" sldId="268"/>
            <ac:cxnSpMk id="119" creationId="{5F7CBC83-B09A-F114-EF4E-357177B414E1}"/>
          </ac:cxnSpMkLst>
        </pc:cxnChg>
        <pc:cxnChg chg="add del mod">
          <ac:chgData name="Vincent Straub" userId="cc81dce8-242d-424d-a3c5-7390e8e80d05" providerId="ADAL" clId="{0E96C34D-F066-4D44-8866-B6B98CBDDE83}" dt="2023-05-12T09:06:16.113" v="262"/>
          <ac:cxnSpMkLst>
            <pc:docMk/>
            <pc:sldMk cId="1119496881" sldId="268"/>
            <ac:cxnSpMk id="120" creationId="{6FC4FC61-2D83-8463-1B22-F24843D16954}"/>
          </ac:cxnSpMkLst>
        </pc:cxnChg>
        <pc:cxnChg chg="add del mod">
          <ac:chgData name="Vincent Straub" userId="cc81dce8-242d-424d-a3c5-7390e8e80d05" providerId="ADAL" clId="{0E96C34D-F066-4D44-8866-B6B98CBDDE83}" dt="2023-05-12T09:06:16.113" v="262"/>
          <ac:cxnSpMkLst>
            <pc:docMk/>
            <pc:sldMk cId="1119496881" sldId="268"/>
            <ac:cxnSpMk id="121" creationId="{FE7403AC-CF77-A7D1-BAEF-8F9356A3E373}"/>
          </ac:cxnSpMkLst>
        </pc:cxnChg>
        <pc:cxnChg chg="add del mod">
          <ac:chgData name="Vincent Straub" userId="cc81dce8-242d-424d-a3c5-7390e8e80d05" providerId="ADAL" clId="{0E96C34D-F066-4D44-8866-B6B98CBDDE83}" dt="2023-05-12T09:06:16.113" v="262"/>
          <ac:cxnSpMkLst>
            <pc:docMk/>
            <pc:sldMk cId="1119496881" sldId="268"/>
            <ac:cxnSpMk id="122" creationId="{0DA92DFD-8AA6-C344-A617-930D484D14E0}"/>
          </ac:cxnSpMkLst>
        </pc:cxnChg>
        <pc:cxnChg chg="add del mod">
          <ac:chgData name="Vincent Straub" userId="cc81dce8-242d-424d-a3c5-7390e8e80d05" providerId="ADAL" clId="{0E96C34D-F066-4D44-8866-B6B98CBDDE83}" dt="2023-05-12T09:06:16.113" v="262"/>
          <ac:cxnSpMkLst>
            <pc:docMk/>
            <pc:sldMk cId="1119496881" sldId="268"/>
            <ac:cxnSpMk id="123" creationId="{EC17607C-D929-0221-C736-C50D0FC4DB9B}"/>
          </ac:cxnSpMkLst>
        </pc:cxnChg>
        <pc:cxnChg chg="add del mod">
          <ac:chgData name="Vincent Straub" userId="cc81dce8-242d-424d-a3c5-7390e8e80d05" providerId="ADAL" clId="{0E96C34D-F066-4D44-8866-B6B98CBDDE83}" dt="2023-05-12T09:06:16.113" v="262"/>
          <ac:cxnSpMkLst>
            <pc:docMk/>
            <pc:sldMk cId="1119496881" sldId="268"/>
            <ac:cxnSpMk id="124" creationId="{6A794C81-F96A-6177-C206-683FB6F4C5BE}"/>
          </ac:cxnSpMkLst>
        </pc:cxnChg>
        <pc:cxnChg chg="add del mod">
          <ac:chgData name="Vincent Straub" userId="cc81dce8-242d-424d-a3c5-7390e8e80d05" providerId="ADAL" clId="{0E96C34D-F066-4D44-8866-B6B98CBDDE83}" dt="2023-05-12T09:06:16.113" v="262"/>
          <ac:cxnSpMkLst>
            <pc:docMk/>
            <pc:sldMk cId="1119496881" sldId="268"/>
            <ac:cxnSpMk id="125" creationId="{3EF9E0E4-B5B6-C083-5A32-B5CE1CA6AEB4}"/>
          </ac:cxnSpMkLst>
        </pc:cxnChg>
        <pc:cxnChg chg="mod">
          <ac:chgData name="Vincent Straub" userId="cc81dce8-242d-424d-a3c5-7390e8e80d05" providerId="ADAL" clId="{0E96C34D-F066-4D44-8866-B6B98CBDDE83}" dt="2023-05-12T09:06:14.238" v="261"/>
          <ac:cxnSpMkLst>
            <pc:docMk/>
            <pc:sldMk cId="1119496881" sldId="268"/>
            <ac:cxnSpMk id="130" creationId="{14A13223-52CF-F349-CB93-C2A2A0ADADB6}"/>
          </ac:cxnSpMkLst>
        </pc:cxnChg>
        <pc:cxnChg chg="mod">
          <ac:chgData name="Vincent Straub" userId="cc81dce8-242d-424d-a3c5-7390e8e80d05" providerId="ADAL" clId="{0E96C34D-F066-4D44-8866-B6B98CBDDE83}" dt="2023-05-12T09:06:14.238" v="261"/>
          <ac:cxnSpMkLst>
            <pc:docMk/>
            <pc:sldMk cId="1119496881" sldId="268"/>
            <ac:cxnSpMk id="131" creationId="{72E01C8B-3E58-692C-E88C-5535D5EA750E}"/>
          </ac:cxnSpMkLst>
        </pc:cxnChg>
        <pc:cxnChg chg="mod">
          <ac:chgData name="Vincent Straub" userId="cc81dce8-242d-424d-a3c5-7390e8e80d05" providerId="ADAL" clId="{0E96C34D-F066-4D44-8866-B6B98CBDDE83}" dt="2023-05-12T09:06:14.238" v="261"/>
          <ac:cxnSpMkLst>
            <pc:docMk/>
            <pc:sldMk cId="1119496881" sldId="268"/>
            <ac:cxnSpMk id="132" creationId="{AF6D0AB0-BF60-CC41-744F-A31F1C55BC50}"/>
          </ac:cxnSpMkLst>
        </pc:cxnChg>
        <pc:cxnChg chg="add del mod">
          <ac:chgData name="Vincent Straub" userId="cc81dce8-242d-424d-a3c5-7390e8e80d05" providerId="ADAL" clId="{0E96C34D-F066-4D44-8866-B6B98CBDDE83}" dt="2023-05-12T09:06:16.113" v="262"/>
          <ac:cxnSpMkLst>
            <pc:docMk/>
            <pc:sldMk cId="1119496881" sldId="268"/>
            <ac:cxnSpMk id="134" creationId="{BEAAC2E4-E3DB-3998-3CED-F17BBEE46B69}"/>
          </ac:cxnSpMkLst>
        </pc:cxnChg>
        <pc:cxnChg chg="add del mod">
          <ac:chgData name="Vincent Straub" userId="cc81dce8-242d-424d-a3c5-7390e8e80d05" providerId="ADAL" clId="{0E96C34D-F066-4D44-8866-B6B98CBDDE83}" dt="2023-05-12T09:06:16.113" v="262"/>
          <ac:cxnSpMkLst>
            <pc:docMk/>
            <pc:sldMk cId="1119496881" sldId="268"/>
            <ac:cxnSpMk id="135" creationId="{9E9BC003-2B99-4A83-F125-623A2A126A15}"/>
          </ac:cxnSpMkLst>
        </pc:cxnChg>
        <pc:cxnChg chg="add del mod">
          <ac:chgData name="Vincent Straub" userId="cc81dce8-242d-424d-a3c5-7390e8e80d05" providerId="ADAL" clId="{0E96C34D-F066-4D44-8866-B6B98CBDDE83}" dt="2023-05-12T09:06:16.113" v="262"/>
          <ac:cxnSpMkLst>
            <pc:docMk/>
            <pc:sldMk cId="1119496881" sldId="268"/>
            <ac:cxnSpMk id="136" creationId="{5F313635-6102-696D-BC49-D24F8726F50A}"/>
          </ac:cxnSpMkLst>
        </pc:cxnChg>
        <pc:cxnChg chg="add del mod">
          <ac:chgData name="Vincent Straub" userId="cc81dce8-242d-424d-a3c5-7390e8e80d05" providerId="ADAL" clId="{0E96C34D-F066-4D44-8866-B6B98CBDDE83}" dt="2023-05-12T09:06:16.113" v="262"/>
          <ac:cxnSpMkLst>
            <pc:docMk/>
            <pc:sldMk cId="1119496881" sldId="268"/>
            <ac:cxnSpMk id="137" creationId="{FD60356C-8EF8-7142-C665-AEA9F4124CEB}"/>
          </ac:cxnSpMkLst>
        </pc:cxnChg>
        <pc:cxnChg chg="add del mod">
          <ac:chgData name="Vincent Straub" userId="cc81dce8-242d-424d-a3c5-7390e8e80d05" providerId="ADAL" clId="{0E96C34D-F066-4D44-8866-B6B98CBDDE83}" dt="2023-05-12T09:06:16.113" v="262"/>
          <ac:cxnSpMkLst>
            <pc:docMk/>
            <pc:sldMk cId="1119496881" sldId="268"/>
            <ac:cxnSpMk id="138" creationId="{D00819D2-A1FD-C8B4-71D7-B2F23BBCF03B}"/>
          </ac:cxnSpMkLst>
        </pc:cxnChg>
        <pc:cxnChg chg="add del mod">
          <ac:chgData name="Vincent Straub" userId="cc81dce8-242d-424d-a3c5-7390e8e80d05" providerId="ADAL" clId="{0E96C34D-F066-4D44-8866-B6B98CBDDE83}" dt="2023-05-12T09:06:16.113" v="262"/>
          <ac:cxnSpMkLst>
            <pc:docMk/>
            <pc:sldMk cId="1119496881" sldId="268"/>
            <ac:cxnSpMk id="139" creationId="{98F88716-CF6D-74AA-1814-3761CEB92CBC}"/>
          </ac:cxnSpMkLst>
        </pc:cxnChg>
        <pc:cxnChg chg="add del mod">
          <ac:chgData name="Vincent Straub" userId="cc81dce8-242d-424d-a3c5-7390e8e80d05" providerId="ADAL" clId="{0E96C34D-F066-4D44-8866-B6B98CBDDE83}" dt="2023-05-12T09:06:16.113" v="262"/>
          <ac:cxnSpMkLst>
            <pc:docMk/>
            <pc:sldMk cId="1119496881" sldId="268"/>
            <ac:cxnSpMk id="140" creationId="{9EED2301-4F3E-3C3C-BCDE-7614C8A4E659}"/>
          </ac:cxnSpMkLst>
        </pc:cxnChg>
        <pc:cxnChg chg="add del mod">
          <ac:chgData name="Vincent Straub" userId="cc81dce8-242d-424d-a3c5-7390e8e80d05" providerId="ADAL" clId="{0E96C34D-F066-4D44-8866-B6B98CBDDE83}" dt="2023-05-12T09:06:16.113" v="262"/>
          <ac:cxnSpMkLst>
            <pc:docMk/>
            <pc:sldMk cId="1119496881" sldId="268"/>
            <ac:cxnSpMk id="141" creationId="{4B2E9084-494D-ACFA-6709-E2867E58F994}"/>
          </ac:cxnSpMkLst>
        </pc:cxnChg>
        <pc:cxnChg chg="add del mod">
          <ac:chgData name="Vincent Straub" userId="cc81dce8-242d-424d-a3c5-7390e8e80d05" providerId="ADAL" clId="{0E96C34D-F066-4D44-8866-B6B98CBDDE83}" dt="2023-05-12T09:06:16.113" v="262"/>
          <ac:cxnSpMkLst>
            <pc:docMk/>
            <pc:sldMk cId="1119496881" sldId="268"/>
            <ac:cxnSpMk id="142" creationId="{4488AA08-EC69-17A7-008F-8CAAE82074E9}"/>
          </ac:cxnSpMkLst>
        </pc:cxnChg>
        <pc:cxnChg chg="add del mod">
          <ac:chgData name="Vincent Straub" userId="cc81dce8-242d-424d-a3c5-7390e8e80d05" providerId="ADAL" clId="{0E96C34D-F066-4D44-8866-B6B98CBDDE83}" dt="2023-05-12T09:06:16.113" v="262"/>
          <ac:cxnSpMkLst>
            <pc:docMk/>
            <pc:sldMk cId="1119496881" sldId="268"/>
            <ac:cxnSpMk id="143" creationId="{0251CDEA-E721-E423-7B77-0487701DD0DF}"/>
          </ac:cxnSpMkLst>
        </pc:cxnChg>
        <pc:cxnChg chg="add del mod">
          <ac:chgData name="Vincent Straub" userId="cc81dce8-242d-424d-a3c5-7390e8e80d05" providerId="ADAL" clId="{0E96C34D-F066-4D44-8866-B6B98CBDDE83}" dt="2023-05-12T09:06:16.113" v="262"/>
          <ac:cxnSpMkLst>
            <pc:docMk/>
            <pc:sldMk cId="1119496881" sldId="268"/>
            <ac:cxnSpMk id="144" creationId="{593C551F-CAC3-3704-34E8-C8306DDE6161}"/>
          </ac:cxnSpMkLst>
        </pc:cxnChg>
        <pc:cxnChg chg="add del mod">
          <ac:chgData name="Vincent Straub" userId="cc81dce8-242d-424d-a3c5-7390e8e80d05" providerId="ADAL" clId="{0E96C34D-F066-4D44-8866-B6B98CBDDE83}" dt="2023-05-12T09:06:16.113" v="262"/>
          <ac:cxnSpMkLst>
            <pc:docMk/>
            <pc:sldMk cId="1119496881" sldId="268"/>
            <ac:cxnSpMk id="145" creationId="{68CDCD31-C3CD-9FCA-60DA-EDA632EC86E7}"/>
          </ac:cxnSpMkLst>
        </pc:cxnChg>
        <pc:cxnChg chg="add del mod">
          <ac:chgData name="Vincent Straub" userId="cc81dce8-242d-424d-a3c5-7390e8e80d05" providerId="ADAL" clId="{0E96C34D-F066-4D44-8866-B6B98CBDDE83}" dt="2023-05-12T09:06:16.113" v="262"/>
          <ac:cxnSpMkLst>
            <pc:docMk/>
            <pc:sldMk cId="1119496881" sldId="268"/>
            <ac:cxnSpMk id="146" creationId="{4CEF2904-3087-E079-E040-50EBD969DBFC}"/>
          </ac:cxnSpMkLst>
        </pc:cxnChg>
        <pc:cxnChg chg="add del mod">
          <ac:chgData name="Vincent Straub" userId="cc81dce8-242d-424d-a3c5-7390e8e80d05" providerId="ADAL" clId="{0E96C34D-F066-4D44-8866-B6B98CBDDE83}" dt="2023-05-12T09:06:16.113" v="262"/>
          <ac:cxnSpMkLst>
            <pc:docMk/>
            <pc:sldMk cId="1119496881" sldId="268"/>
            <ac:cxnSpMk id="222" creationId="{C1C4CB40-EF95-CC35-A92D-82060B4AE73D}"/>
          </ac:cxnSpMkLst>
        </pc:cxnChg>
        <pc:cxnChg chg="add del mod">
          <ac:chgData name="Vincent Straub" userId="cc81dce8-242d-424d-a3c5-7390e8e80d05" providerId="ADAL" clId="{0E96C34D-F066-4D44-8866-B6B98CBDDE83}" dt="2023-05-12T09:06:16.113" v="262"/>
          <ac:cxnSpMkLst>
            <pc:docMk/>
            <pc:sldMk cId="1119496881" sldId="268"/>
            <ac:cxnSpMk id="232" creationId="{37BB96FD-2C1A-D741-809C-6398CAC9C3D1}"/>
          </ac:cxnSpMkLst>
        </pc:cxnChg>
        <pc:cxnChg chg="add del mod">
          <ac:chgData name="Vincent Straub" userId="cc81dce8-242d-424d-a3c5-7390e8e80d05" providerId="ADAL" clId="{0E96C34D-F066-4D44-8866-B6B98CBDDE83}" dt="2023-05-12T09:06:16.113" v="262"/>
          <ac:cxnSpMkLst>
            <pc:docMk/>
            <pc:sldMk cId="1119496881" sldId="268"/>
            <ac:cxnSpMk id="233" creationId="{845E8D34-6954-7913-E5E4-D69CD19A058A}"/>
          </ac:cxnSpMkLst>
        </pc:cxnChg>
        <pc:cxnChg chg="add del mod">
          <ac:chgData name="Vincent Straub" userId="cc81dce8-242d-424d-a3c5-7390e8e80d05" providerId="ADAL" clId="{0E96C34D-F066-4D44-8866-B6B98CBDDE83}" dt="2023-05-12T09:06:16.113" v="262"/>
          <ac:cxnSpMkLst>
            <pc:docMk/>
            <pc:sldMk cId="1119496881" sldId="268"/>
            <ac:cxnSpMk id="235" creationId="{87A4BDF6-F18A-4BA0-692E-C450E5130D33}"/>
          </ac:cxnSpMkLst>
        </pc:cxnChg>
        <pc:cxnChg chg="add del mod">
          <ac:chgData name="Vincent Straub" userId="cc81dce8-242d-424d-a3c5-7390e8e80d05" providerId="ADAL" clId="{0E96C34D-F066-4D44-8866-B6B98CBDDE83}" dt="2023-05-12T09:06:16.113" v="262"/>
          <ac:cxnSpMkLst>
            <pc:docMk/>
            <pc:sldMk cId="1119496881" sldId="268"/>
            <ac:cxnSpMk id="296" creationId="{172C03F5-1A37-5527-1604-29AB60D2F763}"/>
          </ac:cxnSpMkLst>
        </pc:cxnChg>
        <pc:cxnChg chg="add del mod">
          <ac:chgData name="Vincent Straub" userId="cc81dce8-242d-424d-a3c5-7390e8e80d05" providerId="ADAL" clId="{0E96C34D-F066-4D44-8866-B6B98CBDDE83}" dt="2023-05-12T09:06:16.113" v="262"/>
          <ac:cxnSpMkLst>
            <pc:docMk/>
            <pc:sldMk cId="1119496881" sldId="268"/>
            <ac:cxnSpMk id="330" creationId="{01BEA4F6-4B90-DD72-FB4E-54066F58043F}"/>
          </ac:cxnSpMkLst>
        </pc:cxnChg>
        <pc:cxnChg chg="add del mod">
          <ac:chgData name="Vincent Straub" userId="cc81dce8-242d-424d-a3c5-7390e8e80d05" providerId="ADAL" clId="{0E96C34D-F066-4D44-8866-B6B98CBDDE83}" dt="2023-05-12T09:06:16.113" v="262"/>
          <ac:cxnSpMkLst>
            <pc:docMk/>
            <pc:sldMk cId="1119496881" sldId="268"/>
            <ac:cxnSpMk id="333" creationId="{9EAE9372-7084-CDE0-459D-625D3F67E66B}"/>
          </ac:cxnSpMkLst>
        </pc:cxnChg>
        <pc:cxnChg chg="add del mod">
          <ac:chgData name="Vincent Straub" userId="cc81dce8-242d-424d-a3c5-7390e8e80d05" providerId="ADAL" clId="{0E96C34D-F066-4D44-8866-B6B98CBDDE83}" dt="2023-05-12T09:27:48.657" v="264"/>
          <ac:cxnSpMkLst>
            <pc:docMk/>
            <pc:sldMk cId="1119496881" sldId="268"/>
            <ac:cxnSpMk id="343" creationId="{2CAC686C-F80C-DEF1-4ABB-0EC875D6826F}"/>
          </ac:cxnSpMkLst>
        </pc:cxnChg>
        <pc:cxnChg chg="add del mod">
          <ac:chgData name="Vincent Straub" userId="cc81dce8-242d-424d-a3c5-7390e8e80d05" providerId="ADAL" clId="{0E96C34D-F066-4D44-8866-B6B98CBDDE83}" dt="2023-05-12T09:27:48.657" v="264"/>
          <ac:cxnSpMkLst>
            <pc:docMk/>
            <pc:sldMk cId="1119496881" sldId="268"/>
            <ac:cxnSpMk id="344" creationId="{63EE45D8-905C-23D2-1123-A7866ACEA649}"/>
          </ac:cxnSpMkLst>
        </pc:cxnChg>
        <pc:cxnChg chg="add del mod">
          <ac:chgData name="Vincent Straub" userId="cc81dce8-242d-424d-a3c5-7390e8e80d05" providerId="ADAL" clId="{0E96C34D-F066-4D44-8866-B6B98CBDDE83}" dt="2023-05-12T09:27:48.657" v="264"/>
          <ac:cxnSpMkLst>
            <pc:docMk/>
            <pc:sldMk cId="1119496881" sldId="268"/>
            <ac:cxnSpMk id="345" creationId="{61E7E05D-0E1E-C54D-8A0C-CB6BACAD410A}"/>
          </ac:cxnSpMkLst>
        </pc:cxnChg>
        <pc:cxnChg chg="add del mod">
          <ac:chgData name="Vincent Straub" userId="cc81dce8-242d-424d-a3c5-7390e8e80d05" providerId="ADAL" clId="{0E96C34D-F066-4D44-8866-B6B98CBDDE83}" dt="2023-05-12T09:27:48.657" v="264"/>
          <ac:cxnSpMkLst>
            <pc:docMk/>
            <pc:sldMk cId="1119496881" sldId="268"/>
            <ac:cxnSpMk id="346" creationId="{293A9391-1725-660D-01AE-B75940955874}"/>
          </ac:cxnSpMkLst>
        </pc:cxnChg>
        <pc:cxnChg chg="add del mod">
          <ac:chgData name="Vincent Straub" userId="cc81dce8-242d-424d-a3c5-7390e8e80d05" providerId="ADAL" clId="{0E96C34D-F066-4D44-8866-B6B98CBDDE83}" dt="2023-05-12T09:27:48.657" v="264"/>
          <ac:cxnSpMkLst>
            <pc:docMk/>
            <pc:sldMk cId="1119496881" sldId="268"/>
            <ac:cxnSpMk id="347" creationId="{47AF006E-BB7A-8B9E-864E-D79CB8A93C28}"/>
          </ac:cxnSpMkLst>
        </pc:cxnChg>
        <pc:cxnChg chg="add del mod">
          <ac:chgData name="Vincent Straub" userId="cc81dce8-242d-424d-a3c5-7390e8e80d05" providerId="ADAL" clId="{0E96C34D-F066-4D44-8866-B6B98CBDDE83}" dt="2023-05-12T09:27:48.657" v="264"/>
          <ac:cxnSpMkLst>
            <pc:docMk/>
            <pc:sldMk cId="1119496881" sldId="268"/>
            <ac:cxnSpMk id="348" creationId="{50F2B712-C27C-3801-BBBC-340AAB91723D}"/>
          </ac:cxnSpMkLst>
        </pc:cxnChg>
        <pc:cxnChg chg="add del mod">
          <ac:chgData name="Vincent Straub" userId="cc81dce8-242d-424d-a3c5-7390e8e80d05" providerId="ADAL" clId="{0E96C34D-F066-4D44-8866-B6B98CBDDE83}" dt="2023-05-12T09:27:48.657" v="264"/>
          <ac:cxnSpMkLst>
            <pc:docMk/>
            <pc:sldMk cId="1119496881" sldId="268"/>
            <ac:cxnSpMk id="350" creationId="{4AA74BBC-C9E7-24EB-5341-981ADE457552}"/>
          </ac:cxnSpMkLst>
        </pc:cxnChg>
        <pc:cxnChg chg="add del mod">
          <ac:chgData name="Vincent Straub" userId="cc81dce8-242d-424d-a3c5-7390e8e80d05" providerId="ADAL" clId="{0E96C34D-F066-4D44-8866-B6B98CBDDE83}" dt="2023-05-12T09:27:48.657" v="264"/>
          <ac:cxnSpMkLst>
            <pc:docMk/>
            <pc:sldMk cId="1119496881" sldId="268"/>
            <ac:cxnSpMk id="351" creationId="{98E6AB46-77D1-D0CF-F30C-D1F21FF2646D}"/>
          </ac:cxnSpMkLst>
        </pc:cxnChg>
        <pc:cxnChg chg="add del mod">
          <ac:chgData name="Vincent Straub" userId="cc81dce8-242d-424d-a3c5-7390e8e80d05" providerId="ADAL" clId="{0E96C34D-F066-4D44-8866-B6B98CBDDE83}" dt="2023-05-12T09:27:48.657" v="264"/>
          <ac:cxnSpMkLst>
            <pc:docMk/>
            <pc:sldMk cId="1119496881" sldId="268"/>
            <ac:cxnSpMk id="352" creationId="{4F3F6A8D-A2B1-E51D-E896-52E4E6E8BC25}"/>
          </ac:cxnSpMkLst>
        </pc:cxnChg>
        <pc:cxnChg chg="add del mod">
          <ac:chgData name="Vincent Straub" userId="cc81dce8-242d-424d-a3c5-7390e8e80d05" providerId="ADAL" clId="{0E96C34D-F066-4D44-8866-B6B98CBDDE83}" dt="2023-05-12T09:27:48.657" v="264"/>
          <ac:cxnSpMkLst>
            <pc:docMk/>
            <pc:sldMk cId="1119496881" sldId="268"/>
            <ac:cxnSpMk id="353" creationId="{B03C463D-44E3-3660-20BE-D43A1473C817}"/>
          </ac:cxnSpMkLst>
        </pc:cxnChg>
        <pc:cxnChg chg="add del mod">
          <ac:chgData name="Vincent Straub" userId="cc81dce8-242d-424d-a3c5-7390e8e80d05" providerId="ADAL" clId="{0E96C34D-F066-4D44-8866-B6B98CBDDE83}" dt="2023-05-12T09:27:48.657" v="264"/>
          <ac:cxnSpMkLst>
            <pc:docMk/>
            <pc:sldMk cId="1119496881" sldId="268"/>
            <ac:cxnSpMk id="354" creationId="{018266F5-B524-B6AB-48B5-9A329FFDB95B}"/>
          </ac:cxnSpMkLst>
        </pc:cxnChg>
        <pc:cxnChg chg="add del mod">
          <ac:chgData name="Vincent Straub" userId="cc81dce8-242d-424d-a3c5-7390e8e80d05" providerId="ADAL" clId="{0E96C34D-F066-4D44-8866-B6B98CBDDE83}" dt="2023-05-12T09:27:48.657" v="264"/>
          <ac:cxnSpMkLst>
            <pc:docMk/>
            <pc:sldMk cId="1119496881" sldId="268"/>
            <ac:cxnSpMk id="355" creationId="{7B3C836E-FB19-C9F1-E085-9376DFA0EEB0}"/>
          </ac:cxnSpMkLst>
        </pc:cxnChg>
        <pc:cxnChg chg="add del mod">
          <ac:chgData name="Vincent Straub" userId="cc81dce8-242d-424d-a3c5-7390e8e80d05" providerId="ADAL" clId="{0E96C34D-F066-4D44-8866-B6B98CBDDE83}" dt="2023-05-12T09:27:48.657" v="264"/>
          <ac:cxnSpMkLst>
            <pc:docMk/>
            <pc:sldMk cId="1119496881" sldId="268"/>
            <ac:cxnSpMk id="356" creationId="{70F23ED3-B752-F19D-789F-C49C4CB16D1D}"/>
          </ac:cxnSpMkLst>
        </pc:cxnChg>
        <pc:cxnChg chg="add del mod">
          <ac:chgData name="Vincent Straub" userId="cc81dce8-242d-424d-a3c5-7390e8e80d05" providerId="ADAL" clId="{0E96C34D-F066-4D44-8866-B6B98CBDDE83}" dt="2023-05-12T09:27:48.657" v="264"/>
          <ac:cxnSpMkLst>
            <pc:docMk/>
            <pc:sldMk cId="1119496881" sldId="268"/>
            <ac:cxnSpMk id="357" creationId="{74D4F930-492B-980F-705A-E540BDCEDA73}"/>
          </ac:cxnSpMkLst>
        </pc:cxnChg>
        <pc:cxnChg chg="add del mod">
          <ac:chgData name="Vincent Straub" userId="cc81dce8-242d-424d-a3c5-7390e8e80d05" providerId="ADAL" clId="{0E96C34D-F066-4D44-8866-B6B98CBDDE83}" dt="2023-05-12T09:27:48.657" v="264"/>
          <ac:cxnSpMkLst>
            <pc:docMk/>
            <pc:sldMk cId="1119496881" sldId="268"/>
            <ac:cxnSpMk id="361" creationId="{9AD7AA82-36FF-2937-7D5D-D9E9857CCF32}"/>
          </ac:cxnSpMkLst>
        </pc:cxnChg>
        <pc:cxnChg chg="add del mod">
          <ac:chgData name="Vincent Straub" userId="cc81dce8-242d-424d-a3c5-7390e8e80d05" providerId="ADAL" clId="{0E96C34D-F066-4D44-8866-B6B98CBDDE83}" dt="2023-05-12T09:27:48.657" v="264"/>
          <ac:cxnSpMkLst>
            <pc:docMk/>
            <pc:sldMk cId="1119496881" sldId="268"/>
            <ac:cxnSpMk id="362" creationId="{DC5422E1-957F-9416-8A36-5D290D96C317}"/>
          </ac:cxnSpMkLst>
        </pc:cxnChg>
        <pc:cxnChg chg="add del mod">
          <ac:chgData name="Vincent Straub" userId="cc81dce8-242d-424d-a3c5-7390e8e80d05" providerId="ADAL" clId="{0E96C34D-F066-4D44-8866-B6B98CBDDE83}" dt="2023-05-12T09:27:48.657" v="264"/>
          <ac:cxnSpMkLst>
            <pc:docMk/>
            <pc:sldMk cId="1119496881" sldId="268"/>
            <ac:cxnSpMk id="363" creationId="{A159BFC3-96A1-ECF1-AFED-E5D5DDE9129B}"/>
          </ac:cxnSpMkLst>
        </pc:cxnChg>
        <pc:cxnChg chg="add del mod">
          <ac:chgData name="Vincent Straub" userId="cc81dce8-242d-424d-a3c5-7390e8e80d05" providerId="ADAL" clId="{0E96C34D-F066-4D44-8866-B6B98CBDDE83}" dt="2023-05-12T09:27:48.657" v="264"/>
          <ac:cxnSpMkLst>
            <pc:docMk/>
            <pc:sldMk cId="1119496881" sldId="268"/>
            <ac:cxnSpMk id="365" creationId="{5EE85597-0A7B-907D-43F0-81D5A69EA9FF}"/>
          </ac:cxnSpMkLst>
        </pc:cxnChg>
        <pc:cxnChg chg="add del mod">
          <ac:chgData name="Vincent Straub" userId="cc81dce8-242d-424d-a3c5-7390e8e80d05" providerId="ADAL" clId="{0E96C34D-F066-4D44-8866-B6B98CBDDE83}" dt="2023-05-12T09:27:48.657" v="264"/>
          <ac:cxnSpMkLst>
            <pc:docMk/>
            <pc:sldMk cId="1119496881" sldId="268"/>
            <ac:cxnSpMk id="381" creationId="{ABD5498D-1E4F-FA15-7E08-4C0A49120E24}"/>
          </ac:cxnSpMkLst>
        </pc:cxnChg>
        <pc:cxnChg chg="add del mod">
          <ac:chgData name="Vincent Straub" userId="cc81dce8-242d-424d-a3c5-7390e8e80d05" providerId="ADAL" clId="{0E96C34D-F066-4D44-8866-B6B98CBDDE83}" dt="2023-05-12T09:27:48.657" v="264"/>
          <ac:cxnSpMkLst>
            <pc:docMk/>
            <pc:sldMk cId="1119496881" sldId="268"/>
            <ac:cxnSpMk id="391" creationId="{866C61A4-BC50-25EF-DBF5-4BC89CBEED96}"/>
          </ac:cxnSpMkLst>
        </pc:cxnChg>
        <pc:cxnChg chg="add del mod">
          <ac:chgData name="Vincent Straub" userId="cc81dce8-242d-424d-a3c5-7390e8e80d05" providerId="ADAL" clId="{0E96C34D-F066-4D44-8866-B6B98CBDDE83}" dt="2023-05-12T09:27:48.657" v="264"/>
          <ac:cxnSpMkLst>
            <pc:docMk/>
            <pc:sldMk cId="1119496881" sldId="268"/>
            <ac:cxnSpMk id="392" creationId="{9B28F158-7606-535C-93B6-4B72DA2EAC0F}"/>
          </ac:cxnSpMkLst>
        </pc:cxnChg>
        <pc:cxnChg chg="add del mod">
          <ac:chgData name="Vincent Straub" userId="cc81dce8-242d-424d-a3c5-7390e8e80d05" providerId="ADAL" clId="{0E96C34D-F066-4D44-8866-B6B98CBDDE83}" dt="2023-05-12T09:27:48.657" v="264"/>
          <ac:cxnSpMkLst>
            <pc:docMk/>
            <pc:sldMk cId="1119496881" sldId="268"/>
            <ac:cxnSpMk id="399" creationId="{4D4233A8-B9C0-972A-1937-595479FEB135}"/>
          </ac:cxnSpMkLst>
        </pc:cxnChg>
        <pc:cxnChg chg="add del mod">
          <ac:chgData name="Vincent Straub" userId="cc81dce8-242d-424d-a3c5-7390e8e80d05" providerId="ADAL" clId="{0E96C34D-F066-4D44-8866-B6B98CBDDE83}" dt="2023-05-12T09:27:48.657" v="264"/>
          <ac:cxnSpMkLst>
            <pc:docMk/>
            <pc:sldMk cId="1119496881" sldId="268"/>
            <ac:cxnSpMk id="411" creationId="{66920EF1-30CE-334A-4962-1C68FD5A4986}"/>
          </ac:cxnSpMkLst>
        </pc:cxnChg>
        <pc:cxnChg chg="add del mod">
          <ac:chgData name="Vincent Straub" userId="cc81dce8-242d-424d-a3c5-7390e8e80d05" providerId="ADAL" clId="{0E96C34D-F066-4D44-8866-B6B98CBDDE83}" dt="2023-05-12T09:27:48.657" v="264"/>
          <ac:cxnSpMkLst>
            <pc:docMk/>
            <pc:sldMk cId="1119496881" sldId="268"/>
            <ac:cxnSpMk id="412" creationId="{7511695F-8AD1-0BF3-1098-2F6CE8D583DD}"/>
          </ac:cxnSpMkLst>
        </pc:cxnChg>
        <pc:cxnChg chg="add del mod">
          <ac:chgData name="Vincent Straub" userId="cc81dce8-242d-424d-a3c5-7390e8e80d05" providerId="ADAL" clId="{0E96C34D-F066-4D44-8866-B6B98CBDDE83}" dt="2023-05-12T09:27:48.657" v="264"/>
          <ac:cxnSpMkLst>
            <pc:docMk/>
            <pc:sldMk cId="1119496881" sldId="268"/>
            <ac:cxnSpMk id="413" creationId="{F75291BB-A381-8236-8D9A-6D2A48EB8986}"/>
          </ac:cxnSpMkLst>
        </pc:cxnChg>
        <pc:cxnChg chg="add del mod">
          <ac:chgData name="Vincent Straub" userId="cc81dce8-242d-424d-a3c5-7390e8e80d05" providerId="ADAL" clId="{0E96C34D-F066-4D44-8866-B6B98CBDDE83}" dt="2023-05-12T09:27:48.657" v="264"/>
          <ac:cxnSpMkLst>
            <pc:docMk/>
            <pc:sldMk cId="1119496881" sldId="268"/>
            <ac:cxnSpMk id="414" creationId="{34E48D97-0062-47AF-A6D5-DB3842A852DD}"/>
          </ac:cxnSpMkLst>
        </pc:cxnChg>
        <pc:cxnChg chg="add del mod">
          <ac:chgData name="Vincent Straub" userId="cc81dce8-242d-424d-a3c5-7390e8e80d05" providerId="ADAL" clId="{0E96C34D-F066-4D44-8866-B6B98CBDDE83}" dt="2023-05-12T09:27:48.657" v="264"/>
          <ac:cxnSpMkLst>
            <pc:docMk/>
            <pc:sldMk cId="1119496881" sldId="268"/>
            <ac:cxnSpMk id="428" creationId="{8642A4F6-FC59-242F-7162-C96CB80D8096}"/>
          </ac:cxnSpMkLst>
        </pc:cxnChg>
        <pc:cxnChg chg="add del mod">
          <ac:chgData name="Vincent Straub" userId="cc81dce8-242d-424d-a3c5-7390e8e80d05" providerId="ADAL" clId="{0E96C34D-F066-4D44-8866-B6B98CBDDE83}" dt="2023-05-12T09:27:48.657" v="264"/>
          <ac:cxnSpMkLst>
            <pc:docMk/>
            <pc:sldMk cId="1119496881" sldId="268"/>
            <ac:cxnSpMk id="429" creationId="{C6033B5F-136D-864C-C0F1-DF916D020B7A}"/>
          </ac:cxnSpMkLst>
        </pc:cxnChg>
        <pc:cxnChg chg="add del mod">
          <ac:chgData name="Vincent Straub" userId="cc81dce8-242d-424d-a3c5-7390e8e80d05" providerId="ADAL" clId="{0E96C34D-F066-4D44-8866-B6B98CBDDE83}" dt="2023-05-12T09:27:48.657" v="264"/>
          <ac:cxnSpMkLst>
            <pc:docMk/>
            <pc:sldMk cId="1119496881" sldId="268"/>
            <ac:cxnSpMk id="430" creationId="{E0CA6684-94EC-47B9-07DC-7B0590FA3AC9}"/>
          </ac:cxnSpMkLst>
        </pc:cxnChg>
        <pc:cxnChg chg="add mod">
          <ac:chgData name="Vincent Straub" userId="cc81dce8-242d-424d-a3c5-7390e8e80d05" providerId="ADAL" clId="{0E96C34D-F066-4D44-8866-B6B98CBDDE83}" dt="2023-05-12T09:27:54.482" v="266" actId="164"/>
          <ac:cxnSpMkLst>
            <pc:docMk/>
            <pc:sldMk cId="1119496881" sldId="268"/>
            <ac:cxnSpMk id="432" creationId="{8F125221-2E8C-E1FF-4D53-0FD34D0C79D1}"/>
          </ac:cxnSpMkLst>
        </pc:cxnChg>
        <pc:cxnChg chg="add mod">
          <ac:chgData name="Vincent Straub" userId="cc81dce8-242d-424d-a3c5-7390e8e80d05" providerId="ADAL" clId="{0E96C34D-F066-4D44-8866-B6B98CBDDE83}" dt="2023-05-12T09:28:12.940" v="272" actId="478"/>
          <ac:cxnSpMkLst>
            <pc:docMk/>
            <pc:sldMk cId="1119496881" sldId="268"/>
            <ac:cxnSpMk id="433" creationId="{DA93DDC9-123A-DD70-4510-456BB5546FFC}"/>
          </ac:cxnSpMkLst>
        </pc:cxnChg>
        <pc:cxnChg chg="add mod">
          <ac:chgData name="Vincent Straub" userId="cc81dce8-242d-424d-a3c5-7390e8e80d05" providerId="ADAL" clId="{0E96C34D-F066-4D44-8866-B6B98CBDDE83}" dt="2023-05-12T09:27:54.482" v="266" actId="164"/>
          <ac:cxnSpMkLst>
            <pc:docMk/>
            <pc:sldMk cId="1119496881" sldId="268"/>
            <ac:cxnSpMk id="434" creationId="{213CD0DE-32AD-7ECB-FE72-420C95B6C592}"/>
          </ac:cxnSpMkLst>
        </pc:cxnChg>
        <pc:cxnChg chg="add mod">
          <ac:chgData name="Vincent Straub" userId="cc81dce8-242d-424d-a3c5-7390e8e80d05" providerId="ADAL" clId="{0E96C34D-F066-4D44-8866-B6B98CBDDE83}" dt="2023-05-12T09:27:54.482" v="266" actId="164"/>
          <ac:cxnSpMkLst>
            <pc:docMk/>
            <pc:sldMk cId="1119496881" sldId="268"/>
            <ac:cxnSpMk id="435" creationId="{F602619A-7BC4-E6A5-2425-9254E43E61CE}"/>
          </ac:cxnSpMkLst>
        </pc:cxnChg>
        <pc:cxnChg chg="add mod">
          <ac:chgData name="Vincent Straub" userId="cc81dce8-242d-424d-a3c5-7390e8e80d05" providerId="ADAL" clId="{0E96C34D-F066-4D44-8866-B6B98CBDDE83}" dt="2023-05-12T09:28:12.940" v="272" actId="478"/>
          <ac:cxnSpMkLst>
            <pc:docMk/>
            <pc:sldMk cId="1119496881" sldId="268"/>
            <ac:cxnSpMk id="436" creationId="{A70CC0F5-6D7B-4B50-A8AA-C51B4C8D95D3}"/>
          </ac:cxnSpMkLst>
        </pc:cxnChg>
        <pc:cxnChg chg="add mod">
          <ac:chgData name="Vincent Straub" userId="cc81dce8-242d-424d-a3c5-7390e8e80d05" providerId="ADAL" clId="{0E96C34D-F066-4D44-8866-B6B98CBDDE83}" dt="2023-05-12T09:27:54.482" v="266" actId="164"/>
          <ac:cxnSpMkLst>
            <pc:docMk/>
            <pc:sldMk cId="1119496881" sldId="268"/>
            <ac:cxnSpMk id="437" creationId="{484FF369-9AE9-F967-5FFA-DE4B401B5443}"/>
          </ac:cxnSpMkLst>
        </pc:cxnChg>
        <pc:cxnChg chg="add mod">
          <ac:chgData name="Vincent Straub" userId="cc81dce8-242d-424d-a3c5-7390e8e80d05" providerId="ADAL" clId="{0E96C34D-F066-4D44-8866-B6B98CBDDE83}" dt="2023-05-12T09:27:54.482" v="266" actId="164"/>
          <ac:cxnSpMkLst>
            <pc:docMk/>
            <pc:sldMk cId="1119496881" sldId="268"/>
            <ac:cxnSpMk id="439" creationId="{E829B737-5A2C-AE37-86E2-660077C7C4D4}"/>
          </ac:cxnSpMkLst>
        </pc:cxnChg>
        <pc:cxnChg chg="add mod">
          <ac:chgData name="Vincent Straub" userId="cc81dce8-242d-424d-a3c5-7390e8e80d05" providerId="ADAL" clId="{0E96C34D-F066-4D44-8866-B6B98CBDDE83}" dt="2023-05-12T09:27:54.482" v="266" actId="164"/>
          <ac:cxnSpMkLst>
            <pc:docMk/>
            <pc:sldMk cId="1119496881" sldId="268"/>
            <ac:cxnSpMk id="440" creationId="{2972DA7D-063B-2610-D999-63A5274B7861}"/>
          </ac:cxnSpMkLst>
        </pc:cxnChg>
        <pc:cxnChg chg="add mod">
          <ac:chgData name="Vincent Straub" userId="cc81dce8-242d-424d-a3c5-7390e8e80d05" providerId="ADAL" clId="{0E96C34D-F066-4D44-8866-B6B98CBDDE83}" dt="2023-05-12T09:27:54.482" v="266" actId="164"/>
          <ac:cxnSpMkLst>
            <pc:docMk/>
            <pc:sldMk cId="1119496881" sldId="268"/>
            <ac:cxnSpMk id="441" creationId="{3B965686-2781-8B8F-529A-45417E7688D6}"/>
          </ac:cxnSpMkLst>
        </pc:cxnChg>
        <pc:cxnChg chg="add mod">
          <ac:chgData name="Vincent Straub" userId="cc81dce8-242d-424d-a3c5-7390e8e80d05" providerId="ADAL" clId="{0E96C34D-F066-4D44-8866-B6B98CBDDE83}" dt="2023-05-12T09:27:54.482" v="266" actId="164"/>
          <ac:cxnSpMkLst>
            <pc:docMk/>
            <pc:sldMk cId="1119496881" sldId="268"/>
            <ac:cxnSpMk id="442" creationId="{516A8808-0426-3D26-A3A9-682F1E5B5925}"/>
          </ac:cxnSpMkLst>
        </pc:cxnChg>
        <pc:cxnChg chg="add mod">
          <ac:chgData name="Vincent Straub" userId="cc81dce8-242d-424d-a3c5-7390e8e80d05" providerId="ADAL" clId="{0E96C34D-F066-4D44-8866-B6B98CBDDE83}" dt="2023-05-12T09:27:54.482" v="266" actId="164"/>
          <ac:cxnSpMkLst>
            <pc:docMk/>
            <pc:sldMk cId="1119496881" sldId="268"/>
            <ac:cxnSpMk id="443" creationId="{96DC2B0A-C08B-5704-EE87-E4C2DD7A419A}"/>
          </ac:cxnSpMkLst>
        </pc:cxnChg>
        <pc:cxnChg chg="add mod">
          <ac:chgData name="Vincent Straub" userId="cc81dce8-242d-424d-a3c5-7390e8e80d05" providerId="ADAL" clId="{0E96C34D-F066-4D44-8866-B6B98CBDDE83}" dt="2023-05-12T09:27:54.482" v="266" actId="164"/>
          <ac:cxnSpMkLst>
            <pc:docMk/>
            <pc:sldMk cId="1119496881" sldId="268"/>
            <ac:cxnSpMk id="444" creationId="{9954D42F-BB9A-1975-F3CD-B9C87B4C0FDD}"/>
          </ac:cxnSpMkLst>
        </pc:cxnChg>
        <pc:cxnChg chg="add mod">
          <ac:chgData name="Vincent Straub" userId="cc81dce8-242d-424d-a3c5-7390e8e80d05" providerId="ADAL" clId="{0E96C34D-F066-4D44-8866-B6B98CBDDE83}" dt="2023-05-12T09:27:54.482" v="266" actId="164"/>
          <ac:cxnSpMkLst>
            <pc:docMk/>
            <pc:sldMk cId="1119496881" sldId="268"/>
            <ac:cxnSpMk id="445" creationId="{FDBD75D3-82CC-CB7C-90EB-4E23D5EA4513}"/>
          </ac:cxnSpMkLst>
        </pc:cxnChg>
        <pc:cxnChg chg="add mod">
          <ac:chgData name="Vincent Straub" userId="cc81dce8-242d-424d-a3c5-7390e8e80d05" providerId="ADAL" clId="{0E96C34D-F066-4D44-8866-B6B98CBDDE83}" dt="2023-05-12T09:27:54.482" v="266" actId="164"/>
          <ac:cxnSpMkLst>
            <pc:docMk/>
            <pc:sldMk cId="1119496881" sldId="268"/>
            <ac:cxnSpMk id="446" creationId="{7DEFF02F-B86C-7004-761F-762652DEEA5A}"/>
          </ac:cxnSpMkLst>
        </pc:cxnChg>
        <pc:cxnChg chg="add mod">
          <ac:chgData name="Vincent Straub" userId="cc81dce8-242d-424d-a3c5-7390e8e80d05" providerId="ADAL" clId="{0E96C34D-F066-4D44-8866-B6B98CBDDE83}" dt="2023-05-12T09:27:54.482" v="266" actId="164"/>
          <ac:cxnSpMkLst>
            <pc:docMk/>
            <pc:sldMk cId="1119496881" sldId="268"/>
            <ac:cxnSpMk id="450" creationId="{2D1AE38D-DC1F-CDE5-631A-BEAC0AB10A5F}"/>
          </ac:cxnSpMkLst>
        </pc:cxnChg>
        <pc:cxnChg chg="add mod">
          <ac:chgData name="Vincent Straub" userId="cc81dce8-242d-424d-a3c5-7390e8e80d05" providerId="ADAL" clId="{0E96C34D-F066-4D44-8866-B6B98CBDDE83}" dt="2023-05-12T09:27:54.482" v="266" actId="164"/>
          <ac:cxnSpMkLst>
            <pc:docMk/>
            <pc:sldMk cId="1119496881" sldId="268"/>
            <ac:cxnSpMk id="451" creationId="{0EBEB1F4-01E8-EE86-837C-97C9D4BE422C}"/>
          </ac:cxnSpMkLst>
        </pc:cxnChg>
        <pc:cxnChg chg="add mod">
          <ac:chgData name="Vincent Straub" userId="cc81dce8-242d-424d-a3c5-7390e8e80d05" providerId="ADAL" clId="{0E96C34D-F066-4D44-8866-B6B98CBDDE83}" dt="2023-05-12T09:27:54.482" v="266" actId="164"/>
          <ac:cxnSpMkLst>
            <pc:docMk/>
            <pc:sldMk cId="1119496881" sldId="268"/>
            <ac:cxnSpMk id="452" creationId="{66DF6004-E139-E37A-EB2F-01B302ABC919}"/>
          </ac:cxnSpMkLst>
        </pc:cxnChg>
        <pc:cxnChg chg="add mod">
          <ac:chgData name="Vincent Straub" userId="cc81dce8-242d-424d-a3c5-7390e8e80d05" providerId="ADAL" clId="{0E96C34D-F066-4D44-8866-B6B98CBDDE83}" dt="2023-05-12T09:28:12.940" v="272" actId="478"/>
          <ac:cxnSpMkLst>
            <pc:docMk/>
            <pc:sldMk cId="1119496881" sldId="268"/>
            <ac:cxnSpMk id="454" creationId="{01FB2EE2-D9DD-4A48-57AB-F4E76D24B57D}"/>
          </ac:cxnSpMkLst>
        </pc:cxnChg>
        <pc:cxnChg chg="add mod">
          <ac:chgData name="Vincent Straub" userId="cc81dce8-242d-424d-a3c5-7390e8e80d05" providerId="ADAL" clId="{0E96C34D-F066-4D44-8866-B6B98CBDDE83}" dt="2023-05-12T09:28:12.940" v="272" actId="478"/>
          <ac:cxnSpMkLst>
            <pc:docMk/>
            <pc:sldMk cId="1119496881" sldId="268"/>
            <ac:cxnSpMk id="470" creationId="{B4861CEA-2B36-7746-8C36-1C4F05C98962}"/>
          </ac:cxnSpMkLst>
        </pc:cxnChg>
        <pc:cxnChg chg="add mod">
          <ac:chgData name="Vincent Straub" userId="cc81dce8-242d-424d-a3c5-7390e8e80d05" providerId="ADAL" clId="{0E96C34D-F066-4D44-8866-B6B98CBDDE83}" dt="2023-05-12T09:27:54.482" v="266" actId="164"/>
          <ac:cxnSpMkLst>
            <pc:docMk/>
            <pc:sldMk cId="1119496881" sldId="268"/>
            <ac:cxnSpMk id="480" creationId="{36377FE6-9D93-F913-CDB7-FC9598093915}"/>
          </ac:cxnSpMkLst>
        </pc:cxnChg>
        <pc:cxnChg chg="add mod">
          <ac:chgData name="Vincent Straub" userId="cc81dce8-242d-424d-a3c5-7390e8e80d05" providerId="ADAL" clId="{0E96C34D-F066-4D44-8866-B6B98CBDDE83}" dt="2023-05-12T09:27:54.482" v="266" actId="164"/>
          <ac:cxnSpMkLst>
            <pc:docMk/>
            <pc:sldMk cId="1119496881" sldId="268"/>
            <ac:cxnSpMk id="481" creationId="{EC9725E9-7BC3-9422-337B-A33AC79A56E0}"/>
          </ac:cxnSpMkLst>
        </pc:cxnChg>
        <pc:cxnChg chg="add mod">
          <ac:chgData name="Vincent Straub" userId="cc81dce8-242d-424d-a3c5-7390e8e80d05" providerId="ADAL" clId="{0E96C34D-F066-4D44-8866-B6B98CBDDE83}" dt="2023-05-12T09:28:12.940" v="272" actId="478"/>
          <ac:cxnSpMkLst>
            <pc:docMk/>
            <pc:sldMk cId="1119496881" sldId="268"/>
            <ac:cxnSpMk id="488" creationId="{A2648EDD-A10B-D81B-203D-7BDD7E9140BB}"/>
          </ac:cxnSpMkLst>
        </pc:cxnChg>
        <pc:cxnChg chg="add mod">
          <ac:chgData name="Vincent Straub" userId="cc81dce8-242d-424d-a3c5-7390e8e80d05" providerId="ADAL" clId="{0E96C34D-F066-4D44-8866-B6B98CBDDE83}" dt="2023-05-12T09:27:54.482" v="266" actId="164"/>
          <ac:cxnSpMkLst>
            <pc:docMk/>
            <pc:sldMk cId="1119496881" sldId="268"/>
            <ac:cxnSpMk id="500" creationId="{0B01C3DF-A8F0-20FE-234F-CEAB636DAFA3}"/>
          </ac:cxnSpMkLst>
        </pc:cxnChg>
        <pc:cxnChg chg="add mod">
          <ac:chgData name="Vincent Straub" userId="cc81dce8-242d-424d-a3c5-7390e8e80d05" providerId="ADAL" clId="{0E96C34D-F066-4D44-8866-B6B98CBDDE83}" dt="2023-05-12T09:27:54.482" v="266" actId="164"/>
          <ac:cxnSpMkLst>
            <pc:docMk/>
            <pc:sldMk cId="1119496881" sldId="268"/>
            <ac:cxnSpMk id="501" creationId="{FEEECF9D-379D-C945-0811-C0896A0F1CFB}"/>
          </ac:cxnSpMkLst>
        </pc:cxnChg>
        <pc:cxnChg chg="add mod">
          <ac:chgData name="Vincent Straub" userId="cc81dce8-242d-424d-a3c5-7390e8e80d05" providerId="ADAL" clId="{0E96C34D-F066-4D44-8866-B6B98CBDDE83}" dt="2023-05-12T09:27:54.482" v="266" actId="164"/>
          <ac:cxnSpMkLst>
            <pc:docMk/>
            <pc:sldMk cId="1119496881" sldId="268"/>
            <ac:cxnSpMk id="502" creationId="{BC73CD42-9342-72F6-2A75-4183E4A3469E}"/>
          </ac:cxnSpMkLst>
        </pc:cxnChg>
        <pc:cxnChg chg="add mod">
          <ac:chgData name="Vincent Straub" userId="cc81dce8-242d-424d-a3c5-7390e8e80d05" providerId="ADAL" clId="{0E96C34D-F066-4D44-8866-B6B98CBDDE83}" dt="2023-05-12T09:27:54.482" v="266" actId="164"/>
          <ac:cxnSpMkLst>
            <pc:docMk/>
            <pc:sldMk cId="1119496881" sldId="268"/>
            <ac:cxnSpMk id="503" creationId="{2748DF92-A67F-1332-C8A0-BAF6DFDFA28A}"/>
          </ac:cxnSpMkLst>
        </pc:cxnChg>
        <pc:cxnChg chg="add mod">
          <ac:chgData name="Vincent Straub" userId="cc81dce8-242d-424d-a3c5-7390e8e80d05" providerId="ADAL" clId="{0E96C34D-F066-4D44-8866-B6B98CBDDE83}" dt="2023-05-12T09:27:54.482" v="266" actId="164"/>
          <ac:cxnSpMkLst>
            <pc:docMk/>
            <pc:sldMk cId="1119496881" sldId="268"/>
            <ac:cxnSpMk id="517" creationId="{095C7186-53A7-AC41-49FA-9896A0A165C6}"/>
          </ac:cxnSpMkLst>
        </pc:cxnChg>
        <pc:cxnChg chg="add mod">
          <ac:chgData name="Vincent Straub" userId="cc81dce8-242d-424d-a3c5-7390e8e80d05" providerId="ADAL" clId="{0E96C34D-F066-4D44-8866-B6B98CBDDE83}" dt="2023-05-12T09:27:54.482" v="266" actId="164"/>
          <ac:cxnSpMkLst>
            <pc:docMk/>
            <pc:sldMk cId="1119496881" sldId="268"/>
            <ac:cxnSpMk id="518" creationId="{E735ACF2-45E4-945D-5C00-45F1657075F8}"/>
          </ac:cxnSpMkLst>
        </pc:cxnChg>
        <pc:cxnChg chg="add mod">
          <ac:chgData name="Vincent Straub" userId="cc81dce8-242d-424d-a3c5-7390e8e80d05" providerId="ADAL" clId="{0E96C34D-F066-4D44-8866-B6B98CBDDE83}" dt="2023-05-12T09:28:12.940" v="272" actId="478"/>
          <ac:cxnSpMkLst>
            <pc:docMk/>
            <pc:sldMk cId="1119496881" sldId="268"/>
            <ac:cxnSpMk id="519" creationId="{47B8EB17-536F-5FBA-9CD6-63B4D1F8FCCC}"/>
          </ac:cxnSpMkLst>
        </pc:cxnChg>
      </pc:sldChg>
      <pc:sldChg chg="delSp new del mod">
        <pc:chgData name="Vincent Straub" userId="cc81dce8-242d-424d-a3c5-7390e8e80d05" providerId="ADAL" clId="{0E96C34D-F066-4D44-8866-B6B98CBDDE83}" dt="2023-05-12T09:05:04.086" v="248" actId="2696"/>
        <pc:sldMkLst>
          <pc:docMk/>
          <pc:sldMk cId="3462799815" sldId="268"/>
        </pc:sldMkLst>
        <pc:spChg chg="del">
          <ac:chgData name="Vincent Straub" userId="cc81dce8-242d-424d-a3c5-7390e8e80d05" providerId="ADAL" clId="{0E96C34D-F066-4D44-8866-B6B98CBDDE83}" dt="2023-05-12T09:05:00.973" v="245" actId="478"/>
          <ac:spMkLst>
            <pc:docMk/>
            <pc:sldMk cId="3462799815" sldId="268"/>
            <ac:spMk id="2" creationId="{67EE51F3-7736-61C4-2F38-63CA7A9E86E8}"/>
          </ac:spMkLst>
        </pc:spChg>
        <pc:spChg chg="del">
          <ac:chgData name="Vincent Straub" userId="cc81dce8-242d-424d-a3c5-7390e8e80d05" providerId="ADAL" clId="{0E96C34D-F066-4D44-8866-B6B98CBDDE83}" dt="2023-05-12T09:04:52.840" v="244" actId="478"/>
          <ac:spMkLst>
            <pc:docMk/>
            <pc:sldMk cId="3462799815" sldId="268"/>
            <ac:spMk id="3" creationId="{312C4E06-B522-8A80-69F9-4E039BBDE2E1}"/>
          </ac:spMkLst>
        </pc:spChg>
        <pc:spChg chg="del">
          <ac:chgData name="Vincent Straub" userId="cc81dce8-242d-424d-a3c5-7390e8e80d05" providerId="ADAL" clId="{0E96C34D-F066-4D44-8866-B6B98CBDDE83}" dt="2023-05-12T09:04:52.840" v="244" actId="478"/>
          <ac:spMkLst>
            <pc:docMk/>
            <pc:sldMk cId="3462799815" sldId="268"/>
            <ac:spMk id="4" creationId="{7B2A7348-A55F-6E2F-3BFA-F45108CE514D}"/>
          </ac:spMkLst>
        </pc:spChg>
        <pc:spChg chg="del">
          <ac:chgData name="Vincent Straub" userId="cc81dce8-242d-424d-a3c5-7390e8e80d05" providerId="ADAL" clId="{0E96C34D-F066-4D44-8866-B6B98CBDDE83}" dt="2023-05-12T09:04:52.840" v="244" actId="478"/>
          <ac:spMkLst>
            <pc:docMk/>
            <pc:sldMk cId="3462799815" sldId="268"/>
            <ac:spMk id="5" creationId="{1906FC1C-0DE6-FFF2-EB25-6922FDCBF0E8}"/>
          </ac:spMkLst>
        </pc:spChg>
      </pc:sldChg>
      <pc:sldChg chg="modSp new del mod">
        <pc:chgData name="Vincent Straub" userId="cc81dce8-242d-424d-a3c5-7390e8e80d05" providerId="ADAL" clId="{0E96C34D-F066-4D44-8866-B6B98CBDDE83}" dt="2023-05-12T09:29:36.598" v="282" actId="2696"/>
        <pc:sldMkLst>
          <pc:docMk/>
          <pc:sldMk cId="26266071" sldId="269"/>
        </pc:sldMkLst>
        <pc:spChg chg="mod">
          <ac:chgData name="Vincent Straub" userId="cc81dce8-242d-424d-a3c5-7390e8e80d05" providerId="ADAL" clId="{0E96C34D-F066-4D44-8866-B6B98CBDDE83}" dt="2023-05-12T09:29:26.227" v="281" actId="27636"/>
          <ac:spMkLst>
            <pc:docMk/>
            <pc:sldMk cId="26266071" sldId="269"/>
            <ac:spMk id="3" creationId="{151330F8-1D22-332E-3767-1B0A02BB3E2B}"/>
          </ac:spMkLst>
        </pc:spChg>
      </pc:sldChg>
      <pc:sldChg chg="add del">
        <pc:chgData name="Vincent Straub" userId="cc81dce8-242d-424d-a3c5-7390e8e80d05" providerId="ADAL" clId="{0E96C34D-F066-4D44-8866-B6B98CBDDE83}" dt="2023-05-12T09:05:03.268" v="247" actId="2696"/>
        <pc:sldMkLst>
          <pc:docMk/>
          <pc:sldMk cId="3964178289" sldId="269"/>
        </pc:sldMkLst>
      </pc:sldChg>
    </pc:docChg>
  </pc:docChgLst>
  <pc:docChgLst>
    <pc:chgData name="Vincent Straub" userId="S::vstraub@turing.ac.uk::cc81dce8-242d-424d-a3c5-7390e8e80d05" providerId="AD" clId="Web-{959F07B4-B1D1-57A2-7B9D-1D2278820AA8}"/>
    <pc:docChg chg="addSld modSld">
      <pc:chgData name="Vincent Straub" userId="S::vstraub@turing.ac.uk::cc81dce8-242d-424d-a3c5-7390e8e80d05" providerId="AD" clId="Web-{959F07B4-B1D1-57A2-7B9D-1D2278820AA8}" dt="2022-07-20T12:08:57.881" v="83" actId="20577"/>
      <pc:docMkLst>
        <pc:docMk/>
      </pc:docMkLst>
      <pc:sldChg chg="addSp delSp modSp">
        <pc:chgData name="Vincent Straub" userId="S::vstraub@turing.ac.uk::cc81dce8-242d-424d-a3c5-7390e8e80d05" providerId="AD" clId="Web-{959F07B4-B1D1-57A2-7B9D-1D2278820AA8}" dt="2022-07-20T11:55:11.552" v="32"/>
        <pc:sldMkLst>
          <pc:docMk/>
          <pc:sldMk cId="250490490" sldId="316"/>
        </pc:sldMkLst>
        <pc:spChg chg="mod">
          <ac:chgData name="Vincent Straub" userId="S::vstraub@turing.ac.uk::cc81dce8-242d-424d-a3c5-7390e8e80d05" providerId="AD" clId="Web-{959F07B4-B1D1-57A2-7B9D-1D2278820AA8}" dt="2022-07-20T11:55:01.598" v="28" actId="20577"/>
          <ac:spMkLst>
            <pc:docMk/>
            <pc:sldMk cId="250490490" sldId="316"/>
            <ac:spMk id="3" creationId="{7B15C4DB-93FC-78CB-F24A-B3DA63E2F29F}"/>
          </ac:spMkLst>
        </pc:spChg>
        <pc:spChg chg="add del">
          <ac:chgData name="Vincent Straub" userId="S::vstraub@turing.ac.uk::cc81dce8-242d-424d-a3c5-7390e8e80d05" providerId="AD" clId="Web-{959F07B4-B1D1-57A2-7B9D-1D2278820AA8}" dt="2022-07-20T11:55:11.552" v="32"/>
          <ac:spMkLst>
            <pc:docMk/>
            <pc:sldMk cId="250490490" sldId="316"/>
            <ac:spMk id="8" creationId="{8BD04BA9-F8D6-C2BD-971B-9CAF8F65AF1D}"/>
          </ac:spMkLst>
        </pc:spChg>
        <pc:spChg chg="add del">
          <ac:chgData name="Vincent Straub" userId="S::vstraub@turing.ac.uk::cc81dce8-242d-424d-a3c5-7390e8e80d05" providerId="AD" clId="Web-{959F07B4-B1D1-57A2-7B9D-1D2278820AA8}" dt="2022-07-20T11:55:11.552" v="31"/>
          <ac:spMkLst>
            <pc:docMk/>
            <pc:sldMk cId="250490490" sldId="316"/>
            <ac:spMk id="10" creationId="{4C23050B-E877-AF1D-F6CE-155E89E20C96}"/>
          </ac:spMkLst>
        </pc:spChg>
      </pc:sldChg>
      <pc:sldChg chg="modSp add replId">
        <pc:chgData name="Vincent Straub" userId="S::vstraub@turing.ac.uk::cc81dce8-242d-424d-a3c5-7390e8e80d05" providerId="AD" clId="Web-{959F07B4-B1D1-57A2-7B9D-1D2278820AA8}" dt="2022-07-20T12:03:01.333" v="69" actId="20577"/>
        <pc:sldMkLst>
          <pc:docMk/>
          <pc:sldMk cId="3347309993" sldId="317"/>
        </pc:sldMkLst>
        <pc:spChg chg="mod">
          <ac:chgData name="Vincent Straub" userId="S::vstraub@turing.ac.uk::cc81dce8-242d-424d-a3c5-7390e8e80d05" providerId="AD" clId="Web-{959F07B4-B1D1-57A2-7B9D-1D2278820AA8}" dt="2022-07-20T12:03:01.333" v="69" actId="20577"/>
          <ac:spMkLst>
            <pc:docMk/>
            <pc:sldMk cId="3347309993" sldId="317"/>
            <ac:spMk id="3" creationId="{7B15C4DB-93FC-78CB-F24A-B3DA63E2F29F}"/>
          </ac:spMkLst>
        </pc:spChg>
      </pc:sldChg>
      <pc:sldChg chg="modSp add replId">
        <pc:chgData name="Vincent Straub" userId="S::vstraub@turing.ac.uk::cc81dce8-242d-424d-a3c5-7390e8e80d05" providerId="AD" clId="Web-{959F07B4-B1D1-57A2-7B9D-1D2278820AA8}" dt="2022-07-20T12:08:57.881" v="83" actId="20577"/>
        <pc:sldMkLst>
          <pc:docMk/>
          <pc:sldMk cId="1323635191" sldId="318"/>
        </pc:sldMkLst>
        <pc:spChg chg="mod">
          <ac:chgData name="Vincent Straub" userId="S::vstraub@turing.ac.uk::cc81dce8-242d-424d-a3c5-7390e8e80d05" providerId="AD" clId="Web-{959F07B4-B1D1-57A2-7B9D-1D2278820AA8}" dt="2022-07-20T12:08:57.881" v="83" actId="20577"/>
          <ac:spMkLst>
            <pc:docMk/>
            <pc:sldMk cId="1323635191" sldId="318"/>
            <ac:spMk id="3" creationId="{7B15C4DB-93FC-78CB-F24A-B3DA63E2F29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3D1446-61AF-0449-956F-450E5E04A413}" type="datetimeFigureOut">
              <a:rPr lang="en-US" smtClean="0"/>
              <a:t>8/9/2023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DDED7-59FE-7E4B-AE54-8B00109F86DA}" type="slidenum">
              <a:rPr lang="en-US" smtClean="0"/>
              <a:t>‹#›</a:t>
            </a:fld>
            <a:endParaRPr lang="en-US"/>
          </a:p>
        </p:txBody>
      </p:sp>
    </p:spTree>
    <p:extLst>
      <p:ext uri="{BB962C8B-B14F-4D97-AF65-F5344CB8AC3E}">
        <p14:creationId xmlns:p14="http://schemas.microsoft.com/office/powerpoint/2010/main" val="3090479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09/08/2023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09/08/2023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09/08/2023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09/08/2023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09/08/2023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09/08/2023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09/08/2023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09/08/2023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09/08/2023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ntro Slid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75999" y="576000"/>
            <a:ext cx="7728000" cy="5376000"/>
          </a:xfrm>
        </p:spPr>
        <p:txBody>
          <a:bodyPr/>
          <a:lstStyle>
            <a:lvl1pPr>
              <a:lnSpc>
                <a:spcPct val="85000"/>
              </a:lnSpc>
              <a:defRPr sz="2800" b="0"/>
            </a:lvl1pPr>
            <a:lvl3pPr marL="311992" indent="-311992">
              <a:defRPr/>
            </a:lvl3pPr>
            <a:lvl4pPr marL="623984" indent="-311992">
              <a:defRPr/>
            </a:lvl4pPr>
            <a:lvl5pPr marL="935977" indent="-311992">
              <a:defRPr/>
            </a:lvl5pPr>
            <a:lvl6pPr>
              <a:defRPr/>
            </a:lvl6pPr>
          </a:lstStyle>
          <a:p>
            <a:pPr lvl="0"/>
            <a:r>
              <a:rPr lang="en-GB"/>
              <a:t>Click to add Master Intro text</a:t>
            </a:r>
            <a:endParaRPr lang="en-US"/>
          </a:p>
        </p:txBody>
      </p:sp>
      <p:sp>
        <p:nvSpPr>
          <p:cNvPr id="4" name="Date Placeholder 3"/>
          <p:cNvSpPr>
            <a:spLocks noGrp="1"/>
          </p:cNvSpPr>
          <p:nvPr>
            <p:ph type="dt" sz="half" idx="10"/>
          </p:nvPr>
        </p:nvSpPr>
        <p:spPr/>
        <p:txBody>
          <a:bodyPr/>
          <a:lstStyle/>
          <a:p>
            <a:r>
              <a:rPr lang="en-US"/>
              <a:t>23/09/2016</a:t>
            </a:r>
            <a:endParaRPr lang="en-GB"/>
          </a:p>
        </p:txBody>
      </p:sp>
      <p:sp>
        <p:nvSpPr>
          <p:cNvPr id="5" name="Footer Placeholder 4"/>
          <p:cNvSpPr>
            <a:spLocks noGrp="1"/>
          </p:cNvSpPr>
          <p:nvPr>
            <p:ph type="ftr" sz="quarter" idx="11"/>
          </p:nvPr>
        </p:nvSpPr>
        <p:spPr/>
        <p:txBody>
          <a:bodyPr/>
          <a:lstStyle/>
          <a:p>
            <a:r>
              <a:rPr lang="en-GB"/>
              <a:t>Presentation Title</a:t>
            </a:r>
          </a:p>
        </p:txBody>
      </p:sp>
      <p:sp>
        <p:nvSpPr>
          <p:cNvPr id="6" name="Slide Number Placeholder 5"/>
          <p:cNvSpPr>
            <a:spLocks noGrp="1"/>
          </p:cNvSpPr>
          <p:nvPr>
            <p:ph type="sldNum" sz="quarter" idx="12"/>
          </p:nvPr>
        </p:nvSpPr>
        <p:spPr/>
        <p:txBody>
          <a:bodyPr/>
          <a:lstStyle/>
          <a:p>
            <a:fld id="{0B868178-02AE-42FC-958D-6B8F13B60175}" type="slidenum">
              <a:rPr lang="en-GB" smtClean="0"/>
              <a:t>‹#›</a:t>
            </a:fld>
            <a:endParaRPr lang="en-GB"/>
          </a:p>
        </p:txBody>
      </p:sp>
      <p:sp>
        <p:nvSpPr>
          <p:cNvPr id="8" name="Picture Placeholder 10"/>
          <p:cNvSpPr>
            <a:spLocks noGrp="1"/>
          </p:cNvSpPr>
          <p:nvPr>
            <p:ph type="pic" sz="quarter" idx="20" hasCustomPrompt="1"/>
          </p:nvPr>
        </p:nvSpPr>
        <p:spPr>
          <a:xfrm>
            <a:off x="576000" y="456000"/>
            <a:ext cx="11040000" cy="38400"/>
          </a:xfrm>
          <a:solidFill>
            <a:schemeClr val="tx1"/>
          </a:solidFill>
        </p:spPr>
        <p:txBody>
          <a:bodyPr/>
          <a:lstStyle>
            <a:lvl1pPr>
              <a:defRPr sz="133" b="0" baseline="0">
                <a:solidFill>
                  <a:schemeClr val="tx1"/>
                </a:solidFill>
              </a:defRPr>
            </a:lvl1pPr>
          </a:lstStyle>
          <a:p>
            <a:r>
              <a:rPr lang="en-GB"/>
              <a:t> </a:t>
            </a:r>
          </a:p>
        </p:txBody>
      </p:sp>
    </p:spTree>
    <p:extLst>
      <p:ext uri="{BB962C8B-B14F-4D97-AF65-F5344CB8AC3E}">
        <p14:creationId xmlns:p14="http://schemas.microsoft.com/office/powerpoint/2010/main" val="598757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ext &amp; Image">
    <p:spTree>
      <p:nvGrpSpPr>
        <p:cNvPr id="1" name=""/>
        <p:cNvGrpSpPr/>
        <p:nvPr/>
      </p:nvGrpSpPr>
      <p:grpSpPr>
        <a:xfrm>
          <a:off x="0" y="0"/>
          <a:ext cx="0" cy="0"/>
          <a:chOff x="0" y="0"/>
          <a:chExt cx="0" cy="0"/>
        </a:xfrm>
      </p:grpSpPr>
      <p:sp>
        <p:nvSpPr>
          <p:cNvPr id="2" name="Title 1"/>
          <p:cNvSpPr>
            <a:spLocks noGrp="1"/>
          </p:cNvSpPr>
          <p:nvPr>
            <p:ph type="title"/>
          </p:nvPr>
        </p:nvSpPr>
        <p:spPr>
          <a:xfrm>
            <a:off x="576000" y="576000"/>
            <a:ext cx="5232000" cy="624000"/>
          </a:xfrm>
        </p:spPr>
        <p:txBody>
          <a:bodyPr/>
          <a:lstStyle/>
          <a:p>
            <a:r>
              <a:rPr lang="en-US"/>
              <a:t>Click to edit Master title style</a:t>
            </a:r>
            <a:endParaRPr lang="en-GB"/>
          </a:p>
        </p:txBody>
      </p:sp>
      <p:sp>
        <p:nvSpPr>
          <p:cNvPr id="3" name="Content Placeholder 2"/>
          <p:cNvSpPr>
            <a:spLocks noGrp="1"/>
          </p:cNvSpPr>
          <p:nvPr>
            <p:ph sz="half" idx="1"/>
          </p:nvPr>
        </p:nvSpPr>
        <p:spPr>
          <a:xfrm>
            <a:off x="576000" y="1632000"/>
            <a:ext cx="5232000" cy="4320000"/>
          </a:xfrm>
        </p:spPr>
        <p:txBody>
          <a:bodyPr/>
          <a:lstStyle>
            <a:lvl1pPr>
              <a:defRPr sz="1733"/>
            </a:lvl1pPr>
            <a:lvl2pPr>
              <a:defRPr sz="1733"/>
            </a:lvl2pPr>
            <a:lvl3pPr indent="-239994">
              <a:defRPr sz="1733"/>
            </a:lvl3pPr>
            <a:lvl4pPr indent="-239994">
              <a:defRPr sz="1733"/>
            </a:lvl4pPr>
            <a:lvl5pPr indent="-239994">
              <a:defRPr sz="1733"/>
            </a:lvl5pPr>
            <a:lvl6pPr indent="-239994">
              <a:defRPr sz="1733" baseline="0"/>
            </a:lvl6pPr>
            <a:lvl7pPr indent="-239994">
              <a:defRPr sz="1733"/>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r>
              <a:rPr lang="en-US"/>
              <a:t>23/09/2016</a:t>
            </a:r>
            <a:endParaRPr lang="en-GB"/>
          </a:p>
        </p:txBody>
      </p:sp>
      <p:sp>
        <p:nvSpPr>
          <p:cNvPr id="6" name="Footer Placeholder 5"/>
          <p:cNvSpPr>
            <a:spLocks noGrp="1"/>
          </p:cNvSpPr>
          <p:nvPr>
            <p:ph type="ftr" sz="quarter" idx="11"/>
          </p:nvPr>
        </p:nvSpPr>
        <p:spPr/>
        <p:txBody>
          <a:bodyPr/>
          <a:lstStyle/>
          <a:p>
            <a:r>
              <a:rPr lang="en-GB"/>
              <a:t>Presentation Title</a:t>
            </a:r>
          </a:p>
        </p:txBody>
      </p:sp>
      <p:sp>
        <p:nvSpPr>
          <p:cNvPr id="7" name="Slide Number Placeholder 6"/>
          <p:cNvSpPr>
            <a:spLocks noGrp="1"/>
          </p:cNvSpPr>
          <p:nvPr>
            <p:ph type="sldNum" sz="quarter" idx="12"/>
          </p:nvPr>
        </p:nvSpPr>
        <p:spPr/>
        <p:txBody>
          <a:bodyPr/>
          <a:lstStyle/>
          <a:p>
            <a:fld id="{0B868178-02AE-42FC-958D-6B8F13B60175}" type="slidenum">
              <a:rPr lang="en-GB" smtClean="0"/>
              <a:t>‹#›</a:t>
            </a:fld>
            <a:endParaRPr lang="en-GB"/>
          </a:p>
        </p:txBody>
      </p:sp>
      <p:sp>
        <p:nvSpPr>
          <p:cNvPr id="9" name="Picture Placeholder 8"/>
          <p:cNvSpPr>
            <a:spLocks noGrp="1"/>
          </p:cNvSpPr>
          <p:nvPr>
            <p:ph type="pic" sz="quarter" idx="13"/>
          </p:nvPr>
        </p:nvSpPr>
        <p:spPr>
          <a:xfrm>
            <a:off x="6384000" y="576000"/>
            <a:ext cx="5232000" cy="5232000"/>
          </a:xfrm>
        </p:spPr>
        <p:txBody>
          <a:bodyPr/>
          <a:lstStyle>
            <a:lvl1pPr>
              <a:defRPr sz="1600" b="0"/>
            </a:lvl1pPr>
          </a:lstStyle>
          <a:p>
            <a:r>
              <a:rPr lang="en-US"/>
              <a:t>Click icon to add picture</a:t>
            </a:r>
            <a:endParaRPr lang="en-GB"/>
          </a:p>
        </p:txBody>
      </p:sp>
    </p:spTree>
    <p:extLst>
      <p:ext uri="{BB962C8B-B14F-4D97-AF65-F5344CB8AC3E}">
        <p14:creationId xmlns:p14="http://schemas.microsoft.com/office/powerpoint/2010/main" val="568025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Slide with Polygon (light bg)">
    <p:spTree>
      <p:nvGrpSpPr>
        <p:cNvPr id="1" name=""/>
        <p:cNvGrpSpPr/>
        <p:nvPr/>
      </p:nvGrpSpPr>
      <p:grpSpPr>
        <a:xfrm>
          <a:off x="0" y="0"/>
          <a:ext cx="0" cy="0"/>
          <a:chOff x="0" y="0"/>
          <a:chExt cx="0" cy="0"/>
        </a:xfrm>
      </p:grpSpPr>
      <p:sp>
        <p:nvSpPr>
          <p:cNvPr id="15" name="Picture Placeholder 14"/>
          <p:cNvSpPr>
            <a:spLocks noGrp="1"/>
          </p:cNvSpPr>
          <p:nvPr>
            <p:ph type="pic" sz="quarter" idx="13" hasCustomPrompt="1"/>
          </p:nvPr>
        </p:nvSpPr>
        <p:spPr>
          <a:xfrm>
            <a:off x="5050368" y="0"/>
            <a:ext cx="7141633" cy="6096000"/>
          </a:xfrm>
          <a:custGeom>
            <a:avLst/>
            <a:gdLst>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0 w 5356225"/>
              <a:gd name="connsiteY6" fmla="*/ 4572000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2925147 w 5356225"/>
              <a:gd name="connsiteY6" fmla="*/ 2430624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289041 w 5356225"/>
              <a:gd name="connsiteY6" fmla="*/ 2206689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820886 w 5356225"/>
              <a:gd name="connsiteY6" fmla="*/ 1870787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359021 w 5356225"/>
              <a:gd name="connsiteY6" fmla="*/ 2006081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1 w 5356225"/>
              <a:gd name="connsiteY5" fmla="*/ 2006081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99502 w 5356225"/>
              <a:gd name="connsiteY5" fmla="*/ 1975124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0 w 5356225"/>
              <a:gd name="connsiteY5" fmla="*/ 2013224 h 4572000"/>
              <a:gd name="connsiteX6" fmla="*/ 0 w 5356225"/>
              <a:gd name="connsiteY6" fmla="*/ 0 h 457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6225" h="4572000">
                <a:moveTo>
                  <a:pt x="0" y="0"/>
                </a:moveTo>
                <a:lnTo>
                  <a:pt x="5356225" y="0"/>
                </a:lnTo>
                <a:lnTo>
                  <a:pt x="5356225" y="0"/>
                </a:lnTo>
                <a:lnTo>
                  <a:pt x="5356225" y="4572000"/>
                </a:lnTo>
                <a:lnTo>
                  <a:pt x="5356225" y="4572000"/>
                </a:lnTo>
                <a:lnTo>
                  <a:pt x="3359020" y="2013224"/>
                </a:lnTo>
                <a:lnTo>
                  <a:pt x="0" y="0"/>
                </a:lnTo>
                <a:close/>
              </a:path>
            </a:pathLst>
          </a:custGeom>
          <a:solidFill>
            <a:schemeClr val="accent5"/>
          </a:solidFill>
        </p:spPr>
        <p:txBody>
          <a:bodyPr/>
          <a:lstStyle>
            <a:lvl1pPr algn="r">
              <a:defRPr/>
            </a:lvl1pPr>
          </a:lstStyle>
          <a:p>
            <a:r>
              <a:rPr lang="en-GB"/>
              <a:t> </a:t>
            </a:r>
          </a:p>
        </p:txBody>
      </p:sp>
      <p:sp>
        <p:nvSpPr>
          <p:cNvPr id="2" name="Date Placeholder 1"/>
          <p:cNvSpPr>
            <a:spLocks noGrp="1"/>
          </p:cNvSpPr>
          <p:nvPr>
            <p:ph type="dt" sz="half" idx="10"/>
          </p:nvPr>
        </p:nvSpPr>
        <p:spPr/>
        <p:txBody>
          <a:bodyPr/>
          <a:lstStyle>
            <a:lvl1pPr>
              <a:defRPr>
                <a:solidFill>
                  <a:schemeClr val="tx1"/>
                </a:solidFill>
              </a:defRPr>
            </a:lvl1pPr>
          </a:lstStyle>
          <a:p>
            <a:r>
              <a:rPr lang="en-US"/>
              <a:t>23/09/2016</a:t>
            </a:r>
            <a:endParaRPr lang="en-GB"/>
          </a:p>
        </p:txBody>
      </p:sp>
      <p:sp>
        <p:nvSpPr>
          <p:cNvPr id="3" name="Footer Placeholder 2"/>
          <p:cNvSpPr>
            <a:spLocks noGrp="1"/>
          </p:cNvSpPr>
          <p:nvPr>
            <p:ph type="ftr" sz="quarter" idx="11"/>
          </p:nvPr>
        </p:nvSpPr>
        <p:spPr/>
        <p:txBody>
          <a:bodyPr/>
          <a:lstStyle>
            <a:lvl1pPr>
              <a:defRPr>
                <a:solidFill>
                  <a:schemeClr val="tx1"/>
                </a:solidFill>
              </a:defRPr>
            </a:lvl1pPr>
          </a:lstStyle>
          <a:p>
            <a:r>
              <a:rPr lang="en-GB"/>
              <a:t>Presentation Title</a:t>
            </a:r>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0B868178-02AE-42FC-958D-6B8F13B60175}" type="slidenum">
              <a:rPr lang="en-GB" smtClean="0"/>
              <a:pPr/>
              <a:t>‹#›</a:t>
            </a:fld>
            <a:endParaRPr lang="en-GB"/>
          </a:p>
        </p:txBody>
      </p:sp>
      <p:sp>
        <p:nvSpPr>
          <p:cNvPr id="5" name="TextBox 4"/>
          <p:cNvSpPr txBox="1"/>
          <p:nvPr userDrawn="1"/>
        </p:nvSpPr>
        <p:spPr>
          <a:xfrm>
            <a:off x="1728000" y="6297600"/>
            <a:ext cx="4800000" cy="192000"/>
          </a:xfrm>
          <a:prstGeom prst="rect">
            <a:avLst/>
          </a:prstGeom>
          <a:noFill/>
        </p:spPr>
        <p:txBody>
          <a:bodyPr wrap="square" lIns="0" tIns="0" rIns="0" bIns="0" rtlCol="0" anchor="b" anchorCtr="0">
            <a:noAutofit/>
          </a:bodyPr>
          <a:lstStyle/>
          <a:p>
            <a: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pPr>
            <a:r>
              <a:rPr kumimoji="0" lang="en-GB" sz="1067" b="0" i="0" u="none" strike="noStrike" kern="1200" cap="none" spc="0" normalizeH="0" baseline="0" noProof="0">
                <a:ln>
                  <a:noFill/>
                </a:ln>
                <a:solidFill>
                  <a:schemeClr val="tx1"/>
                </a:solidFill>
                <a:effectLst/>
                <a:uLnTx/>
                <a:uFillTx/>
                <a:latin typeface="+mn-lt"/>
                <a:ea typeface="+mn-ea"/>
                <a:cs typeface="+mn-cs"/>
              </a:rPr>
              <a:t>The Alan Turing Institute</a:t>
            </a:r>
          </a:p>
        </p:txBody>
      </p:sp>
      <p:cxnSp>
        <p:nvCxnSpPr>
          <p:cNvPr id="6" name="Straight Connector 5"/>
          <p:cNvCxnSpPr/>
          <p:nvPr userDrawn="1"/>
        </p:nvCxnSpPr>
        <p:spPr>
          <a:xfrm>
            <a:off x="576000" y="6288000"/>
            <a:ext cx="11040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title"/>
          </p:nvPr>
        </p:nvSpPr>
        <p:spPr>
          <a:xfrm>
            <a:off x="576000" y="2640000"/>
            <a:ext cx="11040000" cy="816000"/>
          </a:xfrm>
        </p:spPr>
        <p:txBody>
          <a:bodyPr/>
          <a:lstStyle>
            <a:lvl1pPr>
              <a:defRPr sz="7333" b="0">
                <a:solidFill>
                  <a:schemeClr val="tx1"/>
                </a:solidFill>
              </a:defRPr>
            </a:lvl1pPr>
          </a:lstStyle>
          <a:p>
            <a:r>
              <a:rPr lang="en-US"/>
              <a:t>Click to edit Master title style</a:t>
            </a:r>
            <a:endParaRPr lang="en-GB"/>
          </a:p>
        </p:txBody>
      </p:sp>
      <p:sp>
        <p:nvSpPr>
          <p:cNvPr id="10" name="Subtitle 2"/>
          <p:cNvSpPr>
            <a:spLocks noGrp="1"/>
          </p:cNvSpPr>
          <p:nvPr>
            <p:ph type="subTitle" idx="1"/>
          </p:nvPr>
        </p:nvSpPr>
        <p:spPr>
          <a:xfrm>
            <a:off x="576000" y="3552000"/>
            <a:ext cx="11040000" cy="720000"/>
          </a:xfrm>
        </p:spPr>
        <p:txBody>
          <a:bodyPr/>
          <a:lstStyle>
            <a:lvl1pPr marL="0" indent="0" algn="l">
              <a:lnSpc>
                <a:spcPct val="85000"/>
              </a:lnSpc>
              <a:buNone/>
              <a:defRPr sz="4533" b="0">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GB"/>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3618" y="579967"/>
            <a:ext cx="1841733" cy="768000"/>
          </a:xfrm>
          <a:prstGeom prst="rect">
            <a:avLst/>
          </a:prstGeom>
        </p:spPr>
      </p:pic>
      <p:sp>
        <p:nvSpPr>
          <p:cNvPr id="16" name="Picture Placeholder 10"/>
          <p:cNvSpPr>
            <a:spLocks noGrp="1"/>
          </p:cNvSpPr>
          <p:nvPr>
            <p:ph type="pic" sz="quarter" idx="14" hasCustomPrompt="1"/>
          </p:nvPr>
        </p:nvSpPr>
        <p:spPr>
          <a:xfrm>
            <a:off x="576000" y="2472000"/>
            <a:ext cx="11040000" cy="38400"/>
          </a:xfrm>
          <a:solidFill>
            <a:schemeClr val="tx1"/>
          </a:solidFill>
        </p:spPr>
        <p:txBody>
          <a:bodyPr/>
          <a:lstStyle>
            <a:lvl1pPr>
              <a:defRPr sz="133" b="0" baseline="0">
                <a:solidFill>
                  <a:schemeClr val="tx1"/>
                </a:solidFill>
              </a:defRPr>
            </a:lvl1pPr>
          </a:lstStyle>
          <a:p>
            <a:r>
              <a:rPr lang="en-GB"/>
              <a:t> </a:t>
            </a:r>
          </a:p>
        </p:txBody>
      </p:sp>
    </p:spTree>
    <p:extLst>
      <p:ext uri="{BB962C8B-B14F-4D97-AF65-F5344CB8AC3E}">
        <p14:creationId xmlns:p14="http://schemas.microsoft.com/office/powerpoint/2010/main" val="2054372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Slide with Polygon (dark bg)">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12" name="Picture Placeholder 14"/>
          <p:cNvSpPr>
            <a:spLocks noGrp="1"/>
          </p:cNvSpPr>
          <p:nvPr>
            <p:ph type="pic" sz="quarter" idx="13" hasCustomPrompt="1"/>
          </p:nvPr>
        </p:nvSpPr>
        <p:spPr>
          <a:xfrm>
            <a:off x="5050368" y="0"/>
            <a:ext cx="7141633" cy="6096000"/>
          </a:xfrm>
          <a:custGeom>
            <a:avLst/>
            <a:gdLst>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0 w 5356225"/>
              <a:gd name="connsiteY6" fmla="*/ 4572000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2925147 w 5356225"/>
              <a:gd name="connsiteY6" fmla="*/ 2430624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289041 w 5356225"/>
              <a:gd name="connsiteY6" fmla="*/ 2206689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820886 w 5356225"/>
              <a:gd name="connsiteY6" fmla="*/ 1870787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0 w 5356225"/>
              <a:gd name="connsiteY5" fmla="*/ 4572000 h 4572000"/>
              <a:gd name="connsiteX6" fmla="*/ 3359021 w 5356225"/>
              <a:gd name="connsiteY6" fmla="*/ 2006081 h 4572000"/>
              <a:gd name="connsiteX7" fmla="*/ 0 w 5356225"/>
              <a:gd name="connsiteY7"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1 w 5356225"/>
              <a:gd name="connsiteY5" fmla="*/ 2006081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99502 w 5356225"/>
              <a:gd name="connsiteY5" fmla="*/ 1975124 h 4572000"/>
              <a:gd name="connsiteX6" fmla="*/ 0 w 5356225"/>
              <a:gd name="connsiteY6" fmla="*/ 0 h 4572000"/>
              <a:gd name="connsiteX0" fmla="*/ 0 w 5356225"/>
              <a:gd name="connsiteY0" fmla="*/ 0 h 4572000"/>
              <a:gd name="connsiteX1" fmla="*/ 5356225 w 5356225"/>
              <a:gd name="connsiteY1" fmla="*/ 0 h 4572000"/>
              <a:gd name="connsiteX2" fmla="*/ 5356225 w 5356225"/>
              <a:gd name="connsiteY2" fmla="*/ 0 h 4572000"/>
              <a:gd name="connsiteX3" fmla="*/ 5356225 w 5356225"/>
              <a:gd name="connsiteY3" fmla="*/ 4572000 h 4572000"/>
              <a:gd name="connsiteX4" fmla="*/ 5356225 w 5356225"/>
              <a:gd name="connsiteY4" fmla="*/ 4572000 h 4572000"/>
              <a:gd name="connsiteX5" fmla="*/ 3359020 w 5356225"/>
              <a:gd name="connsiteY5" fmla="*/ 2013224 h 4572000"/>
              <a:gd name="connsiteX6" fmla="*/ 0 w 5356225"/>
              <a:gd name="connsiteY6" fmla="*/ 0 h 457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56225" h="4572000">
                <a:moveTo>
                  <a:pt x="0" y="0"/>
                </a:moveTo>
                <a:lnTo>
                  <a:pt x="5356225" y="0"/>
                </a:lnTo>
                <a:lnTo>
                  <a:pt x="5356225" y="0"/>
                </a:lnTo>
                <a:lnTo>
                  <a:pt x="5356225" y="4572000"/>
                </a:lnTo>
                <a:lnTo>
                  <a:pt x="5356225" y="4572000"/>
                </a:lnTo>
                <a:lnTo>
                  <a:pt x="3359020" y="2013224"/>
                </a:lnTo>
                <a:lnTo>
                  <a:pt x="0" y="0"/>
                </a:lnTo>
                <a:close/>
              </a:path>
            </a:pathLst>
          </a:custGeom>
          <a:solidFill>
            <a:schemeClr val="accent5"/>
          </a:solidFill>
        </p:spPr>
        <p:txBody>
          <a:bodyPr/>
          <a:lstStyle>
            <a:lvl1pPr algn="r">
              <a:defRPr/>
            </a:lvl1pPr>
          </a:lstStyle>
          <a:p>
            <a:r>
              <a:rPr lang="en-GB"/>
              <a:t> </a:t>
            </a:r>
          </a:p>
        </p:txBody>
      </p:sp>
      <p:sp>
        <p:nvSpPr>
          <p:cNvPr id="2" name="Date Placeholder 1"/>
          <p:cNvSpPr>
            <a:spLocks noGrp="1"/>
          </p:cNvSpPr>
          <p:nvPr>
            <p:ph type="dt" sz="half" idx="10"/>
          </p:nvPr>
        </p:nvSpPr>
        <p:spPr/>
        <p:txBody>
          <a:bodyPr/>
          <a:lstStyle>
            <a:lvl1pPr>
              <a:defRPr>
                <a:solidFill>
                  <a:schemeClr val="bg1"/>
                </a:solidFill>
              </a:defRPr>
            </a:lvl1pPr>
          </a:lstStyle>
          <a:p>
            <a:r>
              <a:rPr lang="en-US"/>
              <a:t>23/09/2016</a:t>
            </a:r>
            <a:endParaRPr lang="en-GB"/>
          </a:p>
        </p:txBody>
      </p:sp>
      <p:sp>
        <p:nvSpPr>
          <p:cNvPr id="3" name="Footer Placeholder 2"/>
          <p:cNvSpPr>
            <a:spLocks noGrp="1"/>
          </p:cNvSpPr>
          <p:nvPr>
            <p:ph type="ftr" sz="quarter" idx="11"/>
          </p:nvPr>
        </p:nvSpPr>
        <p:spPr/>
        <p:txBody>
          <a:bodyPr/>
          <a:lstStyle>
            <a:lvl1pPr>
              <a:defRPr>
                <a:solidFill>
                  <a:schemeClr val="bg1"/>
                </a:solidFill>
              </a:defRPr>
            </a:lvl1pPr>
          </a:lstStyle>
          <a:p>
            <a:r>
              <a:rPr lang="en-GB"/>
              <a:t>Presentation Title</a:t>
            </a:r>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0B868178-02AE-42FC-958D-6B8F13B60175}" type="slidenum">
              <a:rPr lang="en-GB" smtClean="0"/>
              <a:pPr/>
              <a:t>‹#›</a:t>
            </a:fld>
            <a:endParaRPr lang="en-GB"/>
          </a:p>
        </p:txBody>
      </p:sp>
      <p:sp>
        <p:nvSpPr>
          <p:cNvPr id="5" name="TextBox 4"/>
          <p:cNvSpPr txBox="1"/>
          <p:nvPr userDrawn="1"/>
        </p:nvSpPr>
        <p:spPr>
          <a:xfrm>
            <a:off x="1728000" y="6297600"/>
            <a:ext cx="4800000" cy="192000"/>
          </a:xfrm>
          <a:prstGeom prst="rect">
            <a:avLst/>
          </a:prstGeom>
          <a:noFill/>
        </p:spPr>
        <p:txBody>
          <a:bodyPr wrap="square" lIns="0" tIns="0" rIns="0" bIns="0" rtlCol="0" anchor="b" anchorCtr="0">
            <a:noAutofit/>
          </a:bodyPr>
          <a:lstStyle/>
          <a:p>
            <a: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pPr>
            <a:r>
              <a:rPr kumimoji="0" lang="en-GB" sz="1067" b="0" i="0" u="none" strike="noStrike" kern="1200" cap="none" spc="0" normalizeH="0" baseline="0" noProof="0">
                <a:ln>
                  <a:noFill/>
                </a:ln>
                <a:solidFill>
                  <a:schemeClr val="bg1"/>
                </a:solidFill>
                <a:effectLst/>
                <a:uLnTx/>
                <a:uFillTx/>
                <a:latin typeface="+mn-lt"/>
                <a:ea typeface="+mn-ea"/>
                <a:cs typeface="+mn-cs"/>
              </a:rPr>
              <a:t>The Alan Turing Institute</a:t>
            </a:r>
          </a:p>
        </p:txBody>
      </p:sp>
      <p:cxnSp>
        <p:nvCxnSpPr>
          <p:cNvPr id="6" name="Straight Connector 5"/>
          <p:cNvCxnSpPr/>
          <p:nvPr userDrawn="1"/>
        </p:nvCxnSpPr>
        <p:spPr>
          <a:xfrm>
            <a:off x="576000" y="6288000"/>
            <a:ext cx="1104000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title"/>
          </p:nvPr>
        </p:nvSpPr>
        <p:spPr>
          <a:xfrm>
            <a:off x="576000" y="2640000"/>
            <a:ext cx="11040000" cy="816000"/>
          </a:xfrm>
        </p:spPr>
        <p:txBody>
          <a:bodyPr/>
          <a:lstStyle>
            <a:lvl1pPr>
              <a:defRPr sz="7333" b="0">
                <a:solidFill>
                  <a:schemeClr val="bg1"/>
                </a:solidFill>
              </a:defRPr>
            </a:lvl1pPr>
          </a:lstStyle>
          <a:p>
            <a:r>
              <a:rPr lang="en-US"/>
              <a:t>Click to edit Master title style</a:t>
            </a:r>
            <a:endParaRPr lang="en-GB"/>
          </a:p>
        </p:txBody>
      </p:sp>
      <p:sp>
        <p:nvSpPr>
          <p:cNvPr id="10" name="Subtitle 2"/>
          <p:cNvSpPr>
            <a:spLocks noGrp="1"/>
          </p:cNvSpPr>
          <p:nvPr>
            <p:ph type="subTitle" idx="1"/>
          </p:nvPr>
        </p:nvSpPr>
        <p:spPr>
          <a:xfrm>
            <a:off x="576000" y="3552000"/>
            <a:ext cx="11040000" cy="720000"/>
          </a:xfrm>
        </p:spPr>
        <p:txBody>
          <a:bodyPr/>
          <a:lstStyle>
            <a:lvl1pPr marL="0" indent="0" algn="l">
              <a:lnSpc>
                <a:spcPct val="85000"/>
              </a:lnSpc>
              <a:buNone/>
              <a:defRPr sz="4533" b="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GB"/>
          </a:p>
        </p:txBody>
      </p:sp>
      <p:pic>
        <p:nvPicPr>
          <p:cNvPr id="14" name="Picture 13" descr="ATI_logo_white.ai"/>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76001" y="576000"/>
            <a:ext cx="1841732" cy="768000"/>
          </a:xfrm>
          <a:prstGeom prst="rect">
            <a:avLst/>
          </a:prstGeom>
        </p:spPr>
      </p:pic>
      <p:sp>
        <p:nvSpPr>
          <p:cNvPr id="15" name="Picture Placeholder 10"/>
          <p:cNvSpPr>
            <a:spLocks noGrp="1"/>
          </p:cNvSpPr>
          <p:nvPr>
            <p:ph type="pic" sz="quarter" idx="14" hasCustomPrompt="1"/>
          </p:nvPr>
        </p:nvSpPr>
        <p:spPr>
          <a:xfrm>
            <a:off x="576000" y="2472000"/>
            <a:ext cx="11040000" cy="38400"/>
          </a:xfrm>
          <a:solidFill>
            <a:schemeClr val="bg1"/>
          </a:solidFill>
        </p:spPr>
        <p:txBody>
          <a:bodyPr/>
          <a:lstStyle>
            <a:lvl1pPr>
              <a:defRPr sz="133" b="0" baseline="0">
                <a:solidFill>
                  <a:schemeClr val="tx1"/>
                </a:solidFill>
              </a:defRPr>
            </a:lvl1pPr>
          </a:lstStyle>
          <a:p>
            <a:r>
              <a:rPr lang="en-GB"/>
              <a:t> </a:t>
            </a:r>
          </a:p>
        </p:txBody>
      </p:sp>
    </p:spTree>
    <p:extLst>
      <p:ext uri="{BB962C8B-B14F-4D97-AF65-F5344CB8AC3E}">
        <p14:creationId xmlns:p14="http://schemas.microsoft.com/office/powerpoint/2010/main" val="736810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ivider Slide Light">
    <p:bg>
      <p:bgPr>
        <a:solidFill>
          <a:srgbClr val="E6E6E6"/>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r>
              <a:rPr lang="en-US"/>
              <a:t>23/09/2016</a:t>
            </a:r>
            <a:endParaRPr lang="en-GB"/>
          </a:p>
        </p:txBody>
      </p:sp>
      <p:sp>
        <p:nvSpPr>
          <p:cNvPr id="3" name="Footer Placeholder 2"/>
          <p:cNvSpPr>
            <a:spLocks noGrp="1"/>
          </p:cNvSpPr>
          <p:nvPr>
            <p:ph type="ftr" sz="quarter" idx="11"/>
          </p:nvPr>
        </p:nvSpPr>
        <p:spPr/>
        <p:txBody>
          <a:bodyPr/>
          <a:lstStyle>
            <a:lvl1pPr>
              <a:defRPr>
                <a:solidFill>
                  <a:schemeClr val="tx1"/>
                </a:solidFill>
              </a:defRPr>
            </a:lvl1pPr>
          </a:lstStyle>
          <a:p>
            <a:r>
              <a:rPr lang="en-GB"/>
              <a:t>Presentation Title</a:t>
            </a:r>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0B868178-02AE-42FC-958D-6B8F13B60175}" type="slidenum">
              <a:rPr lang="en-GB" smtClean="0"/>
              <a:pPr/>
              <a:t>‹#›</a:t>
            </a:fld>
            <a:endParaRPr lang="en-GB"/>
          </a:p>
        </p:txBody>
      </p:sp>
      <p:sp>
        <p:nvSpPr>
          <p:cNvPr id="8" name="Title 7"/>
          <p:cNvSpPr>
            <a:spLocks noGrp="1"/>
          </p:cNvSpPr>
          <p:nvPr>
            <p:ph type="title"/>
          </p:nvPr>
        </p:nvSpPr>
        <p:spPr>
          <a:xfrm>
            <a:off x="576000" y="2280000"/>
            <a:ext cx="11040000" cy="816000"/>
          </a:xfrm>
        </p:spPr>
        <p:txBody>
          <a:bodyPr/>
          <a:lstStyle>
            <a:lvl1pPr>
              <a:defRPr sz="4533" b="0">
                <a:solidFill>
                  <a:schemeClr val="tx1"/>
                </a:solidFill>
              </a:defRPr>
            </a:lvl1pPr>
          </a:lstStyle>
          <a:p>
            <a:r>
              <a:rPr lang="en-US"/>
              <a:t>Click to edit Master title style</a:t>
            </a:r>
            <a:endParaRPr lang="en-GB"/>
          </a:p>
        </p:txBody>
      </p:sp>
      <p:sp>
        <p:nvSpPr>
          <p:cNvPr id="11" name="Picture Placeholder 10"/>
          <p:cNvSpPr>
            <a:spLocks noGrp="1"/>
          </p:cNvSpPr>
          <p:nvPr>
            <p:ph type="pic" sz="quarter" idx="14" hasCustomPrompt="1"/>
          </p:nvPr>
        </p:nvSpPr>
        <p:spPr>
          <a:xfrm>
            <a:off x="576000" y="2136000"/>
            <a:ext cx="11040000" cy="38400"/>
          </a:xfrm>
          <a:solidFill>
            <a:schemeClr val="tx1"/>
          </a:solidFill>
        </p:spPr>
        <p:txBody>
          <a:bodyPr/>
          <a:lstStyle>
            <a:lvl1pPr>
              <a:defRPr sz="133" b="0" baseline="0">
                <a:solidFill>
                  <a:schemeClr val="tx1"/>
                </a:solidFill>
              </a:defRPr>
            </a:lvl1pPr>
          </a:lstStyle>
          <a:p>
            <a:r>
              <a:rPr lang="en-GB"/>
              <a:t> </a:t>
            </a:r>
          </a:p>
        </p:txBody>
      </p:sp>
    </p:spTree>
    <p:extLst>
      <p:ext uri="{BB962C8B-B14F-4D97-AF65-F5344CB8AC3E}">
        <p14:creationId xmlns:p14="http://schemas.microsoft.com/office/powerpoint/2010/main" val="3106887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09/08/2023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 id="2147483675" r:id="rId14"/>
    <p:sldLayoutId id="2147483676" r:id="rId15"/>
    <p:sldLayoutId id="2147483677"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mailto:vstraub@turing.ac.uk"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icture Placeholder 12"/>
          <p:cNvSpPr>
            <a:spLocks noGrp="1"/>
          </p:cNvSpPr>
          <p:nvPr>
            <p:ph type="pic" sz="quarter" idx="13"/>
          </p:nvPr>
        </p:nvSpPr>
        <p:spPr/>
      </p:sp>
      <p:sp>
        <p:nvSpPr>
          <p:cNvPr id="4" name="Footer Placeholder 3"/>
          <p:cNvSpPr>
            <a:spLocks noGrp="1"/>
          </p:cNvSpPr>
          <p:nvPr>
            <p:ph type="ftr" sz="quarter" idx="11"/>
          </p:nvPr>
        </p:nvSpPr>
        <p:spPr/>
        <p:txBody>
          <a:bodyPr/>
          <a:lstStyle/>
          <a:p>
            <a:r>
              <a:rPr lang="en-GB">
                <a:latin typeface="Calibri" panose="020F0502020204030204" pitchFamily="34" charset="0"/>
                <a:cs typeface="Calibri" panose="020F0502020204030204" pitchFamily="34" charset="0"/>
              </a:rPr>
              <a:t>AIES, 8-10 August 2023</a:t>
            </a:r>
          </a:p>
        </p:txBody>
      </p:sp>
      <p:sp>
        <p:nvSpPr>
          <p:cNvPr id="5" name="Slide Number Placeholder 4"/>
          <p:cNvSpPr>
            <a:spLocks noGrp="1"/>
          </p:cNvSpPr>
          <p:nvPr>
            <p:ph type="sldNum" sz="quarter" idx="12"/>
          </p:nvPr>
        </p:nvSpPr>
        <p:spPr/>
        <p:txBody>
          <a:bodyPr/>
          <a:lstStyle/>
          <a:p>
            <a:fld id="{0B868178-02AE-42FC-958D-6B8F13B60175}" type="slidenum">
              <a:rPr lang="en-GB" smtClean="0"/>
              <a:pPr/>
              <a:t>1</a:t>
            </a:fld>
            <a:endParaRPr lang="en-GB"/>
          </a:p>
        </p:txBody>
      </p:sp>
      <p:sp>
        <p:nvSpPr>
          <p:cNvPr id="14" name="Picture Placeholder 13"/>
          <p:cNvSpPr>
            <a:spLocks noGrp="1"/>
          </p:cNvSpPr>
          <p:nvPr>
            <p:ph type="pic" sz="quarter" idx="14"/>
          </p:nvPr>
        </p:nvSpPr>
        <p:spPr/>
      </p:sp>
      <p:sp>
        <p:nvSpPr>
          <p:cNvPr id="15" name="Title 5">
            <a:extLst>
              <a:ext uri="{FF2B5EF4-FFF2-40B4-BE49-F238E27FC236}">
                <a16:creationId xmlns:a16="http://schemas.microsoft.com/office/drawing/2014/main" id="{AFF0EC38-EA29-4994-B3B4-31D28A776EDA}"/>
              </a:ext>
            </a:extLst>
          </p:cNvPr>
          <p:cNvSpPr>
            <a:spLocks noGrp="1"/>
          </p:cNvSpPr>
          <p:nvPr>
            <p:ph type="title"/>
          </p:nvPr>
        </p:nvSpPr>
        <p:spPr>
          <a:xfrm>
            <a:off x="485512" y="2998587"/>
            <a:ext cx="9496688" cy="2869576"/>
          </a:xfrm>
        </p:spPr>
        <p:txBody>
          <a:bodyPr>
            <a:noAutofit/>
          </a:bodyPr>
          <a:lstStyle/>
          <a:p>
            <a:pPr>
              <a:spcAft>
                <a:spcPts val="600"/>
              </a:spcAft>
            </a:pPr>
            <a:r>
              <a:rPr lang="en-GB" sz="4000">
                <a:latin typeface="Calibri" panose="020F0502020204030204" pitchFamily="34" charset="0"/>
                <a:ea typeface="+mj-lt"/>
                <a:cs typeface="Calibri" panose="020F0502020204030204" pitchFamily="34" charset="0"/>
              </a:rPr>
              <a:t>A Multidomain Relational Framework to Guide Institutional AI Research and Adoption </a:t>
            </a:r>
            <a:br>
              <a:rPr lang="en-GB" sz="4000">
                <a:latin typeface="Calibri" panose="020F0502020204030204" pitchFamily="34" charset="0"/>
                <a:cs typeface="Calibri" panose="020F0502020204030204" pitchFamily="34" charset="0"/>
              </a:rPr>
            </a:br>
            <a:br>
              <a:rPr lang="en-GB" sz="2400">
                <a:latin typeface="Calibri" panose="020F0502020204030204" pitchFamily="34" charset="0"/>
                <a:cs typeface="Calibri" panose="020F0502020204030204" pitchFamily="34" charset="0"/>
              </a:rPr>
            </a:br>
            <a:r>
              <a:rPr lang="en-GB" sz="2400">
                <a:latin typeface="Calibri" panose="020F0502020204030204" pitchFamily="34" charset="0"/>
                <a:cs typeface="Calibri" panose="020F0502020204030204" pitchFamily="34" charset="0"/>
              </a:rPr>
              <a:t>Vincent J. Straub, Deborah Morgan, Youmna Hashem, John Francis, </a:t>
            </a:r>
            <a:br>
              <a:rPr lang="en-GB" sz="2400">
                <a:latin typeface="Calibri" panose="020F0502020204030204" pitchFamily="34" charset="0"/>
                <a:cs typeface="Calibri" panose="020F0502020204030204" pitchFamily="34" charset="0"/>
              </a:rPr>
            </a:br>
            <a:r>
              <a:rPr lang="en-GB" sz="2400">
                <a:latin typeface="Calibri" panose="020F0502020204030204" pitchFamily="34" charset="0"/>
                <a:cs typeface="Calibri" panose="020F0502020204030204" pitchFamily="34" charset="0"/>
              </a:rPr>
              <a:t>Saba </a:t>
            </a:r>
            <a:r>
              <a:rPr lang="en-GB" sz="2400" err="1">
                <a:latin typeface="Calibri" panose="020F0502020204030204" pitchFamily="34" charset="0"/>
                <a:cs typeface="Calibri" panose="020F0502020204030204" pitchFamily="34" charset="0"/>
              </a:rPr>
              <a:t>Esnaashari</a:t>
            </a:r>
            <a:r>
              <a:rPr lang="en-GB" sz="2400">
                <a:latin typeface="Calibri" panose="020F0502020204030204" pitchFamily="34" charset="0"/>
                <a:cs typeface="Calibri" panose="020F0502020204030204" pitchFamily="34" charset="0"/>
              </a:rPr>
              <a:t> and Jonathan Bright</a:t>
            </a:r>
            <a:br>
              <a:rPr lang="en-GB" sz="2400">
                <a:latin typeface="Calibri" panose="020F0502020204030204" pitchFamily="34" charset="0"/>
                <a:cs typeface="Calibri" panose="020F0502020204030204" pitchFamily="34" charset="0"/>
              </a:rPr>
            </a:br>
            <a:br>
              <a:rPr lang="en-GB" sz="2400">
                <a:latin typeface="Calibri" panose="020F0502020204030204" pitchFamily="34" charset="0"/>
                <a:cs typeface="Calibri" panose="020F0502020204030204" pitchFamily="34" charset="0"/>
              </a:rPr>
            </a:br>
            <a:br>
              <a:rPr lang="en-GB" sz="2400">
                <a:latin typeface="Calibri" panose="020F0502020204030204" pitchFamily="34" charset="0"/>
                <a:cs typeface="Calibri" panose="020F0502020204030204" pitchFamily="34" charset="0"/>
              </a:rPr>
            </a:br>
            <a:r>
              <a:rPr lang="en-GB" sz="1400" i="0">
                <a:effectLst/>
                <a:latin typeface="Calibri" panose="020F0502020204030204" pitchFamily="34" charset="0"/>
                <a:cs typeface="Calibri" panose="020F0502020204030204" pitchFamily="34" charset="0"/>
              </a:rPr>
              <a:t>Straub, V. J., Morgan, D., Hashem, Y., Francis, J., </a:t>
            </a:r>
            <a:r>
              <a:rPr lang="en-GB" sz="1400" i="0" err="1">
                <a:effectLst/>
                <a:latin typeface="Calibri" panose="020F0502020204030204" pitchFamily="34" charset="0"/>
                <a:cs typeface="Calibri" panose="020F0502020204030204" pitchFamily="34" charset="0"/>
              </a:rPr>
              <a:t>Esnaashari</a:t>
            </a:r>
            <a:r>
              <a:rPr lang="en-GB" sz="14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400" i="1" err="1">
                <a:effectLst/>
                <a:latin typeface="Calibri" panose="020F0502020204030204" pitchFamily="34" charset="0"/>
                <a:cs typeface="Calibri" panose="020F0502020204030204" pitchFamily="34" charset="0"/>
              </a:rPr>
              <a:t>arXiv</a:t>
            </a:r>
            <a:r>
              <a:rPr lang="en-GB" sz="1400" i="1">
                <a:effectLst/>
                <a:latin typeface="Calibri" panose="020F0502020204030204" pitchFamily="34" charset="0"/>
                <a:cs typeface="Calibri" panose="020F0502020204030204" pitchFamily="34" charset="0"/>
              </a:rPr>
              <a:t> preprint arXiv:2303.10106</a:t>
            </a:r>
            <a:r>
              <a:rPr lang="en-GB" sz="1400" i="0">
                <a:effectLst/>
                <a:latin typeface="Calibri" panose="020F0502020204030204" pitchFamily="34" charset="0"/>
                <a:cs typeface="Calibri" panose="020F0502020204030204" pitchFamily="34" charset="0"/>
              </a:rPr>
              <a:t>.</a:t>
            </a:r>
            <a:br>
              <a:rPr lang="en-GB" sz="2000">
                <a:latin typeface="Calibri" panose="020F0502020204030204" pitchFamily="34" charset="0"/>
                <a:cs typeface="Calibri" panose="020F0502020204030204" pitchFamily="34" charset="0"/>
              </a:rPr>
            </a:br>
            <a:br>
              <a:rPr lang="en-GB" sz="2000">
                <a:latin typeface="Calibri" panose="020F0502020204030204" pitchFamily="34" charset="0"/>
                <a:cs typeface="Calibri" panose="020F0502020204030204" pitchFamily="34" charset="0"/>
              </a:rPr>
            </a:br>
            <a:endParaRPr lang="en-GB" sz="200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9870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370875B-CE14-99AD-5A33-3E12F9B848F2}"/>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6" name="Slide Number Placeholder 4">
            <a:extLst>
              <a:ext uri="{FF2B5EF4-FFF2-40B4-BE49-F238E27FC236}">
                <a16:creationId xmlns:a16="http://schemas.microsoft.com/office/drawing/2014/main" id="{A6B3ABAC-5CC9-33B2-158C-982FA3AB1756}"/>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2</a:t>
            </a:fld>
            <a:endParaRPr lang="en-GB"/>
          </a:p>
        </p:txBody>
      </p:sp>
      <p:pic>
        <p:nvPicPr>
          <p:cNvPr id="522" name="Picture 521">
            <a:extLst>
              <a:ext uri="{FF2B5EF4-FFF2-40B4-BE49-F238E27FC236}">
                <a16:creationId xmlns:a16="http://schemas.microsoft.com/office/drawing/2014/main" id="{6F490628-E2C2-7567-FC47-BE5CB3297E2A}"/>
              </a:ext>
            </a:extLst>
          </p:cNvPr>
          <p:cNvPicPr>
            <a:picLocks noChangeAspect="1"/>
          </p:cNvPicPr>
          <p:nvPr/>
        </p:nvPicPr>
        <p:blipFill>
          <a:blip r:embed="rId2"/>
          <a:stretch>
            <a:fillRect/>
          </a:stretch>
        </p:blipFill>
        <p:spPr>
          <a:xfrm>
            <a:off x="5050164" y="392574"/>
            <a:ext cx="6303636" cy="5487492"/>
          </a:xfrm>
          <a:prstGeom prst="rect">
            <a:avLst/>
          </a:prstGeom>
        </p:spPr>
      </p:pic>
      <p:sp>
        <p:nvSpPr>
          <p:cNvPr id="2" name="TextBox 1">
            <a:extLst>
              <a:ext uri="{FF2B5EF4-FFF2-40B4-BE49-F238E27FC236}">
                <a16:creationId xmlns:a16="http://schemas.microsoft.com/office/drawing/2014/main" id="{67E89689-736E-A0AF-ABCB-C814D7938F11}"/>
              </a:ext>
            </a:extLst>
          </p:cNvPr>
          <p:cNvSpPr txBox="1"/>
          <p:nvPr/>
        </p:nvSpPr>
        <p:spPr>
          <a:xfrm>
            <a:off x="486826" y="1940372"/>
            <a:ext cx="419027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panose="020F0502020204030204" pitchFamily="34" charset="0"/>
                <a:cs typeface="Calibri" panose="020F0502020204030204" pitchFamily="34" charset="0"/>
              </a:rPr>
              <a:t>THE STATE OF SOCIO-TECHNICAL DISCOURSE</a:t>
            </a:r>
          </a:p>
          <a:p>
            <a:endParaRPr lang="en-US" b="1">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Disproportionate thematic focus (e.g., outcome fairness)</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Semantic ambiguity </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Differing terminologies</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119496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A network of words and lines&#10;&#10;Description automatically generated">
            <a:extLst>
              <a:ext uri="{FF2B5EF4-FFF2-40B4-BE49-F238E27FC236}">
                <a16:creationId xmlns:a16="http://schemas.microsoft.com/office/drawing/2014/main" id="{C849906E-A208-FBF1-1525-D2AFEAD8748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38801" y="582996"/>
            <a:ext cx="5623034" cy="527159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4">
            <a:extLst>
              <a:ext uri="{FF2B5EF4-FFF2-40B4-BE49-F238E27FC236}">
                <a16:creationId xmlns:a16="http://schemas.microsoft.com/office/drawing/2014/main" id="{A6B3ABAC-5CC9-33B2-158C-982FA3AB175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0B868178-02AE-42FC-958D-6B8F13B60175}" type="slidenum">
              <a:rPr lang="en-US" smtClean="0">
                <a:solidFill>
                  <a:schemeClr val="tx1">
                    <a:tint val="75000"/>
                  </a:schemeClr>
                </a:solidFill>
              </a:rPr>
              <a:pPr>
                <a:spcAft>
                  <a:spcPts val="600"/>
                </a:spcAft>
              </a:pPr>
              <a:t>3</a:t>
            </a:fld>
            <a:endParaRPr lang="en-US">
              <a:solidFill>
                <a:schemeClr val="tx1">
                  <a:tint val="75000"/>
                </a:schemeClr>
              </a:solidFill>
            </a:endParaRPr>
          </a:p>
        </p:txBody>
      </p:sp>
      <p:sp>
        <p:nvSpPr>
          <p:cNvPr id="4" name="Footer Placeholder 4">
            <a:extLst>
              <a:ext uri="{FF2B5EF4-FFF2-40B4-BE49-F238E27FC236}">
                <a16:creationId xmlns:a16="http://schemas.microsoft.com/office/drawing/2014/main" id="{4EC196B8-EE21-9291-79B6-35F221841F73}"/>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53491FA-262C-05C5-14A5-39E01F632898}"/>
              </a:ext>
            </a:extLst>
          </p:cNvPr>
          <p:cNvSpPr txBox="1"/>
          <p:nvPr/>
        </p:nvSpPr>
        <p:spPr>
          <a:xfrm>
            <a:off x="486826" y="1940372"/>
            <a:ext cx="4190277" cy="39395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panose="020F0502020204030204" pitchFamily="34" charset="0"/>
                <a:cs typeface="Calibri" panose="020F0502020204030204" pitchFamily="34" charset="0"/>
              </a:rPr>
              <a:t>THE STATE OF SOCIO-TECHNICAL DISCOURSE</a:t>
            </a:r>
          </a:p>
          <a:p>
            <a:endParaRPr lang="en-US" b="1">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a:latin typeface="Calibri" panose="020F0502020204030204" pitchFamily="34" charset="0"/>
                <a:cs typeface="Calibri" panose="020F0502020204030204" pitchFamily="34" charset="0"/>
              </a:rPr>
              <a:t>Disproportionate thematic focus (e.g., outcome fairness)</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Semantic ambiguity </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Differing terminologies</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en-US">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400">
              <a:latin typeface="Calibri" panose="020F0502020204030204" pitchFamily="34" charset="0"/>
              <a:cs typeface="Calibri" panose="020F0502020204030204" pitchFamily="34" charset="0"/>
            </a:endParaRPr>
          </a:p>
          <a:p>
            <a:r>
              <a:rPr lang="en-US" sz="1400">
                <a:latin typeface="Calibri" panose="020F0502020204030204" pitchFamily="34" charset="0"/>
                <a:cs typeface="Calibri" panose="020F0502020204030204" pitchFamily="34" charset="0"/>
              </a:rPr>
              <a:t>See: </a:t>
            </a:r>
            <a:r>
              <a:rPr lang="en-GB" sz="1400" i="0">
                <a:effectLst/>
                <a:latin typeface="Calibri" panose="020F0502020204030204" pitchFamily="34" charset="0"/>
                <a:cs typeface="Calibri" panose="020F0502020204030204" pitchFamily="34" charset="0"/>
              </a:rPr>
              <a:t>Straub, V. J., Morgan, Bright, J &amp; Margetts, H. (2023). </a:t>
            </a:r>
            <a:r>
              <a:rPr lang="en-GB" sz="1400" i="1">
                <a:effectLst/>
                <a:latin typeface="Calibri" panose="020F0502020204030204" pitchFamily="34" charset="0"/>
                <a:cs typeface="Calibri" panose="020F0502020204030204" pitchFamily="34" charset="0"/>
              </a:rPr>
              <a:t>Artificial intelligence in government: Concepts, standards, and a unified framework</a:t>
            </a:r>
            <a:r>
              <a:rPr lang="en-GB" sz="1400" i="0">
                <a:effectLst/>
                <a:latin typeface="Calibri" panose="020F0502020204030204" pitchFamily="34" charset="0"/>
                <a:cs typeface="Calibri" panose="020F0502020204030204" pitchFamily="34" charset="0"/>
              </a:rPr>
              <a:t>. </a:t>
            </a:r>
            <a:r>
              <a:rPr lang="en-GB" sz="1400" err="1">
                <a:effectLst/>
                <a:latin typeface="Calibri" panose="020F0502020204030204" pitchFamily="34" charset="0"/>
                <a:cs typeface="Calibri" panose="020F0502020204030204" pitchFamily="34" charset="0"/>
              </a:rPr>
              <a:t>arXiv</a:t>
            </a:r>
            <a:r>
              <a:rPr lang="en-GB" sz="1400">
                <a:effectLst/>
                <a:latin typeface="Calibri" panose="020F0502020204030204" pitchFamily="34" charset="0"/>
                <a:cs typeface="Calibri" panose="020F0502020204030204" pitchFamily="34" charset="0"/>
              </a:rPr>
              <a:t> preprint </a:t>
            </a:r>
            <a:r>
              <a:rPr lang="en-GB" sz="1400" b="0">
                <a:solidFill>
                  <a:srgbClr val="222222"/>
                </a:solidFill>
                <a:effectLst/>
                <a:latin typeface="Calibri" panose="020F0502020204030204" pitchFamily="34" charset="0"/>
                <a:cs typeface="Calibri" panose="020F0502020204030204" pitchFamily="34" charset="0"/>
              </a:rPr>
              <a:t>arXiv:2210.17218</a:t>
            </a:r>
            <a:endParaRPr lang="en-US" sz="1400">
              <a:latin typeface="Calibri" panose="020F0502020204030204" pitchFamily="34" charset="0"/>
              <a:cs typeface="Calibri" panose="020F0502020204030204" pitchFamily="34" charset="0"/>
            </a:endParaRPr>
          </a:p>
          <a:p>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6951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370875B-CE14-99AD-5A33-3E12F9B848F2}"/>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6" name="Slide Number Placeholder 4">
            <a:extLst>
              <a:ext uri="{FF2B5EF4-FFF2-40B4-BE49-F238E27FC236}">
                <a16:creationId xmlns:a16="http://schemas.microsoft.com/office/drawing/2014/main" id="{A6B3ABAC-5CC9-33B2-158C-982FA3AB1756}"/>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4</a:t>
            </a:fld>
            <a:endParaRPr lang="en-GB"/>
          </a:p>
        </p:txBody>
      </p:sp>
      <p:sp>
        <p:nvSpPr>
          <p:cNvPr id="7" name="TextBox 6">
            <a:extLst>
              <a:ext uri="{FF2B5EF4-FFF2-40B4-BE49-F238E27FC236}">
                <a16:creationId xmlns:a16="http://schemas.microsoft.com/office/drawing/2014/main" id="{F987A5EB-5B44-FFF3-5133-F21ED273B5AF}"/>
              </a:ext>
            </a:extLst>
          </p:cNvPr>
          <p:cNvSpPr txBox="1"/>
          <p:nvPr/>
        </p:nvSpPr>
        <p:spPr>
          <a:xfrm>
            <a:off x="486826" y="1940372"/>
            <a:ext cx="419027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panose="020F0502020204030204" pitchFamily="34" charset="0"/>
                <a:cs typeface="Calibri" panose="020F0502020204030204" pitchFamily="34" charset="0"/>
              </a:rPr>
              <a:t>THE STATE OF SOCIO-TECHNICAL DISCOURSE</a:t>
            </a:r>
          </a:p>
          <a:p>
            <a:endParaRPr lang="en-US" b="1">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Disproportionate thematic focus (e.g., outcome fairness)</a:t>
            </a:r>
          </a:p>
          <a:p>
            <a:pPr marL="285750" indent="-285750">
              <a:buFont typeface="Arial" panose="020B0604020202020204" pitchFamily="34" charset="0"/>
              <a:buChar char="•"/>
            </a:pPr>
            <a:r>
              <a:rPr lang="en-US" b="1">
                <a:latin typeface="Calibri" panose="020F0502020204030204" pitchFamily="34" charset="0"/>
                <a:cs typeface="Calibri" panose="020F0502020204030204" pitchFamily="34" charset="0"/>
              </a:rPr>
              <a:t>Semantic ambiguity </a:t>
            </a:r>
          </a:p>
          <a:p>
            <a:pPr marL="285750" indent="-285750">
              <a:buFont typeface="Arial" panose="020B0604020202020204" pitchFamily="34" charset="0"/>
              <a:buChar char="•"/>
            </a:pPr>
            <a:r>
              <a:rPr lang="en-US" b="1">
                <a:latin typeface="Calibri" panose="020F0502020204030204" pitchFamily="34" charset="0"/>
                <a:cs typeface="Calibri" panose="020F0502020204030204" pitchFamily="34" charset="0"/>
              </a:rPr>
              <a:t>Differing terminologies</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a:t>
            </a:r>
          </a:p>
        </p:txBody>
      </p:sp>
      <p:sp>
        <p:nvSpPr>
          <p:cNvPr id="10" name="TextBox 9">
            <a:extLst>
              <a:ext uri="{FF2B5EF4-FFF2-40B4-BE49-F238E27FC236}">
                <a16:creationId xmlns:a16="http://schemas.microsoft.com/office/drawing/2014/main" id="{366BFF05-B742-A0A4-C5AA-DE8258431665}"/>
              </a:ext>
            </a:extLst>
          </p:cNvPr>
          <p:cNvSpPr txBox="1"/>
          <p:nvPr/>
        </p:nvSpPr>
        <p:spPr>
          <a:xfrm>
            <a:off x="5257800" y="2545720"/>
            <a:ext cx="6096000" cy="2031325"/>
          </a:xfrm>
          <a:prstGeom prst="rect">
            <a:avLst/>
          </a:prstGeom>
          <a:solidFill>
            <a:schemeClr val="bg1">
              <a:lumMod val="95000"/>
            </a:schemeClr>
          </a:solidFill>
        </p:spPr>
        <p:txBody>
          <a:bodyPr wrap="square" lIns="91440" tIns="45720" rIns="91440" bIns="45720" anchor="t">
            <a:spAutoFit/>
          </a:bodyPr>
          <a:lstStyle/>
          <a:p>
            <a:r>
              <a:rPr lang="en-GB"/>
              <a:t>The 'relational problem’ is the ontological </a:t>
            </a:r>
            <a:r>
              <a:rPr lang="en-GB" b="1"/>
              <a:t>failure to explicitly connect terms and approaches with socio-technical discourse on institutional AI adoption</a:t>
            </a:r>
            <a:r>
              <a:rPr lang="en-GB"/>
              <a:t> … This results in </a:t>
            </a:r>
            <a:r>
              <a:rPr lang="en-GB" b="1"/>
              <a:t>rich-get-richer</a:t>
            </a:r>
            <a:r>
              <a:rPr lang="en-GB"/>
              <a:t> and </a:t>
            </a:r>
            <a:r>
              <a:rPr lang="en-GB" b="1"/>
              <a:t>echo-chamber system dynamics</a:t>
            </a:r>
            <a:r>
              <a:rPr lang="en-GB"/>
              <a:t> in institutional AI research as whole, whereby certain perspectives of important topics (i.e., mathematical definitions of outcome fairness) dominate discussion </a:t>
            </a:r>
          </a:p>
        </p:txBody>
      </p:sp>
      <p:sp>
        <p:nvSpPr>
          <p:cNvPr id="11" name="Right Arrow 10">
            <a:extLst>
              <a:ext uri="{FF2B5EF4-FFF2-40B4-BE49-F238E27FC236}">
                <a16:creationId xmlns:a16="http://schemas.microsoft.com/office/drawing/2014/main" id="{5B4394EB-4951-2F56-476B-12812C832DCB}"/>
              </a:ext>
            </a:extLst>
          </p:cNvPr>
          <p:cNvSpPr/>
          <p:nvPr/>
        </p:nvSpPr>
        <p:spPr>
          <a:xfrm>
            <a:off x="3374061" y="3207217"/>
            <a:ext cx="1668942" cy="708333"/>
          </a:xfrm>
          <a:prstGeom prst="rightArrow">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63637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370875B-CE14-99AD-5A33-3E12F9B848F2}"/>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6" name="Slide Number Placeholder 4">
            <a:extLst>
              <a:ext uri="{FF2B5EF4-FFF2-40B4-BE49-F238E27FC236}">
                <a16:creationId xmlns:a16="http://schemas.microsoft.com/office/drawing/2014/main" id="{A6B3ABAC-5CC9-33B2-158C-982FA3AB1756}"/>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5</a:t>
            </a:fld>
            <a:endParaRPr lang="en-GB"/>
          </a:p>
        </p:txBody>
      </p:sp>
      <p:sp>
        <p:nvSpPr>
          <p:cNvPr id="8" name="TextBox 7">
            <a:extLst>
              <a:ext uri="{FF2B5EF4-FFF2-40B4-BE49-F238E27FC236}">
                <a16:creationId xmlns:a16="http://schemas.microsoft.com/office/drawing/2014/main" id="{86552BC4-7A28-C7F8-F859-C2E52167A352}"/>
              </a:ext>
            </a:extLst>
          </p:cNvPr>
          <p:cNvSpPr txBox="1"/>
          <p:nvPr/>
        </p:nvSpPr>
        <p:spPr>
          <a:xfrm>
            <a:off x="1156138" y="2828835"/>
            <a:ext cx="10541875" cy="1200329"/>
          </a:xfrm>
          <a:prstGeom prst="rect">
            <a:avLst/>
          </a:prstGeom>
          <a:noFill/>
        </p:spPr>
        <p:txBody>
          <a:bodyPr wrap="square">
            <a:spAutoFit/>
          </a:bodyPr>
          <a:lstStyle/>
          <a:p>
            <a:r>
              <a:rPr lang="en-GB" sz="2400" b="1" i="1"/>
              <a:t>How do we ensure that institutional AI research </a:t>
            </a:r>
            <a:r>
              <a:rPr lang="en-GB" sz="2400" i="1"/>
              <a:t>(on new metrics, technical standards, and governance mechanisms) </a:t>
            </a:r>
            <a:r>
              <a:rPr lang="en-GB" sz="2400" b="1" i="1"/>
              <a:t>better accounts for all the topics</a:t>
            </a:r>
            <a:r>
              <a:rPr lang="en-GB" sz="2400" i="1"/>
              <a:t>, issues, and methods potentially </a:t>
            </a:r>
            <a:r>
              <a:rPr lang="en-GB" sz="2400" b="1" i="1"/>
              <a:t>relevant to the institutional adoption of ethical AI?</a:t>
            </a:r>
          </a:p>
        </p:txBody>
      </p:sp>
    </p:spTree>
    <p:extLst>
      <p:ext uri="{BB962C8B-B14F-4D97-AF65-F5344CB8AC3E}">
        <p14:creationId xmlns:p14="http://schemas.microsoft.com/office/powerpoint/2010/main" val="2073083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C17E4D39-5608-45EF-917A-527BF7C947EE}"/>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3" name="Slide Number Placeholder 4">
            <a:extLst>
              <a:ext uri="{FF2B5EF4-FFF2-40B4-BE49-F238E27FC236}">
                <a16:creationId xmlns:a16="http://schemas.microsoft.com/office/drawing/2014/main" id="{CBD99C90-62E3-4C11-2754-FABC563AC21C}"/>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6</a:t>
            </a:fld>
            <a:endParaRPr lang="en-GB"/>
          </a:p>
        </p:txBody>
      </p:sp>
      <p:grpSp>
        <p:nvGrpSpPr>
          <p:cNvPr id="369" name="Group 368">
            <a:extLst>
              <a:ext uri="{FF2B5EF4-FFF2-40B4-BE49-F238E27FC236}">
                <a16:creationId xmlns:a16="http://schemas.microsoft.com/office/drawing/2014/main" id="{8FAD4DF8-D006-8157-4105-6C4A9D865E72}"/>
              </a:ext>
            </a:extLst>
          </p:cNvPr>
          <p:cNvGrpSpPr/>
          <p:nvPr/>
        </p:nvGrpSpPr>
        <p:grpSpPr>
          <a:xfrm>
            <a:off x="4540470" y="1097071"/>
            <a:ext cx="5948858" cy="4432319"/>
            <a:chOff x="2884602" y="460130"/>
            <a:chExt cx="6871861" cy="5061912"/>
          </a:xfrm>
        </p:grpSpPr>
        <p:sp>
          <p:nvSpPr>
            <p:cNvPr id="356" name="Oval 355">
              <a:extLst>
                <a:ext uri="{FF2B5EF4-FFF2-40B4-BE49-F238E27FC236}">
                  <a16:creationId xmlns:a16="http://schemas.microsoft.com/office/drawing/2014/main" id="{6979FB91-625C-CA39-1402-C5AB3800320A}"/>
                </a:ext>
              </a:extLst>
            </p:cNvPr>
            <p:cNvSpPr/>
            <p:nvPr/>
          </p:nvSpPr>
          <p:spPr>
            <a:xfrm>
              <a:off x="5802770" y="2684380"/>
              <a:ext cx="2140848" cy="2140848"/>
            </a:xfrm>
            <a:prstGeom prst="ellipse">
              <a:avLst/>
            </a:prstGeom>
            <a:solidFill>
              <a:schemeClr val="accent6">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7" name="Oval 356">
              <a:extLst>
                <a:ext uri="{FF2B5EF4-FFF2-40B4-BE49-F238E27FC236}">
                  <a16:creationId xmlns:a16="http://schemas.microsoft.com/office/drawing/2014/main" id="{DE944755-E81D-2BC7-8EF8-6FDFA312F644}"/>
                </a:ext>
              </a:extLst>
            </p:cNvPr>
            <p:cNvSpPr/>
            <p:nvPr/>
          </p:nvSpPr>
          <p:spPr>
            <a:xfrm>
              <a:off x="4185352" y="2691161"/>
              <a:ext cx="2140848" cy="2140848"/>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8" name="Oval 357">
              <a:extLst>
                <a:ext uri="{FF2B5EF4-FFF2-40B4-BE49-F238E27FC236}">
                  <a16:creationId xmlns:a16="http://schemas.microsoft.com/office/drawing/2014/main" id="{6BFBFC91-41D4-341B-051D-4F8781B10122}"/>
                </a:ext>
              </a:extLst>
            </p:cNvPr>
            <p:cNvSpPr/>
            <p:nvPr/>
          </p:nvSpPr>
          <p:spPr>
            <a:xfrm>
              <a:off x="4986262" y="1258234"/>
              <a:ext cx="2140848" cy="2140848"/>
            </a:xfrm>
            <a:prstGeom prst="ellipse">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Helvetica" pitchFamily="2" charset="0"/>
              </a:endParaRPr>
            </a:p>
            <a:p>
              <a:pPr algn="ctr"/>
              <a:endParaRPr lang="en-US" sz="1200" b="1">
                <a:solidFill>
                  <a:schemeClr val="tx1"/>
                </a:solidFill>
                <a:latin typeface="Helvetica" pitchFamily="2" charset="0"/>
              </a:endParaRPr>
            </a:p>
            <a:p>
              <a:pPr algn="ctr"/>
              <a:endParaRPr lang="en-US" sz="1200" b="1">
                <a:solidFill>
                  <a:schemeClr val="tx1"/>
                </a:solidFill>
                <a:latin typeface="Helvetica" pitchFamily="2" charset="0"/>
              </a:endParaRPr>
            </a:p>
            <a:p>
              <a:pPr algn="ctr"/>
              <a:r>
                <a:rPr lang="en-US" sz="1200" b="1">
                  <a:solidFill>
                    <a:schemeClr val="tx1"/>
                  </a:solidFill>
                  <a:latin typeface="Helvetica" pitchFamily="2" charset="0"/>
                </a:rPr>
                <a:t>Epistemic</a:t>
              </a:r>
            </a:p>
            <a:p>
              <a:pPr algn="ctr"/>
              <a:r>
                <a:rPr lang="en-US" sz="1200" b="1">
                  <a:solidFill>
                    <a:schemeClr val="tx1"/>
                  </a:solidFill>
                  <a:latin typeface="Helvetica" pitchFamily="2" charset="0"/>
                </a:rPr>
                <a:t>concepts</a:t>
              </a:r>
              <a:endParaRPr lang="en-GB" sz="1200" b="1">
                <a:solidFill>
                  <a:schemeClr val="tx1"/>
                </a:solidFill>
              </a:endParaRPr>
            </a:p>
          </p:txBody>
        </p:sp>
        <p:pic>
          <p:nvPicPr>
            <p:cNvPr id="359" name="Picture 26">
              <a:extLst>
                <a:ext uri="{FF2B5EF4-FFF2-40B4-BE49-F238E27FC236}">
                  <a16:creationId xmlns:a16="http://schemas.microsoft.com/office/drawing/2014/main" id="{549957C9-5C99-441B-910F-EDDE87852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8415" y="3197773"/>
              <a:ext cx="660822" cy="660822"/>
            </a:xfrm>
            <a:prstGeom prst="rect">
              <a:avLst/>
            </a:prstGeom>
            <a:noFill/>
            <a:extLst>
              <a:ext uri="{909E8E84-426E-40DD-AFC4-6F175D3DCCD1}">
                <a14:hiddenFill xmlns:a14="http://schemas.microsoft.com/office/drawing/2010/main">
                  <a:solidFill>
                    <a:srgbClr val="FFFFFF"/>
                  </a:solidFill>
                </a14:hiddenFill>
              </a:ext>
            </a:extLst>
          </p:spPr>
        </p:pic>
        <p:sp>
          <p:nvSpPr>
            <p:cNvPr id="360" name="TextBox 359">
              <a:extLst>
                <a:ext uri="{FF2B5EF4-FFF2-40B4-BE49-F238E27FC236}">
                  <a16:creationId xmlns:a16="http://schemas.microsoft.com/office/drawing/2014/main" id="{796AC81D-C20F-E4AB-FF4E-11EEA85039B1}"/>
                </a:ext>
              </a:extLst>
            </p:cNvPr>
            <p:cNvSpPr txBox="1"/>
            <p:nvPr/>
          </p:nvSpPr>
          <p:spPr>
            <a:xfrm>
              <a:off x="4386964" y="3974115"/>
              <a:ext cx="1603724" cy="461665"/>
            </a:xfrm>
            <a:prstGeom prst="rect">
              <a:avLst/>
            </a:prstGeom>
            <a:noFill/>
            <a:ln w="28575">
              <a:noFill/>
            </a:ln>
          </p:spPr>
          <p:txBody>
            <a:bodyPr wrap="square">
              <a:spAutoFit/>
            </a:bodyPr>
            <a:lstStyle/>
            <a:p>
              <a:pPr algn="ctr"/>
              <a:r>
                <a:rPr lang="en-GB" sz="1200" b="1">
                  <a:latin typeface="Helvetica" pitchFamily="2" charset="0"/>
                  <a:ea typeface="Dotum" panose="020B0600000101010101" pitchFamily="34" charset="-127"/>
                  <a:cs typeface="Gautami" panose="020B0502040204020203" pitchFamily="34" charset="0"/>
                </a:rPr>
                <a:t>Operational </a:t>
              </a:r>
            </a:p>
            <a:p>
              <a:pPr algn="ctr"/>
              <a:r>
                <a:rPr lang="en-GB" sz="1200" b="1">
                  <a:latin typeface="Helvetica" pitchFamily="2" charset="0"/>
                  <a:ea typeface="Dotum" panose="020B0600000101010101" pitchFamily="34" charset="-127"/>
                  <a:cs typeface="Gautami" panose="020B0502040204020203" pitchFamily="34" charset="0"/>
                </a:rPr>
                <a:t>concepts</a:t>
              </a:r>
            </a:p>
          </p:txBody>
        </p:sp>
        <p:pic>
          <p:nvPicPr>
            <p:cNvPr id="361" name="Picture 24">
              <a:extLst>
                <a:ext uri="{FF2B5EF4-FFF2-40B4-BE49-F238E27FC236}">
                  <a16:creationId xmlns:a16="http://schemas.microsoft.com/office/drawing/2014/main" id="{FDE0DE00-05EB-73C9-2036-5FBB5E13B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3521" y="1585318"/>
              <a:ext cx="646330" cy="646330"/>
            </a:xfrm>
            <a:prstGeom prst="rect">
              <a:avLst/>
            </a:prstGeom>
            <a:noFill/>
            <a:extLst>
              <a:ext uri="{909E8E84-426E-40DD-AFC4-6F175D3DCCD1}">
                <a14:hiddenFill xmlns:a14="http://schemas.microsoft.com/office/drawing/2010/main">
                  <a:solidFill>
                    <a:srgbClr val="FFFFFF"/>
                  </a:solidFill>
                </a14:hiddenFill>
              </a:ext>
            </a:extLst>
          </p:spPr>
        </p:pic>
        <p:pic>
          <p:nvPicPr>
            <p:cNvPr id="362" name="Picture 18">
              <a:extLst>
                <a:ext uri="{FF2B5EF4-FFF2-40B4-BE49-F238E27FC236}">
                  <a16:creationId xmlns:a16="http://schemas.microsoft.com/office/drawing/2014/main" id="{DBFC21C3-F63A-7079-2612-C611C43CA1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2185" y="3224440"/>
              <a:ext cx="634155" cy="634155"/>
            </a:xfrm>
            <a:prstGeom prst="rect">
              <a:avLst/>
            </a:prstGeom>
            <a:noFill/>
            <a:extLst>
              <a:ext uri="{909E8E84-426E-40DD-AFC4-6F175D3DCCD1}">
                <a14:hiddenFill xmlns:a14="http://schemas.microsoft.com/office/drawing/2010/main">
                  <a:solidFill>
                    <a:srgbClr val="FFFFFF"/>
                  </a:solidFill>
                </a14:hiddenFill>
              </a:ext>
            </a:extLst>
          </p:spPr>
        </p:pic>
        <p:sp>
          <p:nvSpPr>
            <p:cNvPr id="363" name="TextBox 362">
              <a:extLst>
                <a:ext uri="{FF2B5EF4-FFF2-40B4-BE49-F238E27FC236}">
                  <a16:creationId xmlns:a16="http://schemas.microsoft.com/office/drawing/2014/main" id="{07A6C837-8019-2272-8960-79B46B773CE5}"/>
                </a:ext>
              </a:extLst>
            </p:cNvPr>
            <p:cNvSpPr txBox="1"/>
            <p:nvPr/>
          </p:nvSpPr>
          <p:spPr>
            <a:xfrm>
              <a:off x="6091297" y="3978523"/>
              <a:ext cx="1603724" cy="461665"/>
            </a:xfrm>
            <a:prstGeom prst="rect">
              <a:avLst/>
            </a:prstGeom>
            <a:noFill/>
            <a:ln w="28575">
              <a:noFill/>
            </a:ln>
          </p:spPr>
          <p:txBody>
            <a:bodyPr wrap="square">
              <a:spAutoFit/>
            </a:bodyPr>
            <a:lstStyle/>
            <a:p>
              <a:pPr algn="ctr"/>
              <a:r>
                <a:rPr lang="en-GB" sz="1200" b="1">
                  <a:latin typeface="Helvetica" pitchFamily="2" charset="0"/>
                  <a:ea typeface="Dotum" panose="020B0600000101010101" pitchFamily="34" charset="-127"/>
                  <a:cs typeface="Gautami" panose="020B0502040204020203" pitchFamily="34" charset="0"/>
                </a:rPr>
                <a:t>Normative </a:t>
              </a:r>
            </a:p>
            <a:p>
              <a:pPr algn="ctr"/>
              <a:r>
                <a:rPr lang="en-GB" sz="1200" b="1">
                  <a:latin typeface="Helvetica" pitchFamily="2" charset="0"/>
                  <a:ea typeface="Dotum" panose="020B0600000101010101" pitchFamily="34" charset="-127"/>
                  <a:cs typeface="Gautami" panose="020B0502040204020203" pitchFamily="34" charset="0"/>
                </a:rPr>
                <a:t>concepts</a:t>
              </a:r>
            </a:p>
          </p:txBody>
        </p:sp>
        <p:sp>
          <p:nvSpPr>
            <p:cNvPr id="366" name="TextBox 365">
              <a:extLst>
                <a:ext uri="{FF2B5EF4-FFF2-40B4-BE49-F238E27FC236}">
                  <a16:creationId xmlns:a16="http://schemas.microsoft.com/office/drawing/2014/main" id="{AF8968E7-E49A-D5AB-5CE5-FDE27CCA13BC}"/>
                </a:ext>
              </a:extLst>
            </p:cNvPr>
            <p:cNvSpPr txBox="1"/>
            <p:nvPr/>
          </p:nvSpPr>
          <p:spPr>
            <a:xfrm>
              <a:off x="2884602" y="4783902"/>
              <a:ext cx="2140849" cy="738140"/>
            </a:xfrm>
            <a:prstGeom prst="rect">
              <a:avLst/>
            </a:prstGeom>
            <a:noFill/>
          </p:spPr>
          <p:txBody>
            <a:bodyPr wrap="square" rtlCol="0">
              <a:spAutoFit/>
            </a:bodyPr>
            <a:lstStyle/>
            <a:p>
              <a:r>
                <a:rPr lang="en-GB" sz="1200" b="1">
                  <a:latin typeface="Helvetica" pitchFamily="2" charset="0"/>
                </a:rPr>
                <a:t>Routine machine activities and technical functionality </a:t>
              </a:r>
            </a:p>
          </p:txBody>
        </p:sp>
        <p:sp>
          <p:nvSpPr>
            <p:cNvPr id="367" name="TextBox 366">
              <a:extLst>
                <a:ext uri="{FF2B5EF4-FFF2-40B4-BE49-F238E27FC236}">
                  <a16:creationId xmlns:a16="http://schemas.microsoft.com/office/drawing/2014/main" id="{35F29B56-F55C-0732-A21B-0E0960E53C47}"/>
                </a:ext>
              </a:extLst>
            </p:cNvPr>
            <p:cNvSpPr txBox="1"/>
            <p:nvPr/>
          </p:nvSpPr>
          <p:spPr>
            <a:xfrm>
              <a:off x="7382761" y="4729712"/>
              <a:ext cx="2373702" cy="738140"/>
            </a:xfrm>
            <a:prstGeom prst="rect">
              <a:avLst/>
            </a:prstGeom>
            <a:noFill/>
          </p:spPr>
          <p:txBody>
            <a:bodyPr wrap="square" rtlCol="0">
              <a:spAutoFit/>
            </a:bodyPr>
            <a:lstStyle/>
            <a:p>
              <a:r>
                <a:rPr lang="en-GB" sz="1200" b="1">
                  <a:latin typeface="Helvetica" pitchFamily="2" charset="0"/>
                </a:rPr>
                <a:t>Moral entitlements, principles and values of affected groups </a:t>
              </a:r>
            </a:p>
          </p:txBody>
        </p:sp>
        <p:sp>
          <p:nvSpPr>
            <p:cNvPr id="368" name="TextBox 367">
              <a:extLst>
                <a:ext uri="{FF2B5EF4-FFF2-40B4-BE49-F238E27FC236}">
                  <a16:creationId xmlns:a16="http://schemas.microsoft.com/office/drawing/2014/main" id="{120828B6-0C81-C89A-0019-8E451F86C9D3}"/>
                </a:ext>
              </a:extLst>
            </p:cNvPr>
            <p:cNvSpPr txBox="1"/>
            <p:nvPr/>
          </p:nvSpPr>
          <p:spPr>
            <a:xfrm>
              <a:off x="5073101" y="460130"/>
              <a:ext cx="2506196" cy="738140"/>
            </a:xfrm>
            <a:prstGeom prst="rect">
              <a:avLst/>
            </a:prstGeom>
            <a:noFill/>
          </p:spPr>
          <p:txBody>
            <a:bodyPr wrap="square" rtlCol="0">
              <a:spAutoFit/>
            </a:bodyPr>
            <a:lstStyle/>
            <a:p>
              <a:r>
                <a:rPr lang="en-GB" sz="1200" b="1">
                  <a:latin typeface="Helvetica" pitchFamily="2" charset="0"/>
                </a:rPr>
                <a:t>Knowledge-related issues </a:t>
              </a:r>
            </a:p>
            <a:p>
              <a:r>
                <a:rPr lang="en-GB" sz="1200" b="1">
                  <a:latin typeface="Helvetica" pitchFamily="2" charset="0"/>
                </a:rPr>
                <a:t>at human-machine interface</a:t>
              </a:r>
            </a:p>
          </p:txBody>
        </p:sp>
      </p:grpSp>
      <p:sp>
        <p:nvSpPr>
          <p:cNvPr id="4" name="TextBox 3">
            <a:extLst>
              <a:ext uri="{FF2B5EF4-FFF2-40B4-BE49-F238E27FC236}">
                <a16:creationId xmlns:a16="http://schemas.microsoft.com/office/drawing/2014/main" id="{2F5E0492-187B-53DF-B6EB-F859932161EC}"/>
              </a:ext>
            </a:extLst>
          </p:cNvPr>
          <p:cNvSpPr txBox="1"/>
          <p:nvPr/>
        </p:nvSpPr>
        <p:spPr>
          <a:xfrm>
            <a:off x="486827" y="1940372"/>
            <a:ext cx="385970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panose="020F0502020204030204" pitchFamily="34" charset="0"/>
                <a:cs typeface="Calibri" panose="020F0502020204030204" pitchFamily="34" charset="0"/>
              </a:rPr>
              <a:t>A RELATIONAL MULTIDOMAIN FRAMEWORK TO GUIDE INSTITUTIONAL AI THEORIZING</a:t>
            </a:r>
          </a:p>
        </p:txBody>
      </p:sp>
    </p:spTree>
    <p:extLst>
      <p:ext uri="{BB962C8B-B14F-4D97-AF65-F5344CB8AC3E}">
        <p14:creationId xmlns:p14="http://schemas.microsoft.com/office/powerpoint/2010/main" val="21952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8ED0EF8C-939F-D4B9-6FAA-77B449A1946E}"/>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3" name="Slide Number Placeholder 4">
            <a:extLst>
              <a:ext uri="{FF2B5EF4-FFF2-40B4-BE49-F238E27FC236}">
                <a16:creationId xmlns:a16="http://schemas.microsoft.com/office/drawing/2014/main" id="{7E679D9A-A710-F2BD-2B92-8AF4A84F4C73}"/>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7</a:t>
            </a:fld>
            <a:endParaRPr lang="en-GB"/>
          </a:p>
        </p:txBody>
      </p:sp>
      <p:pic>
        <p:nvPicPr>
          <p:cNvPr id="55" name="Picture 54">
            <a:extLst>
              <a:ext uri="{FF2B5EF4-FFF2-40B4-BE49-F238E27FC236}">
                <a16:creationId xmlns:a16="http://schemas.microsoft.com/office/drawing/2014/main" id="{AC1DF86B-7CF4-D08D-5FEF-746C8E5A905A}"/>
              </a:ext>
            </a:extLst>
          </p:cNvPr>
          <p:cNvPicPr>
            <a:picLocks noChangeAspect="1"/>
          </p:cNvPicPr>
          <p:nvPr/>
        </p:nvPicPr>
        <p:blipFill rotWithShape="1">
          <a:blip r:embed="rId2"/>
          <a:srcRect l="4929" t="4259"/>
          <a:stretch/>
        </p:blipFill>
        <p:spPr>
          <a:xfrm>
            <a:off x="3772900" y="1039660"/>
            <a:ext cx="7932274" cy="5094000"/>
          </a:xfrm>
          <a:prstGeom prst="rect">
            <a:avLst/>
          </a:prstGeom>
        </p:spPr>
      </p:pic>
      <p:sp>
        <p:nvSpPr>
          <p:cNvPr id="4" name="TextBox 3">
            <a:extLst>
              <a:ext uri="{FF2B5EF4-FFF2-40B4-BE49-F238E27FC236}">
                <a16:creationId xmlns:a16="http://schemas.microsoft.com/office/drawing/2014/main" id="{49223900-A500-A1F8-911C-DDC30B30194F}"/>
              </a:ext>
            </a:extLst>
          </p:cNvPr>
          <p:cNvSpPr txBox="1"/>
          <p:nvPr/>
        </p:nvSpPr>
        <p:spPr>
          <a:xfrm>
            <a:off x="486827" y="1940372"/>
            <a:ext cx="392233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panose="020F0502020204030204" pitchFamily="34" charset="0"/>
                <a:cs typeface="Calibri" panose="020F0502020204030204" pitchFamily="34" charset="0"/>
              </a:rPr>
              <a:t>A RELATIONAL MULTIDOMAIN FRAMEWORK TO GUIDE INSTITUTIONAL AI THEORIZING</a:t>
            </a:r>
          </a:p>
          <a:p>
            <a:endParaRPr lang="en-US" b="1">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Domain</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Scope</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Concepts</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Methods</a:t>
            </a:r>
          </a:p>
        </p:txBody>
      </p:sp>
    </p:spTree>
    <p:extLst>
      <p:ext uri="{BB962C8B-B14F-4D97-AF65-F5344CB8AC3E}">
        <p14:creationId xmlns:p14="http://schemas.microsoft.com/office/powerpoint/2010/main" val="259445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1" name="Picture 370">
            <a:extLst>
              <a:ext uri="{FF2B5EF4-FFF2-40B4-BE49-F238E27FC236}">
                <a16:creationId xmlns:a16="http://schemas.microsoft.com/office/drawing/2014/main" id="{8A5E28F6-BD74-2A2B-F837-8B8908D4F4A8}"/>
              </a:ext>
            </a:extLst>
          </p:cNvPr>
          <p:cNvPicPr>
            <a:picLocks noChangeAspect="1"/>
          </p:cNvPicPr>
          <p:nvPr/>
        </p:nvPicPr>
        <p:blipFill rotWithShape="1">
          <a:blip r:embed="rId2"/>
          <a:srcRect b="494"/>
          <a:stretch/>
        </p:blipFill>
        <p:spPr>
          <a:xfrm>
            <a:off x="5768312" y="1152986"/>
            <a:ext cx="6232230" cy="4525846"/>
          </a:xfrm>
          <a:prstGeom prst="rect">
            <a:avLst/>
          </a:prstGeom>
        </p:spPr>
      </p:pic>
      <p:sp>
        <p:nvSpPr>
          <p:cNvPr id="2" name="Footer Placeholder 4">
            <a:extLst>
              <a:ext uri="{FF2B5EF4-FFF2-40B4-BE49-F238E27FC236}">
                <a16:creationId xmlns:a16="http://schemas.microsoft.com/office/drawing/2014/main" id="{C17E4D39-5608-45EF-917A-527BF7C947EE}"/>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3" name="Slide Number Placeholder 4">
            <a:extLst>
              <a:ext uri="{FF2B5EF4-FFF2-40B4-BE49-F238E27FC236}">
                <a16:creationId xmlns:a16="http://schemas.microsoft.com/office/drawing/2014/main" id="{CBD99C90-62E3-4C11-2754-FABC563AC21C}"/>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8</a:t>
            </a:fld>
            <a:endParaRPr lang="en-GB"/>
          </a:p>
        </p:txBody>
      </p:sp>
      <p:grpSp>
        <p:nvGrpSpPr>
          <p:cNvPr id="369" name="Group 368">
            <a:extLst>
              <a:ext uri="{FF2B5EF4-FFF2-40B4-BE49-F238E27FC236}">
                <a16:creationId xmlns:a16="http://schemas.microsoft.com/office/drawing/2014/main" id="{8FAD4DF8-D006-8157-4105-6C4A9D865E72}"/>
              </a:ext>
            </a:extLst>
          </p:cNvPr>
          <p:cNvGrpSpPr/>
          <p:nvPr/>
        </p:nvGrpSpPr>
        <p:grpSpPr>
          <a:xfrm>
            <a:off x="378370" y="1451181"/>
            <a:ext cx="5948858" cy="3986873"/>
            <a:chOff x="2884602" y="722803"/>
            <a:chExt cx="6871861" cy="4553192"/>
          </a:xfrm>
        </p:grpSpPr>
        <p:sp>
          <p:nvSpPr>
            <p:cNvPr id="356" name="Oval 355">
              <a:extLst>
                <a:ext uri="{FF2B5EF4-FFF2-40B4-BE49-F238E27FC236}">
                  <a16:creationId xmlns:a16="http://schemas.microsoft.com/office/drawing/2014/main" id="{6979FB91-625C-CA39-1402-C5AB3800320A}"/>
                </a:ext>
              </a:extLst>
            </p:cNvPr>
            <p:cNvSpPr/>
            <p:nvPr/>
          </p:nvSpPr>
          <p:spPr>
            <a:xfrm>
              <a:off x="5802770" y="2684380"/>
              <a:ext cx="2140848" cy="2140848"/>
            </a:xfrm>
            <a:prstGeom prst="ellipse">
              <a:avLst/>
            </a:prstGeom>
            <a:solidFill>
              <a:schemeClr val="accent6">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7" name="Oval 356">
              <a:extLst>
                <a:ext uri="{FF2B5EF4-FFF2-40B4-BE49-F238E27FC236}">
                  <a16:creationId xmlns:a16="http://schemas.microsoft.com/office/drawing/2014/main" id="{DE944755-E81D-2BC7-8EF8-6FDFA312F644}"/>
                </a:ext>
              </a:extLst>
            </p:cNvPr>
            <p:cNvSpPr/>
            <p:nvPr/>
          </p:nvSpPr>
          <p:spPr>
            <a:xfrm>
              <a:off x="4185352" y="2691161"/>
              <a:ext cx="2140848" cy="2140848"/>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8" name="Oval 357">
              <a:extLst>
                <a:ext uri="{FF2B5EF4-FFF2-40B4-BE49-F238E27FC236}">
                  <a16:creationId xmlns:a16="http://schemas.microsoft.com/office/drawing/2014/main" id="{6BFBFC91-41D4-341B-051D-4F8781B10122}"/>
                </a:ext>
              </a:extLst>
            </p:cNvPr>
            <p:cNvSpPr/>
            <p:nvPr/>
          </p:nvSpPr>
          <p:spPr>
            <a:xfrm>
              <a:off x="4986262" y="1258234"/>
              <a:ext cx="2140848" cy="2140848"/>
            </a:xfrm>
            <a:prstGeom prst="ellipse">
              <a:avLst/>
            </a:prstGeom>
            <a:solidFill>
              <a:schemeClr val="accent5">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Helvetica" pitchFamily="2" charset="0"/>
              </a:endParaRPr>
            </a:p>
            <a:p>
              <a:pPr algn="ctr"/>
              <a:endParaRPr lang="en-US" sz="1200" b="1">
                <a:solidFill>
                  <a:schemeClr val="tx1"/>
                </a:solidFill>
                <a:latin typeface="Helvetica" pitchFamily="2" charset="0"/>
              </a:endParaRPr>
            </a:p>
            <a:p>
              <a:pPr algn="ctr"/>
              <a:endParaRPr lang="en-US" sz="1200" b="1">
                <a:solidFill>
                  <a:schemeClr val="tx1"/>
                </a:solidFill>
                <a:latin typeface="Helvetica" pitchFamily="2" charset="0"/>
              </a:endParaRPr>
            </a:p>
            <a:p>
              <a:pPr algn="ctr"/>
              <a:r>
                <a:rPr lang="en-US" sz="1200" b="1">
                  <a:solidFill>
                    <a:schemeClr val="tx1"/>
                  </a:solidFill>
                  <a:latin typeface="Helvetica" pitchFamily="2" charset="0"/>
                </a:rPr>
                <a:t>Epistemic</a:t>
              </a:r>
            </a:p>
            <a:p>
              <a:pPr algn="ctr"/>
              <a:r>
                <a:rPr lang="en-US" sz="1200" b="1">
                  <a:solidFill>
                    <a:schemeClr val="tx1"/>
                  </a:solidFill>
                  <a:latin typeface="Helvetica" pitchFamily="2" charset="0"/>
                </a:rPr>
                <a:t>concepts</a:t>
              </a:r>
              <a:endParaRPr lang="en-GB" sz="1200" b="1">
                <a:solidFill>
                  <a:schemeClr val="tx1"/>
                </a:solidFill>
              </a:endParaRPr>
            </a:p>
          </p:txBody>
        </p:sp>
        <p:pic>
          <p:nvPicPr>
            <p:cNvPr id="359" name="Picture 26">
              <a:extLst>
                <a:ext uri="{FF2B5EF4-FFF2-40B4-BE49-F238E27FC236}">
                  <a16:creationId xmlns:a16="http://schemas.microsoft.com/office/drawing/2014/main" id="{549957C9-5C99-441B-910F-EDDE87852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415" y="3197773"/>
              <a:ext cx="660822" cy="660822"/>
            </a:xfrm>
            <a:prstGeom prst="rect">
              <a:avLst/>
            </a:prstGeom>
            <a:noFill/>
            <a:extLst>
              <a:ext uri="{909E8E84-426E-40DD-AFC4-6F175D3DCCD1}">
                <a14:hiddenFill xmlns:a14="http://schemas.microsoft.com/office/drawing/2010/main">
                  <a:solidFill>
                    <a:srgbClr val="FFFFFF"/>
                  </a:solidFill>
                </a14:hiddenFill>
              </a:ext>
            </a:extLst>
          </p:spPr>
        </p:pic>
        <p:sp>
          <p:nvSpPr>
            <p:cNvPr id="360" name="TextBox 359">
              <a:extLst>
                <a:ext uri="{FF2B5EF4-FFF2-40B4-BE49-F238E27FC236}">
                  <a16:creationId xmlns:a16="http://schemas.microsoft.com/office/drawing/2014/main" id="{796AC81D-C20F-E4AB-FF4E-11EEA85039B1}"/>
                </a:ext>
              </a:extLst>
            </p:cNvPr>
            <p:cNvSpPr txBox="1"/>
            <p:nvPr/>
          </p:nvSpPr>
          <p:spPr>
            <a:xfrm>
              <a:off x="4386964" y="3974115"/>
              <a:ext cx="1603724" cy="461665"/>
            </a:xfrm>
            <a:prstGeom prst="rect">
              <a:avLst/>
            </a:prstGeom>
            <a:noFill/>
            <a:ln w="28575">
              <a:noFill/>
            </a:ln>
          </p:spPr>
          <p:txBody>
            <a:bodyPr wrap="square">
              <a:spAutoFit/>
            </a:bodyPr>
            <a:lstStyle/>
            <a:p>
              <a:pPr algn="ctr"/>
              <a:r>
                <a:rPr lang="en-GB" sz="1200" b="1">
                  <a:latin typeface="Helvetica" pitchFamily="2" charset="0"/>
                  <a:ea typeface="Dotum" panose="020B0600000101010101" pitchFamily="34" charset="-127"/>
                  <a:cs typeface="Gautami" panose="020B0502040204020203" pitchFamily="34" charset="0"/>
                </a:rPr>
                <a:t>Operational </a:t>
              </a:r>
            </a:p>
            <a:p>
              <a:pPr algn="ctr"/>
              <a:r>
                <a:rPr lang="en-GB" sz="1200" b="1">
                  <a:latin typeface="Helvetica" pitchFamily="2" charset="0"/>
                  <a:ea typeface="Dotum" panose="020B0600000101010101" pitchFamily="34" charset="-127"/>
                  <a:cs typeface="Gautami" panose="020B0502040204020203" pitchFamily="34" charset="0"/>
                </a:rPr>
                <a:t>concepts</a:t>
              </a:r>
            </a:p>
          </p:txBody>
        </p:sp>
        <p:pic>
          <p:nvPicPr>
            <p:cNvPr id="361" name="Picture 24">
              <a:extLst>
                <a:ext uri="{FF2B5EF4-FFF2-40B4-BE49-F238E27FC236}">
                  <a16:creationId xmlns:a16="http://schemas.microsoft.com/office/drawing/2014/main" id="{FDE0DE00-05EB-73C9-2036-5FBB5E13B4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3521" y="1585318"/>
              <a:ext cx="646330" cy="646330"/>
            </a:xfrm>
            <a:prstGeom prst="rect">
              <a:avLst/>
            </a:prstGeom>
            <a:noFill/>
            <a:extLst>
              <a:ext uri="{909E8E84-426E-40DD-AFC4-6F175D3DCCD1}">
                <a14:hiddenFill xmlns:a14="http://schemas.microsoft.com/office/drawing/2010/main">
                  <a:solidFill>
                    <a:srgbClr val="FFFFFF"/>
                  </a:solidFill>
                </a14:hiddenFill>
              </a:ext>
            </a:extLst>
          </p:spPr>
        </p:pic>
        <p:pic>
          <p:nvPicPr>
            <p:cNvPr id="362" name="Picture 18">
              <a:extLst>
                <a:ext uri="{FF2B5EF4-FFF2-40B4-BE49-F238E27FC236}">
                  <a16:creationId xmlns:a16="http://schemas.microsoft.com/office/drawing/2014/main" id="{DBFC21C3-F63A-7079-2612-C611C43CA1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2185" y="3224440"/>
              <a:ext cx="634155" cy="634155"/>
            </a:xfrm>
            <a:prstGeom prst="rect">
              <a:avLst/>
            </a:prstGeom>
            <a:noFill/>
            <a:extLst>
              <a:ext uri="{909E8E84-426E-40DD-AFC4-6F175D3DCCD1}">
                <a14:hiddenFill xmlns:a14="http://schemas.microsoft.com/office/drawing/2010/main">
                  <a:solidFill>
                    <a:srgbClr val="FFFFFF"/>
                  </a:solidFill>
                </a14:hiddenFill>
              </a:ext>
            </a:extLst>
          </p:spPr>
        </p:pic>
        <p:sp>
          <p:nvSpPr>
            <p:cNvPr id="363" name="TextBox 362">
              <a:extLst>
                <a:ext uri="{FF2B5EF4-FFF2-40B4-BE49-F238E27FC236}">
                  <a16:creationId xmlns:a16="http://schemas.microsoft.com/office/drawing/2014/main" id="{07A6C837-8019-2272-8960-79B46B773CE5}"/>
                </a:ext>
              </a:extLst>
            </p:cNvPr>
            <p:cNvSpPr txBox="1"/>
            <p:nvPr/>
          </p:nvSpPr>
          <p:spPr>
            <a:xfrm>
              <a:off x="6091297" y="3978523"/>
              <a:ext cx="1603724" cy="461665"/>
            </a:xfrm>
            <a:prstGeom prst="rect">
              <a:avLst/>
            </a:prstGeom>
            <a:noFill/>
            <a:ln w="28575">
              <a:noFill/>
            </a:ln>
          </p:spPr>
          <p:txBody>
            <a:bodyPr wrap="square">
              <a:spAutoFit/>
            </a:bodyPr>
            <a:lstStyle/>
            <a:p>
              <a:pPr algn="ctr"/>
              <a:r>
                <a:rPr lang="en-GB" sz="1200" b="1">
                  <a:latin typeface="Helvetica" pitchFamily="2" charset="0"/>
                  <a:ea typeface="Dotum" panose="020B0600000101010101" pitchFamily="34" charset="-127"/>
                  <a:cs typeface="Gautami" panose="020B0502040204020203" pitchFamily="34" charset="0"/>
                </a:rPr>
                <a:t>Normative </a:t>
              </a:r>
            </a:p>
            <a:p>
              <a:pPr algn="ctr"/>
              <a:r>
                <a:rPr lang="en-GB" sz="1200" b="1">
                  <a:latin typeface="Helvetica" pitchFamily="2" charset="0"/>
                  <a:ea typeface="Dotum" panose="020B0600000101010101" pitchFamily="34" charset="-127"/>
                  <a:cs typeface="Gautami" panose="020B0502040204020203" pitchFamily="34" charset="0"/>
                </a:rPr>
                <a:t>concepts</a:t>
              </a:r>
            </a:p>
          </p:txBody>
        </p:sp>
        <p:sp>
          <p:nvSpPr>
            <p:cNvPr id="366" name="TextBox 365">
              <a:extLst>
                <a:ext uri="{FF2B5EF4-FFF2-40B4-BE49-F238E27FC236}">
                  <a16:creationId xmlns:a16="http://schemas.microsoft.com/office/drawing/2014/main" id="{AF8968E7-E49A-D5AB-5CE5-FDE27CCA13BC}"/>
                </a:ext>
              </a:extLst>
            </p:cNvPr>
            <p:cNvSpPr txBox="1"/>
            <p:nvPr/>
          </p:nvSpPr>
          <p:spPr>
            <a:xfrm>
              <a:off x="2884602" y="4783902"/>
              <a:ext cx="2140849" cy="492093"/>
            </a:xfrm>
            <a:prstGeom prst="rect">
              <a:avLst/>
            </a:prstGeom>
            <a:noFill/>
          </p:spPr>
          <p:txBody>
            <a:bodyPr wrap="square" rtlCol="0">
              <a:spAutoFit/>
            </a:bodyPr>
            <a:lstStyle/>
            <a:p>
              <a:r>
                <a:rPr lang="en-GB" sz="1100">
                  <a:latin typeface="Helvetica" pitchFamily="2" charset="0"/>
                </a:rPr>
                <a:t>Routine machine activities and technical functionality </a:t>
              </a:r>
            </a:p>
          </p:txBody>
        </p:sp>
        <p:sp>
          <p:nvSpPr>
            <p:cNvPr id="367" name="TextBox 366">
              <a:extLst>
                <a:ext uri="{FF2B5EF4-FFF2-40B4-BE49-F238E27FC236}">
                  <a16:creationId xmlns:a16="http://schemas.microsoft.com/office/drawing/2014/main" id="{35F29B56-F55C-0732-A21B-0E0960E53C47}"/>
                </a:ext>
              </a:extLst>
            </p:cNvPr>
            <p:cNvSpPr txBox="1"/>
            <p:nvPr/>
          </p:nvSpPr>
          <p:spPr>
            <a:xfrm>
              <a:off x="7382761" y="4729712"/>
              <a:ext cx="2373702" cy="492093"/>
            </a:xfrm>
            <a:prstGeom prst="rect">
              <a:avLst/>
            </a:prstGeom>
            <a:noFill/>
          </p:spPr>
          <p:txBody>
            <a:bodyPr wrap="square" rtlCol="0">
              <a:spAutoFit/>
            </a:bodyPr>
            <a:lstStyle/>
            <a:p>
              <a:r>
                <a:rPr lang="en-GB" sz="1100">
                  <a:latin typeface="Helvetica" pitchFamily="2" charset="0"/>
                </a:rPr>
                <a:t>Moral entitlements, principles and values of affected groups </a:t>
              </a:r>
            </a:p>
          </p:txBody>
        </p:sp>
        <p:sp>
          <p:nvSpPr>
            <p:cNvPr id="368" name="TextBox 367">
              <a:extLst>
                <a:ext uri="{FF2B5EF4-FFF2-40B4-BE49-F238E27FC236}">
                  <a16:creationId xmlns:a16="http://schemas.microsoft.com/office/drawing/2014/main" id="{120828B6-0C81-C89A-0019-8E451F86C9D3}"/>
                </a:ext>
              </a:extLst>
            </p:cNvPr>
            <p:cNvSpPr txBox="1"/>
            <p:nvPr/>
          </p:nvSpPr>
          <p:spPr>
            <a:xfrm>
              <a:off x="5188826" y="722803"/>
              <a:ext cx="2506196" cy="492093"/>
            </a:xfrm>
            <a:prstGeom prst="rect">
              <a:avLst/>
            </a:prstGeom>
            <a:noFill/>
          </p:spPr>
          <p:txBody>
            <a:bodyPr wrap="square" rtlCol="0">
              <a:spAutoFit/>
            </a:bodyPr>
            <a:lstStyle/>
            <a:p>
              <a:r>
                <a:rPr lang="en-GB" sz="1100">
                  <a:latin typeface="Helvetica" pitchFamily="2" charset="0"/>
                </a:rPr>
                <a:t>Knowledge-related issues </a:t>
              </a:r>
            </a:p>
            <a:p>
              <a:r>
                <a:rPr lang="en-GB" sz="1100">
                  <a:latin typeface="Helvetica" pitchFamily="2" charset="0"/>
                </a:rPr>
                <a:t>at human-machine interface</a:t>
              </a:r>
            </a:p>
          </p:txBody>
        </p:sp>
      </p:grpSp>
      <p:sp>
        <p:nvSpPr>
          <p:cNvPr id="374" name="Right Arrow 373">
            <a:extLst>
              <a:ext uri="{FF2B5EF4-FFF2-40B4-BE49-F238E27FC236}">
                <a16:creationId xmlns:a16="http://schemas.microsoft.com/office/drawing/2014/main" id="{C6B5D7E2-0151-7ED8-5682-BFFCC527E351}"/>
              </a:ext>
            </a:extLst>
          </p:cNvPr>
          <p:cNvSpPr/>
          <p:nvPr/>
        </p:nvSpPr>
        <p:spPr>
          <a:xfrm>
            <a:off x="4414585" y="2347707"/>
            <a:ext cx="1668942" cy="708333"/>
          </a:xfrm>
          <a:prstGeom prst="rightArrow">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28825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8ED0EF8C-939F-D4B9-6FAA-77B449A1946E}"/>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3" name="Slide Number Placeholder 4">
            <a:extLst>
              <a:ext uri="{FF2B5EF4-FFF2-40B4-BE49-F238E27FC236}">
                <a16:creationId xmlns:a16="http://schemas.microsoft.com/office/drawing/2014/main" id="{7E679D9A-A710-F2BD-2B92-8AF4A84F4C73}"/>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9</a:t>
            </a:fld>
            <a:endParaRPr lang="en-GB"/>
          </a:p>
        </p:txBody>
      </p:sp>
      <p:sp>
        <p:nvSpPr>
          <p:cNvPr id="4" name="TextBox 3">
            <a:extLst>
              <a:ext uri="{FF2B5EF4-FFF2-40B4-BE49-F238E27FC236}">
                <a16:creationId xmlns:a16="http://schemas.microsoft.com/office/drawing/2014/main" id="{4E1B11C4-0230-A5BD-DE2A-EA2447F6CFCC}"/>
              </a:ext>
            </a:extLst>
          </p:cNvPr>
          <p:cNvSpPr txBox="1"/>
          <p:nvPr/>
        </p:nvSpPr>
        <p:spPr>
          <a:xfrm>
            <a:off x="486826" y="1940372"/>
            <a:ext cx="419027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panose="020F0502020204030204" pitchFamily="34" charset="0"/>
                <a:cs typeface="Calibri" panose="020F0502020204030204" pitchFamily="34" charset="0"/>
              </a:rPr>
              <a:t>APPLYING THE FRAMEWORK</a:t>
            </a:r>
          </a:p>
          <a:p>
            <a:endParaRPr lang="en-US" b="1">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a:latin typeface="Calibri"/>
                <a:cs typeface="Calibri"/>
              </a:rPr>
              <a:t>Four levels of abstraction</a:t>
            </a:r>
            <a:r>
              <a:rPr lang="en-US">
                <a:latin typeface="Calibri"/>
                <a:cs typeface="Calibri"/>
              </a:rPr>
              <a:t> (domain, scope, concepts, method)</a:t>
            </a:r>
            <a:r>
              <a:rPr lang="en-US" b="1">
                <a:latin typeface="Calibri"/>
                <a:cs typeface="Calibri"/>
              </a:rPr>
              <a:t> can be used to deductively guide the process of conceptualization </a:t>
            </a:r>
            <a:r>
              <a:rPr lang="en-US">
                <a:latin typeface="Calibri"/>
                <a:cs typeface="Calibri"/>
              </a:rPr>
              <a:t>(to decide what concepts and methods are most suitable to the application context)</a:t>
            </a:r>
          </a:p>
          <a:p>
            <a:pPr marL="285750" indent="-285750">
              <a:buFont typeface="Arial" panose="020B0604020202020204" pitchFamily="34" charset="0"/>
              <a:buChar char="•"/>
            </a:pPr>
            <a:endParaRPr lang="en-US">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b="1">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D0D7D615-D41B-2317-AEBD-5DB73DDB81FD}"/>
              </a:ext>
            </a:extLst>
          </p:cNvPr>
          <p:cNvPicPr>
            <a:picLocks noChangeAspect="1"/>
          </p:cNvPicPr>
          <p:nvPr/>
        </p:nvPicPr>
        <p:blipFill rotWithShape="1">
          <a:blip r:embed="rId2"/>
          <a:srcRect b="19818"/>
          <a:stretch/>
        </p:blipFill>
        <p:spPr>
          <a:xfrm>
            <a:off x="5753873" y="1041283"/>
            <a:ext cx="4940474" cy="4378720"/>
          </a:xfrm>
          <a:prstGeom prst="rect">
            <a:avLst/>
          </a:prstGeom>
        </p:spPr>
      </p:pic>
    </p:spTree>
    <p:extLst>
      <p:ext uri="{BB962C8B-B14F-4D97-AF65-F5344CB8AC3E}">
        <p14:creationId xmlns:p14="http://schemas.microsoft.com/office/powerpoint/2010/main" val="2864188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8ED0EF8C-939F-D4B9-6FAA-77B449A1946E}"/>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3" name="Slide Number Placeholder 4">
            <a:extLst>
              <a:ext uri="{FF2B5EF4-FFF2-40B4-BE49-F238E27FC236}">
                <a16:creationId xmlns:a16="http://schemas.microsoft.com/office/drawing/2014/main" id="{7E679D9A-A710-F2BD-2B92-8AF4A84F4C73}"/>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10</a:t>
            </a:fld>
            <a:endParaRPr lang="en-GB"/>
          </a:p>
        </p:txBody>
      </p:sp>
      <p:sp>
        <p:nvSpPr>
          <p:cNvPr id="5" name="TextBox 4">
            <a:extLst>
              <a:ext uri="{FF2B5EF4-FFF2-40B4-BE49-F238E27FC236}">
                <a16:creationId xmlns:a16="http://schemas.microsoft.com/office/drawing/2014/main" id="{0D4CF539-BC3B-02ED-0D33-A6D6EB66CE63}"/>
              </a:ext>
            </a:extLst>
          </p:cNvPr>
          <p:cNvSpPr txBox="1"/>
          <p:nvPr/>
        </p:nvSpPr>
        <p:spPr>
          <a:xfrm>
            <a:off x="4401332" y="1940372"/>
            <a:ext cx="7279919" cy="4278094"/>
          </a:xfrm>
          <a:prstGeom prst="rect">
            <a:avLst/>
          </a:prstGeom>
          <a:noFill/>
        </p:spPr>
        <p:txBody>
          <a:bodyPr wrap="square" lIns="91440" tIns="45720" rIns="91440" bIns="45720" anchor="t">
            <a:spAutoFit/>
          </a:bodyPr>
          <a:lstStyle/>
          <a:p>
            <a:pPr marL="35560">
              <a:spcAft>
                <a:spcPts val="600"/>
              </a:spcAft>
            </a:pPr>
            <a:r>
              <a:rPr lang="en-GB" b="0" i="0">
                <a:effectLst/>
                <a:latin typeface="Calibri"/>
                <a:cs typeface="Calibri"/>
              </a:rPr>
              <a:t>(1) Do we need to further delineate and operationalize the operational, epistemic, and normative domains </a:t>
            </a:r>
            <a:r>
              <a:rPr lang="en-GB">
                <a:latin typeface="Calibri"/>
                <a:cs typeface="Calibri"/>
              </a:rPr>
              <a:t>as tangible </a:t>
            </a:r>
            <a:r>
              <a:rPr lang="en-GB" b="0" i="0">
                <a:effectLst/>
                <a:latin typeface="Calibri"/>
                <a:cs typeface="Calibri"/>
              </a:rPr>
              <a:t>concepts, or is it enough for these to act as abstract categories of analysis?</a:t>
            </a:r>
            <a:endParaRPr lang="en-US">
              <a:latin typeface="Calibri"/>
              <a:cs typeface="Calibri"/>
            </a:endParaRPr>
          </a:p>
          <a:p>
            <a:pPr marL="35560">
              <a:spcAft>
                <a:spcPts val="600"/>
              </a:spcAft>
            </a:pPr>
            <a:br>
              <a:rPr lang="en-GB">
                <a:latin typeface="Calibri" panose="020F0502020204030204" pitchFamily="34" charset="0"/>
                <a:cs typeface="Calibri" panose="020F0502020204030204" pitchFamily="34" charset="0"/>
              </a:rPr>
            </a:br>
            <a:r>
              <a:rPr lang="en-GB" b="0" i="0">
                <a:effectLst/>
                <a:latin typeface="Calibri"/>
                <a:cs typeface="Calibri"/>
              </a:rPr>
              <a:t>(2) To what extent does there need to be scholarly consensus on how we decide whether concepts fall into </a:t>
            </a:r>
            <a:r>
              <a:rPr lang="en-GB">
                <a:latin typeface="Calibri"/>
                <a:cs typeface="Calibri"/>
              </a:rPr>
              <a:t>a particular</a:t>
            </a:r>
            <a:r>
              <a:rPr lang="en-GB" b="0" i="0">
                <a:effectLst/>
                <a:latin typeface="Calibri"/>
                <a:cs typeface="Calibri"/>
              </a:rPr>
              <a:t> domain and not into a different one?</a:t>
            </a:r>
            <a:endParaRPr lang="en-US">
              <a:latin typeface="Calibri"/>
              <a:cs typeface="Calibri"/>
            </a:endParaRPr>
          </a:p>
          <a:p>
            <a:pPr marL="35560">
              <a:spcAft>
                <a:spcPts val="600"/>
              </a:spcAft>
            </a:pPr>
            <a:br>
              <a:rPr lang="en-GB">
                <a:latin typeface="Calibri" panose="020F0502020204030204" pitchFamily="34" charset="0"/>
                <a:cs typeface="Calibri" panose="020F0502020204030204" pitchFamily="34" charset="0"/>
              </a:rPr>
            </a:br>
            <a:r>
              <a:rPr lang="en-GB" b="0" i="0">
                <a:effectLst/>
                <a:latin typeface="Calibri"/>
                <a:cs typeface="Calibri"/>
              </a:rPr>
              <a:t>(3) Should the importance of different concepts and metrics in a particular domain be considered? And if so, how?</a:t>
            </a:r>
            <a:endParaRPr lang="en-US">
              <a:latin typeface="Calibri"/>
              <a:cs typeface="Calibri"/>
            </a:endParaRPr>
          </a:p>
          <a:p>
            <a:pPr marL="35560">
              <a:spcAft>
                <a:spcPts val="600"/>
              </a:spcAft>
            </a:pPr>
            <a:endParaRPr lang="en-GB">
              <a:latin typeface="Calibri"/>
              <a:cs typeface="Calibri"/>
            </a:endParaRPr>
          </a:p>
          <a:p>
            <a:pPr marL="35560">
              <a:spcAft>
                <a:spcPts val="600"/>
              </a:spcAft>
            </a:pPr>
            <a:r>
              <a:rPr lang="en-GB" b="0" i="0">
                <a:effectLst/>
                <a:latin typeface="Calibri"/>
                <a:cs typeface="Calibri"/>
              </a:rPr>
              <a:t>(</a:t>
            </a:r>
            <a:r>
              <a:rPr lang="en-GB">
                <a:latin typeface="Calibri"/>
                <a:cs typeface="Calibri"/>
              </a:rPr>
              <a:t>4</a:t>
            </a:r>
            <a:r>
              <a:rPr lang="en-GB" b="0" i="0">
                <a:effectLst/>
                <a:latin typeface="Calibri"/>
                <a:cs typeface="Calibri"/>
              </a:rPr>
              <a:t>) Is it of value to consider how we can move to unite each of the domains into a single category?</a:t>
            </a:r>
            <a:br>
              <a:rPr lang="en-GB">
                <a:latin typeface="Calibri" panose="020F0502020204030204" pitchFamily="34" charset="0"/>
                <a:cs typeface="Calibri" panose="020F0502020204030204" pitchFamily="34" charset="0"/>
              </a:rPr>
            </a:br>
            <a:r>
              <a:rPr lang="en-GB">
                <a:latin typeface="Calibri"/>
                <a:cs typeface="Calibri"/>
              </a:rPr>
              <a:t>… </a:t>
            </a:r>
            <a:endParaRPr lang="en-US">
              <a:cs typeface="Calibri"/>
            </a:endParaRPr>
          </a:p>
        </p:txBody>
      </p:sp>
      <p:sp>
        <p:nvSpPr>
          <p:cNvPr id="8" name="TextBox 7">
            <a:extLst>
              <a:ext uri="{FF2B5EF4-FFF2-40B4-BE49-F238E27FC236}">
                <a16:creationId xmlns:a16="http://schemas.microsoft.com/office/drawing/2014/main" id="{711CDD4A-39E5-5A40-C623-F774A47F96C5}"/>
              </a:ext>
            </a:extLst>
          </p:cNvPr>
          <p:cNvSpPr txBox="1"/>
          <p:nvPr/>
        </p:nvSpPr>
        <p:spPr>
          <a:xfrm>
            <a:off x="486826" y="1940372"/>
            <a:ext cx="41902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MAPPING A RESEARCH AGENDA FOR A MULTIDOMAIN APPROACH TO INSTITUTIONAL AI</a:t>
            </a:r>
          </a:p>
          <a:p>
            <a:pPr marL="285750" indent="-285750">
              <a:buFont typeface="Arial" panose="020B0604020202020204" pitchFamily="34" charset="0"/>
              <a:buChar char="•"/>
            </a:pPr>
            <a:endParaRPr lang="en-US"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8860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8ED0EF8C-939F-D4B9-6FAA-77B449A1946E}"/>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sp>
        <p:nvSpPr>
          <p:cNvPr id="3" name="Slide Number Placeholder 4">
            <a:extLst>
              <a:ext uri="{FF2B5EF4-FFF2-40B4-BE49-F238E27FC236}">
                <a16:creationId xmlns:a16="http://schemas.microsoft.com/office/drawing/2014/main" id="{7E679D9A-A710-F2BD-2B92-8AF4A84F4C73}"/>
              </a:ext>
            </a:extLst>
          </p:cNvPr>
          <p:cNvSpPr>
            <a:spLocks noGrp="1"/>
          </p:cNvSpPr>
          <p:nvPr>
            <p:ph type="sldNum" sz="quarter" idx="12"/>
          </p:nvPr>
        </p:nvSpPr>
        <p:spPr>
          <a:xfrm>
            <a:off x="8610600" y="6356350"/>
            <a:ext cx="2743200" cy="365125"/>
          </a:xfrm>
        </p:spPr>
        <p:txBody>
          <a:bodyPr/>
          <a:lstStyle/>
          <a:p>
            <a:fld id="{0B868178-02AE-42FC-958D-6B8F13B60175}" type="slidenum">
              <a:rPr lang="en-GB" smtClean="0"/>
              <a:pPr/>
              <a:t>11</a:t>
            </a:fld>
            <a:endParaRPr lang="en-GB"/>
          </a:p>
        </p:txBody>
      </p:sp>
      <p:sp>
        <p:nvSpPr>
          <p:cNvPr id="4" name="TextBox 3">
            <a:extLst>
              <a:ext uri="{FF2B5EF4-FFF2-40B4-BE49-F238E27FC236}">
                <a16:creationId xmlns:a16="http://schemas.microsoft.com/office/drawing/2014/main" id="{371A17BA-79E9-F160-3490-79CBA3B1F32A}"/>
              </a:ext>
            </a:extLst>
          </p:cNvPr>
          <p:cNvSpPr txBox="1"/>
          <p:nvPr/>
        </p:nvSpPr>
        <p:spPr>
          <a:xfrm>
            <a:off x="525516" y="2427889"/>
            <a:ext cx="10636469" cy="3416320"/>
          </a:xfrm>
          <a:prstGeom prst="rect">
            <a:avLst/>
          </a:prstGeom>
          <a:noFill/>
        </p:spPr>
        <p:txBody>
          <a:bodyPr wrap="square" rtlCol="0">
            <a:spAutoFit/>
          </a:bodyPr>
          <a:lstStyle/>
          <a:p>
            <a:r>
              <a:rPr lang="en-GB" b="0" i="0" err="1">
                <a:solidFill>
                  <a:srgbClr val="222222"/>
                </a:solidFill>
                <a:effectLst/>
                <a:latin typeface="Calibri" panose="020F0502020204030204" pitchFamily="34" charset="0"/>
                <a:cs typeface="Calibri" panose="020F0502020204030204" pitchFamily="34" charset="0"/>
              </a:rPr>
              <a:t>Selbst</a:t>
            </a:r>
            <a:r>
              <a:rPr lang="en-GB" b="0" i="0">
                <a:solidFill>
                  <a:srgbClr val="222222"/>
                </a:solidFill>
                <a:effectLst/>
                <a:latin typeface="Calibri" panose="020F0502020204030204" pitchFamily="34" charset="0"/>
                <a:cs typeface="Calibri" panose="020F0502020204030204" pitchFamily="34" charset="0"/>
              </a:rPr>
              <a:t>, A. D., Boyd, D., </a:t>
            </a:r>
            <a:r>
              <a:rPr lang="en-GB" b="0" i="0" err="1">
                <a:solidFill>
                  <a:srgbClr val="222222"/>
                </a:solidFill>
                <a:effectLst/>
                <a:latin typeface="Calibri" panose="020F0502020204030204" pitchFamily="34" charset="0"/>
                <a:cs typeface="Calibri" panose="020F0502020204030204" pitchFamily="34" charset="0"/>
              </a:rPr>
              <a:t>Friedler</a:t>
            </a:r>
            <a:r>
              <a:rPr lang="en-GB" b="0" i="0">
                <a:solidFill>
                  <a:srgbClr val="222222"/>
                </a:solidFill>
                <a:effectLst/>
                <a:latin typeface="Calibri" panose="020F0502020204030204" pitchFamily="34" charset="0"/>
                <a:cs typeface="Calibri" panose="020F0502020204030204" pitchFamily="34" charset="0"/>
              </a:rPr>
              <a:t>, S. A., </a:t>
            </a:r>
            <a:r>
              <a:rPr lang="en-GB" b="0" i="0" err="1">
                <a:solidFill>
                  <a:srgbClr val="222222"/>
                </a:solidFill>
                <a:effectLst/>
                <a:latin typeface="Calibri" panose="020F0502020204030204" pitchFamily="34" charset="0"/>
                <a:cs typeface="Calibri" panose="020F0502020204030204" pitchFamily="34" charset="0"/>
              </a:rPr>
              <a:t>Venkatasubramanian</a:t>
            </a:r>
            <a:r>
              <a:rPr lang="en-GB" b="0" i="0">
                <a:solidFill>
                  <a:srgbClr val="222222"/>
                </a:solidFill>
                <a:effectLst/>
                <a:latin typeface="Calibri" panose="020F0502020204030204" pitchFamily="34" charset="0"/>
                <a:cs typeface="Calibri" panose="020F0502020204030204" pitchFamily="34" charset="0"/>
              </a:rPr>
              <a:t>, S., &amp; </a:t>
            </a:r>
            <a:r>
              <a:rPr lang="en-GB" b="0" i="0" err="1">
                <a:solidFill>
                  <a:srgbClr val="222222"/>
                </a:solidFill>
                <a:effectLst/>
                <a:latin typeface="Calibri" panose="020F0502020204030204" pitchFamily="34" charset="0"/>
                <a:cs typeface="Calibri" panose="020F0502020204030204" pitchFamily="34" charset="0"/>
              </a:rPr>
              <a:t>Vertesi</a:t>
            </a:r>
            <a:r>
              <a:rPr lang="en-GB" b="0" i="0">
                <a:solidFill>
                  <a:srgbClr val="222222"/>
                </a:solidFill>
                <a:effectLst/>
                <a:latin typeface="Calibri" panose="020F0502020204030204" pitchFamily="34" charset="0"/>
                <a:cs typeface="Calibri" panose="020F0502020204030204" pitchFamily="34" charset="0"/>
              </a:rPr>
              <a:t>, J. (2019, January). Fairness and abstraction in sociotechnical systems. In </a:t>
            </a:r>
            <a:r>
              <a:rPr lang="en-GB" b="0" i="1">
                <a:solidFill>
                  <a:srgbClr val="222222"/>
                </a:solidFill>
                <a:effectLst/>
                <a:latin typeface="Calibri" panose="020F0502020204030204" pitchFamily="34" charset="0"/>
                <a:cs typeface="Calibri" panose="020F0502020204030204" pitchFamily="34" charset="0"/>
              </a:rPr>
              <a:t>Proceedings of the conference on fairness, accountability, and transparency</a:t>
            </a:r>
            <a:r>
              <a:rPr lang="en-GB" b="0" i="0">
                <a:solidFill>
                  <a:srgbClr val="222222"/>
                </a:solidFill>
                <a:effectLst/>
                <a:latin typeface="Calibri" panose="020F0502020204030204" pitchFamily="34" charset="0"/>
                <a:cs typeface="Calibri" panose="020F0502020204030204" pitchFamily="34" charset="0"/>
              </a:rPr>
              <a:t> (pp. 59-68).</a:t>
            </a:r>
          </a:p>
          <a:p>
            <a:endParaRPr lang="en-GB">
              <a:solidFill>
                <a:srgbClr val="222222"/>
              </a:solidFill>
              <a:latin typeface="Calibri" panose="020F0502020204030204" pitchFamily="34" charset="0"/>
              <a:cs typeface="Calibri" panose="020F0502020204030204" pitchFamily="34" charset="0"/>
            </a:endParaRPr>
          </a:p>
          <a:p>
            <a:r>
              <a:rPr lang="en-GB" b="0" i="0">
                <a:solidFill>
                  <a:srgbClr val="222222"/>
                </a:solidFill>
                <a:effectLst/>
                <a:latin typeface="Calibri" panose="020F0502020204030204" pitchFamily="34" charset="0"/>
                <a:cs typeface="Calibri" panose="020F0502020204030204" pitchFamily="34" charset="0"/>
              </a:rPr>
              <a:t>Green, B., &amp; Viljoen, S. (2020, January). Algorithmic realism: expanding the boundaries of algorithmic thought. In </a:t>
            </a:r>
            <a:r>
              <a:rPr lang="en-GB" b="0" i="1">
                <a:solidFill>
                  <a:srgbClr val="222222"/>
                </a:solidFill>
                <a:effectLst/>
                <a:latin typeface="Calibri" panose="020F0502020204030204" pitchFamily="34" charset="0"/>
                <a:cs typeface="Calibri" panose="020F0502020204030204" pitchFamily="34" charset="0"/>
              </a:rPr>
              <a:t>Proceedings of the 2020 conference on fairness, accountability, and transparency</a:t>
            </a:r>
            <a:r>
              <a:rPr lang="en-GB" b="0" i="0">
                <a:solidFill>
                  <a:srgbClr val="222222"/>
                </a:solidFill>
                <a:effectLst/>
                <a:latin typeface="Calibri" panose="020F0502020204030204" pitchFamily="34" charset="0"/>
                <a:cs typeface="Calibri" panose="020F0502020204030204" pitchFamily="34" charset="0"/>
              </a:rPr>
              <a:t> (pp. 19-31).</a:t>
            </a:r>
          </a:p>
          <a:p>
            <a:endParaRPr lang="en-GB">
              <a:solidFill>
                <a:srgbClr val="222222"/>
              </a:solidFill>
              <a:latin typeface="Calibri" panose="020F0502020204030204" pitchFamily="34" charset="0"/>
              <a:cs typeface="Calibri" panose="020F0502020204030204" pitchFamily="34" charset="0"/>
            </a:endParaRPr>
          </a:p>
          <a:p>
            <a:r>
              <a:rPr lang="en-GB" b="0" i="0">
                <a:solidFill>
                  <a:srgbClr val="222222"/>
                </a:solidFill>
                <a:effectLst/>
                <a:latin typeface="Calibri" panose="020F0502020204030204" pitchFamily="34" charset="0"/>
                <a:cs typeface="Calibri" panose="020F0502020204030204" pitchFamily="34" charset="0"/>
              </a:rPr>
              <a:t>Cooper, A. F., Abrams, E., &amp; Na, N. (2021, July). Emergent unfairness in algorithmic fairness-accuracy trade-off research. In </a:t>
            </a:r>
            <a:r>
              <a:rPr lang="en-GB" b="0" i="1">
                <a:solidFill>
                  <a:srgbClr val="222222"/>
                </a:solidFill>
                <a:effectLst/>
                <a:latin typeface="Calibri" panose="020F0502020204030204" pitchFamily="34" charset="0"/>
                <a:cs typeface="Calibri" panose="020F0502020204030204" pitchFamily="34" charset="0"/>
              </a:rPr>
              <a:t>Proceedings of the 2021 AAAI/ACM Conference on AI, Ethics, and Society</a:t>
            </a:r>
            <a:r>
              <a:rPr lang="en-GB" b="0" i="0">
                <a:solidFill>
                  <a:srgbClr val="222222"/>
                </a:solidFill>
                <a:effectLst/>
                <a:latin typeface="Calibri" panose="020F0502020204030204" pitchFamily="34" charset="0"/>
                <a:cs typeface="Calibri" panose="020F0502020204030204" pitchFamily="34" charset="0"/>
              </a:rPr>
              <a:t> (pp. 46-54).</a:t>
            </a:r>
          </a:p>
          <a:p>
            <a:endParaRPr lang="en-GB">
              <a:solidFill>
                <a:srgbClr val="222222"/>
              </a:solidFill>
              <a:latin typeface="Calibri" panose="020F0502020204030204" pitchFamily="34" charset="0"/>
              <a:cs typeface="Calibri" panose="020F0502020204030204" pitchFamily="34" charset="0"/>
            </a:endParaRPr>
          </a:p>
          <a:p>
            <a:r>
              <a:rPr lang="en-GB" err="1">
                <a:solidFill>
                  <a:srgbClr val="222222"/>
                </a:solidFill>
                <a:latin typeface="Calibri" panose="020F0502020204030204" pitchFamily="34" charset="0"/>
                <a:cs typeface="Calibri" panose="020F0502020204030204" pitchFamily="34" charset="0"/>
              </a:rPr>
              <a:t>Birhane</a:t>
            </a:r>
            <a:r>
              <a:rPr lang="en-GB">
                <a:solidFill>
                  <a:srgbClr val="222222"/>
                </a:solidFill>
                <a:latin typeface="Calibri" panose="020F0502020204030204" pitchFamily="34" charset="0"/>
                <a:cs typeface="Calibri" panose="020F0502020204030204" pitchFamily="34" charset="0"/>
              </a:rPr>
              <a:t>, A. (2021). Algorithmic injustice: a relational ethics approach. Patterns, 2(2).</a:t>
            </a:r>
          </a:p>
          <a:p>
            <a:endParaRPr lang="en-GB">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C38CA89E-1105-FEFE-BF12-CC90E6837EE3}"/>
              </a:ext>
            </a:extLst>
          </p:cNvPr>
          <p:cNvSpPr txBox="1"/>
          <p:nvPr/>
        </p:nvSpPr>
        <p:spPr>
          <a:xfrm>
            <a:off x="525517" y="1917217"/>
            <a:ext cx="1747723" cy="400110"/>
          </a:xfrm>
          <a:prstGeom prst="rect">
            <a:avLst/>
          </a:prstGeom>
          <a:noFill/>
        </p:spPr>
        <p:txBody>
          <a:bodyPr wrap="none" rtlCol="0">
            <a:spAutoFit/>
          </a:bodyPr>
          <a:lstStyle/>
          <a:p>
            <a:r>
              <a:rPr lang="en-GB" sz="2000" b="1"/>
              <a:t>Key references</a:t>
            </a:r>
          </a:p>
        </p:txBody>
      </p:sp>
    </p:spTree>
    <p:extLst>
      <p:ext uri="{BB962C8B-B14F-4D97-AF65-F5344CB8AC3E}">
        <p14:creationId xmlns:p14="http://schemas.microsoft.com/office/powerpoint/2010/main" val="1139201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B868178-02AE-42FC-958D-6B8F13B60175}" type="slidenum">
              <a:rPr lang="en-GB" smtClean="0"/>
              <a:pPr/>
              <a:t>12</a:t>
            </a:fld>
            <a:endParaRPr lang="en-GB"/>
          </a:p>
        </p:txBody>
      </p:sp>
      <p:sp>
        <p:nvSpPr>
          <p:cNvPr id="6" name="Title 5"/>
          <p:cNvSpPr>
            <a:spLocks noGrp="1"/>
          </p:cNvSpPr>
          <p:nvPr>
            <p:ph type="title"/>
          </p:nvPr>
        </p:nvSpPr>
        <p:spPr/>
        <p:txBody>
          <a:bodyPr>
            <a:noAutofit/>
          </a:bodyPr>
          <a:lstStyle/>
          <a:p>
            <a:r>
              <a:rPr lang="en-GB" sz="6000"/>
              <a:t>Thank you for listening</a:t>
            </a:r>
          </a:p>
        </p:txBody>
      </p:sp>
      <p:sp>
        <p:nvSpPr>
          <p:cNvPr id="7" name="Subtitle 6"/>
          <p:cNvSpPr>
            <a:spLocks noGrp="1"/>
          </p:cNvSpPr>
          <p:nvPr>
            <p:ph type="subTitle" idx="1"/>
          </p:nvPr>
        </p:nvSpPr>
        <p:spPr>
          <a:xfrm>
            <a:off x="576000" y="3552000"/>
            <a:ext cx="11040000" cy="1701906"/>
          </a:xfrm>
        </p:spPr>
        <p:txBody>
          <a:bodyPr vert="horz" lIns="91440" tIns="45720" rIns="91440" bIns="45720" rtlCol="0" anchor="t">
            <a:normAutofit/>
          </a:bodyPr>
          <a:lstStyle/>
          <a:p>
            <a:r>
              <a:rPr lang="en-GB" sz="2800" u="sng">
                <a:solidFill>
                  <a:srgbClr val="00B0F0"/>
                </a:solidFill>
              </a:rPr>
              <a:t>dmorgan@turing.ac.uk</a:t>
            </a:r>
            <a:r>
              <a:rPr lang="en-GB" sz="2800">
                <a:solidFill>
                  <a:srgbClr val="00B0F0"/>
                </a:solidFill>
              </a:rPr>
              <a:t> </a:t>
            </a:r>
            <a:endParaRPr lang="en-GB" sz="2800">
              <a:solidFill>
                <a:srgbClr val="00B0F0"/>
              </a:solidFill>
              <a:cs typeface="Calibri"/>
            </a:endParaRPr>
          </a:p>
          <a:p>
            <a:r>
              <a:rPr lang="en-GB" sz="2800">
                <a:solidFill>
                  <a:srgbClr val="00B0F0"/>
                </a:solidFill>
                <a:hlinkClick r:id="rId2">
                  <a:extLst>
                    <a:ext uri="{A12FA001-AC4F-418D-AE19-62706E023703}">
                      <ahyp:hlinkClr xmlns:ahyp="http://schemas.microsoft.com/office/drawing/2018/hyperlinkcolor" val="tx"/>
                    </a:ext>
                  </a:extLst>
                </a:hlinkClick>
              </a:rPr>
              <a:t>vstraub@turing.ac.uk</a:t>
            </a:r>
            <a:endParaRPr lang="en-GB" sz="2800">
              <a:solidFill>
                <a:srgbClr val="00B0F0"/>
              </a:solidFill>
              <a:cs typeface="Calibri"/>
            </a:endParaRPr>
          </a:p>
          <a:p>
            <a:endParaRPr lang="en-GB" sz="3600"/>
          </a:p>
          <a:p>
            <a:endParaRPr lang="en-GB" sz="3600"/>
          </a:p>
        </p:txBody>
      </p:sp>
      <p:sp>
        <p:nvSpPr>
          <p:cNvPr id="4" name="Footer Placeholder 4">
            <a:extLst>
              <a:ext uri="{FF2B5EF4-FFF2-40B4-BE49-F238E27FC236}">
                <a16:creationId xmlns:a16="http://schemas.microsoft.com/office/drawing/2014/main" id="{639FCC01-5DCC-9555-28F3-9BDD74AE84EC}"/>
              </a:ext>
            </a:extLst>
          </p:cNvPr>
          <p:cNvSpPr>
            <a:spLocks noGrp="1"/>
          </p:cNvSpPr>
          <p:nvPr>
            <p:ph type="ftr" sz="quarter" idx="11"/>
          </p:nvPr>
        </p:nvSpPr>
        <p:spPr>
          <a:xfrm>
            <a:off x="3634586" y="6314310"/>
            <a:ext cx="7222599" cy="365125"/>
          </a:xfrm>
        </p:spPr>
        <p:txBody>
          <a:bodyPr/>
          <a:lstStyle/>
          <a:p>
            <a:pPr algn="l"/>
            <a:r>
              <a:rPr lang="en-GB" sz="1100" i="0">
                <a:effectLst/>
                <a:latin typeface="Calibri" panose="020F0502020204030204" pitchFamily="34" charset="0"/>
                <a:cs typeface="Calibri" panose="020F0502020204030204" pitchFamily="34" charset="0"/>
              </a:rPr>
              <a:t>Straub, V. J., Morgan, D., Hashem, Y., Francis, J., </a:t>
            </a:r>
            <a:r>
              <a:rPr lang="en-GB" sz="1100" i="0" err="1">
                <a:effectLst/>
                <a:latin typeface="Calibri" panose="020F0502020204030204" pitchFamily="34" charset="0"/>
                <a:cs typeface="Calibri" panose="020F0502020204030204" pitchFamily="34" charset="0"/>
              </a:rPr>
              <a:t>Esnaashari</a:t>
            </a:r>
            <a:r>
              <a:rPr lang="en-GB" sz="1100" i="0">
                <a:effectLst/>
                <a:latin typeface="Calibri" panose="020F0502020204030204" pitchFamily="34" charset="0"/>
                <a:cs typeface="Calibri" panose="020F0502020204030204" pitchFamily="34" charset="0"/>
              </a:rPr>
              <a:t>, S., &amp; Bright, J. (2023). A multidomain relational framework to guide institutional AI research and adoption. </a:t>
            </a:r>
            <a:r>
              <a:rPr lang="en-GB" sz="1100" i="1" err="1">
                <a:effectLst/>
                <a:latin typeface="Calibri" panose="020F0502020204030204" pitchFamily="34" charset="0"/>
                <a:cs typeface="Calibri" panose="020F0502020204030204" pitchFamily="34" charset="0"/>
              </a:rPr>
              <a:t>arXiv</a:t>
            </a:r>
            <a:r>
              <a:rPr lang="en-GB" sz="1100" i="1">
                <a:effectLst/>
                <a:latin typeface="Calibri" panose="020F0502020204030204" pitchFamily="34" charset="0"/>
                <a:cs typeface="Calibri" panose="020F0502020204030204" pitchFamily="34" charset="0"/>
              </a:rPr>
              <a:t> preprint arXiv:2303.10106</a:t>
            </a:r>
            <a:r>
              <a:rPr lang="en-GB" sz="1100" i="0">
                <a:effectLst/>
                <a:latin typeface="Calibri" panose="020F0502020204030204" pitchFamily="34" charset="0"/>
                <a:cs typeface="Calibri" panose="020F0502020204030204" pitchFamily="34" charset="0"/>
              </a:rPr>
              <a:t>.</a:t>
            </a:r>
            <a:endParaRPr lang="en-GB" sz="1100">
              <a:latin typeface="Calibri" panose="020F0502020204030204" pitchFamily="34" charset="0"/>
              <a:cs typeface="Calibri" panose="020F0502020204030204" pitchFamily="34" charset="0"/>
            </a:endParaRPr>
          </a:p>
        </p:txBody>
      </p:sp>
      <p:pic>
        <p:nvPicPr>
          <p:cNvPr id="8" name="Picture 9" descr="A qr code on a white background&#10;&#10;Description automatically generated">
            <a:extLst>
              <a:ext uri="{FF2B5EF4-FFF2-40B4-BE49-F238E27FC236}">
                <a16:creationId xmlns:a16="http://schemas.microsoft.com/office/drawing/2014/main" id="{CF4B4F8E-59B1-3325-A832-837EAC5FC728}"/>
              </a:ext>
            </a:extLst>
          </p:cNvPr>
          <p:cNvPicPr>
            <a:picLocks noChangeAspect="1"/>
          </p:cNvPicPr>
          <p:nvPr/>
        </p:nvPicPr>
        <p:blipFill>
          <a:blip r:embed="rId3"/>
          <a:stretch>
            <a:fillRect/>
          </a:stretch>
        </p:blipFill>
        <p:spPr>
          <a:xfrm>
            <a:off x="8466364" y="2683329"/>
            <a:ext cx="2743200" cy="2743200"/>
          </a:xfrm>
          <a:prstGeom prst="rect">
            <a:avLst/>
          </a:prstGeom>
        </p:spPr>
      </p:pic>
    </p:spTree>
    <p:extLst>
      <p:ext uri="{BB962C8B-B14F-4D97-AF65-F5344CB8AC3E}">
        <p14:creationId xmlns:p14="http://schemas.microsoft.com/office/powerpoint/2010/main" val="773294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F4ADA58BAB4BD43855D6AA36652C25E" ma:contentTypeVersion="15" ma:contentTypeDescription="Create a new document." ma:contentTypeScope="" ma:versionID="d717b84fdc7afb44ac1af755b7f54b18">
  <xsd:schema xmlns:xsd="http://www.w3.org/2001/XMLSchema" xmlns:xs="http://www.w3.org/2001/XMLSchema" xmlns:p="http://schemas.microsoft.com/office/2006/metadata/properties" xmlns:ns2="d67fce5f-2f04-4f7c-8e45-1ec614d56b91" xmlns:ns3="5cad2852-fd11-4253-a5dd-38f1c2375401" targetNamespace="http://schemas.microsoft.com/office/2006/metadata/properties" ma:root="true" ma:fieldsID="063b5eaed4ff6c1f68f3609159d276b6" ns2:_="" ns3:_="">
    <xsd:import namespace="d67fce5f-2f04-4f7c-8e45-1ec614d56b91"/>
    <xsd:import namespace="5cad2852-fd11-4253-a5dd-38f1c237540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7fce5f-2f04-4f7c-8e45-1ec614d56b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b5eb1a5-37e6-488e-b8f0-ddc5ba46631c"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cad2852-fd11-4253-a5dd-38f1c237540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613dac7-b86c-41e7-a0c6-7c72238b81ce}" ma:internalName="TaxCatchAll" ma:showField="CatchAllData" ma:web="5cad2852-fd11-4253-a5dd-38f1c23754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7fce5f-2f04-4f7c-8e45-1ec614d56b91">
      <Terms xmlns="http://schemas.microsoft.com/office/infopath/2007/PartnerControls"/>
    </lcf76f155ced4ddcb4097134ff3c332f>
    <TaxCatchAll xmlns="5cad2852-fd11-4253-a5dd-38f1c2375401" xsi:nil="true"/>
  </documentManagement>
</p:properties>
</file>

<file path=customXml/itemProps1.xml><?xml version="1.0" encoding="utf-8"?>
<ds:datastoreItem xmlns:ds="http://schemas.openxmlformats.org/officeDocument/2006/customXml" ds:itemID="{BDFF3FD5-BE07-45C9-87E2-7B4D3CB22EE1}">
  <ds:schemaRefs>
    <ds:schemaRef ds:uri="http://schemas.microsoft.com/sharepoint/v3/contenttype/forms"/>
  </ds:schemaRefs>
</ds:datastoreItem>
</file>

<file path=customXml/itemProps2.xml><?xml version="1.0" encoding="utf-8"?>
<ds:datastoreItem xmlns:ds="http://schemas.openxmlformats.org/officeDocument/2006/customXml" ds:itemID="{E0ABE1BC-58DF-490B-9447-860B7523740C}">
  <ds:schemaRefs>
    <ds:schemaRef ds:uri="5cad2852-fd11-4253-a5dd-38f1c2375401"/>
    <ds:schemaRef ds:uri="d67fce5f-2f04-4f7c-8e45-1ec614d56b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0E7097D-E9E2-4367-B9CC-43E7472A06A8}">
  <ds:schemaRefs>
    <ds:schemaRef ds:uri="5cad2852-fd11-4253-a5dd-38f1c2375401"/>
    <ds:schemaRef ds:uri="d67fce5f-2f04-4f7c-8e45-1ec614d56b9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A Multidomain Relational Framework to Guide Institutional AI Research and Adoption   Vincent J. Straub, Deborah Morgan, Youmna Hashem, John Francis,  Saba Esnaashari and Jonathan Bright   Straub, V. J., Morgan, D., Hashem, Y., Francis, J., Esnaashari, S., &amp; Bright, J. (2023). A multidomain relational framework to guide institutional AI research and adoption. arXiv preprint arXiv:2303.10106.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8</cp:revision>
  <cp:lastPrinted>2022-07-19T12:41:54Z</cp:lastPrinted>
  <dcterms:created xsi:type="dcterms:W3CDTF">2022-07-12T10:51:19Z</dcterms:created>
  <dcterms:modified xsi:type="dcterms:W3CDTF">2023-08-09T16:05:33Z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0x0101008F4ADA58BAB4BD43855D6AA36652C25E</vt:lpwstr>
  </property>
  <property fmtid="{D5CDD505-2E9C-101B-9397-08002B2CF9AE}" pid="3" name="MediaServiceImageTags">
    <vt:lpwstr/>
  </property>
</Properties>
</file>