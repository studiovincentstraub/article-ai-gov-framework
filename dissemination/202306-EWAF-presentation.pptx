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sldIdLst>
    <p:sldId id="262" r:id="rId5"/>
    <p:sldId id="265" r:id="rId6"/>
    <p:sldId id="268" r:id="rId7"/>
    <p:sldId id="266" r:id="rId8"/>
    <p:sldId id="267" r:id="rId9"/>
    <p:sldId id="264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95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708440-F4FE-6233-7DE5-A4551C94F015}" v="105" dt="2023-05-12T08:45:37.235"/>
    <p1510:client id="{0E96C34D-F066-4D44-8866-B6B98CBDDE83}" v="66" dt="2023-05-12T09:32:50.7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52"/>
    <p:restoredTop sz="94694"/>
  </p:normalViewPr>
  <p:slideViewPr>
    <p:cSldViewPr snapToGrid="0">
      <p:cViewPr varScale="1">
        <p:scale>
          <a:sx n="121" d="100"/>
          <a:sy n="121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t Straub" userId="S::vstraub@turing.ac.uk::cc81dce8-242d-424d-a3c5-7390e8e80d05" providerId="AD" clId="Web-{CF20096F-E4CF-EDC6-CFD6-3EF1A71CD85A}"/>
    <pc:docChg chg="delSld modSld">
      <pc:chgData name="Vincent Straub" userId="S::vstraub@turing.ac.uk::cc81dce8-242d-424d-a3c5-7390e8e80d05" providerId="AD" clId="Web-{CF20096F-E4CF-EDC6-CFD6-3EF1A71CD85A}" dt="2022-07-19T13:23:12.146" v="26"/>
      <pc:docMkLst>
        <pc:docMk/>
      </pc:docMkLst>
      <pc:sldChg chg="modSp">
        <pc:chgData name="Vincent Straub" userId="S::vstraub@turing.ac.uk::cc81dce8-242d-424d-a3c5-7390e8e80d05" providerId="AD" clId="Web-{CF20096F-E4CF-EDC6-CFD6-3EF1A71CD85A}" dt="2022-07-19T13:04:51.698" v="1" actId="20577"/>
        <pc:sldMkLst>
          <pc:docMk/>
          <pc:sldMk cId="4099870511" sldId="262"/>
        </pc:sldMkLst>
        <pc:spChg chg="mod">
          <ac:chgData name="Vincent Straub" userId="S::vstraub@turing.ac.uk::cc81dce8-242d-424d-a3c5-7390e8e80d05" providerId="AD" clId="Web-{CF20096F-E4CF-EDC6-CFD6-3EF1A71CD85A}" dt="2022-07-19T13:04:51.698" v="1" actId="20577"/>
          <ac:spMkLst>
            <pc:docMk/>
            <pc:sldMk cId="4099870511" sldId="262"/>
            <ac:spMk id="15" creationId="{AFF0EC38-EA29-4994-B3B4-31D28A776EDA}"/>
          </ac:spMkLst>
        </pc:spChg>
      </pc:sldChg>
      <pc:sldChg chg="modSp">
        <pc:chgData name="Vincent Straub" userId="S::vstraub@turing.ac.uk::cc81dce8-242d-424d-a3c5-7390e8e80d05" providerId="AD" clId="Web-{CF20096F-E4CF-EDC6-CFD6-3EF1A71CD85A}" dt="2022-07-19T13:14:40.680" v="25" actId="20577"/>
        <pc:sldMkLst>
          <pc:docMk/>
          <pc:sldMk cId="892283678" sldId="289"/>
        </pc:sldMkLst>
        <pc:spChg chg="mod">
          <ac:chgData name="Vincent Straub" userId="S::vstraub@turing.ac.uk::cc81dce8-242d-424d-a3c5-7390e8e80d05" providerId="AD" clId="Web-{CF20096F-E4CF-EDC6-CFD6-3EF1A71CD85A}" dt="2022-07-19T13:14:40.680" v="25" actId="20577"/>
          <ac:spMkLst>
            <pc:docMk/>
            <pc:sldMk cId="892283678" sldId="289"/>
            <ac:spMk id="18" creationId="{8F083CAF-8AB1-D6C9-1187-5432806EE96C}"/>
          </ac:spMkLst>
        </pc:spChg>
      </pc:sldChg>
      <pc:sldChg chg="del">
        <pc:chgData name="Vincent Straub" userId="S::vstraub@turing.ac.uk::cc81dce8-242d-424d-a3c5-7390e8e80d05" providerId="AD" clId="Web-{CF20096F-E4CF-EDC6-CFD6-3EF1A71CD85A}" dt="2022-07-19T13:23:12.146" v="26"/>
        <pc:sldMkLst>
          <pc:docMk/>
          <pc:sldMk cId="4010644482" sldId="307"/>
        </pc:sldMkLst>
      </pc:sldChg>
      <pc:sldChg chg="modSp">
        <pc:chgData name="Vincent Straub" userId="S::vstraub@turing.ac.uk::cc81dce8-242d-424d-a3c5-7390e8e80d05" providerId="AD" clId="Web-{CF20096F-E4CF-EDC6-CFD6-3EF1A71CD85A}" dt="2022-07-19T13:06:34.669" v="2" actId="20577"/>
        <pc:sldMkLst>
          <pc:docMk/>
          <pc:sldMk cId="3058255167" sldId="315"/>
        </pc:sldMkLst>
        <pc:spChg chg="mod">
          <ac:chgData name="Vincent Straub" userId="S::vstraub@turing.ac.uk::cc81dce8-242d-424d-a3c5-7390e8e80d05" providerId="AD" clId="Web-{CF20096F-E4CF-EDC6-CFD6-3EF1A71CD85A}" dt="2022-07-19T13:06:34.669" v="2" actId="20577"/>
          <ac:spMkLst>
            <pc:docMk/>
            <pc:sldMk cId="3058255167" sldId="315"/>
            <ac:spMk id="3" creationId="{7B15C4DB-93FC-78CB-F24A-B3DA63E2F29F}"/>
          </ac:spMkLst>
        </pc:spChg>
      </pc:sldChg>
    </pc:docChg>
  </pc:docChgLst>
  <pc:docChgLst>
    <pc:chgData name="Vincent Straub" userId="S::vstraub@turing.ac.uk::cc81dce8-242d-424d-a3c5-7390e8e80d05" providerId="AD" clId="Web-{B56B2191-8386-3F45-7F90-E596365BAE15}"/>
    <pc:docChg chg="modSld">
      <pc:chgData name="Vincent Straub" userId="S::vstraub@turing.ac.uk::cc81dce8-242d-424d-a3c5-7390e8e80d05" providerId="AD" clId="Web-{B56B2191-8386-3F45-7F90-E596365BAE15}" dt="2022-07-13T15:46:14.101" v="7"/>
      <pc:docMkLst>
        <pc:docMk/>
      </pc:docMkLst>
      <pc:sldChg chg="addSp delSp modSp mod setBg">
        <pc:chgData name="Vincent Straub" userId="S::vstraub@turing.ac.uk::cc81dce8-242d-424d-a3c5-7390e8e80d05" providerId="AD" clId="Web-{B56B2191-8386-3F45-7F90-E596365BAE15}" dt="2022-07-13T15:46:14.101" v="7"/>
        <pc:sldMkLst>
          <pc:docMk/>
          <pc:sldMk cId="2843635817" sldId="259"/>
        </pc:sldMkLst>
        <pc:spChg chg="del">
          <ac:chgData name="Vincent Straub" userId="S::vstraub@turing.ac.uk::cc81dce8-242d-424d-a3c5-7390e8e80d05" providerId="AD" clId="Web-{B56B2191-8386-3F45-7F90-E596365BAE15}" dt="2022-07-13T15:43:50.098" v="1"/>
          <ac:spMkLst>
            <pc:docMk/>
            <pc:sldMk cId="2843635817" sldId="259"/>
            <ac:spMk id="2" creationId="{8DB046C2-00D9-B5CC-A799-C504639A57EE}"/>
          </ac:spMkLst>
        </pc:spChg>
        <pc:spChg chg="del">
          <ac:chgData name="Vincent Straub" userId="S::vstraub@turing.ac.uk::cc81dce8-242d-424d-a3c5-7390e8e80d05" providerId="AD" clId="Web-{B56B2191-8386-3F45-7F90-E596365BAE15}" dt="2022-07-13T15:43:26.410" v="0"/>
          <ac:spMkLst>
            <pc:docMk/>
            <pc:sldMk cId="2843635817" sldId="259"/>
            <ac:spMk id="3" creationId="{4AB4C76E-BF94-BAF9-2C1E-3BD1EA419079}"/>
          </ac:spMkLst>
        </pc:spChg>
        <pc:graphicFrameChg chg="add del mod">
          <ac:chgData name="Vincent Straub" userId="S::vstraub@turing.ac.uk::cc81dce8-242d-424d-a3c5-7390e8e80d05" providerId="AD" clId="Web-{B56B2191-8386-3F45-7F90-E596365BAE15}" dt="2022-07-13T15:44:14.052" v="5"/>
          <ac:graphicFrameMkLst>
            <pc:docMk/>
            <pc:sldMk cId="2843635817" sldId="259"/>
            <ac:graphicFrameMk id="5" creationId="{0FDDAF2E-EB79-92E3-7310-11B82F59163F}"/>
          </ac:graphicFrameMkLst>
        </pc:graphicFrameChg>
        <pc:graphicFrameChg chg="add del mod">
          <ac:chgData name="Vincent Straub" userId="S::vstraub@turing.ac.uk::cc81dce8-242d-424d-a3c5-7390e8e80d05" providerId="AD" clId="Web-{B56B2191-8386-3F45-7F90-E596365BAE15}" dt="2022-07-13T15:46:14.101" v="7"/>
          <ac:graphicFrameMkLst>
            <pc:docMk/>
            <pc:sldMk cId="2843635817" sldId="259"/>
            <ac:graphicFrameMk id="7" creationId="{1E9EA913-5D8A-6731-DB89-12227ED513BA}"/>
          </ac:graphicFrameMkLst>
        </pc:graphicFrameChg>
      </pc:sldChg>
    </pc:docChg>
  </pc:docChgLst>
  <pc:docChgLst>
    <pc:chgData name="Vincent Straub" userId="cc81dce8-242d-424d-a3c5-7390e8e80d05" providerId="ADAL" clId="{B67718C7-85B5-4F46-8F0D-62F3F1A556F5}"/>
    <pc:docChg chg="undo redo custSel addSld delSld modSld sldOrd">
      <pc:chgData name="Vincent Straub" userId="cc81dce8-242d-424d-a3c5-7390e8e80d05" providerId="ADAL" clId="{B67718C7-85B5-4F46-8F0D-62F3F1A556F5}" dt="2022-07-20T11:48:36.188" v="7258"/>
      <pc:docMkLst>
        <pc:docMk/>
      </pc:docMkLst>
      <pc:sldChg chg="addSp modSp add mod setBg modNotesTx">
        <pc:chgData name="Vincent Straub" userId="cc81dce8-242d-424d-a3c5-7390e8e80d05" providerId="ADAL" clId="{B67718C7-85B5-4F46-8F0D-62F3F1A556F5}" dt="2022-07-19T12:29:36.970" v="6884" actId="20577"/>
        <pc:sldMkLst>
          <pc:docMk/>
          <pc:sldMk cId="2435203686" sldId="257"/>
        </pc:sldMkLst>
        <pc:spChg chg="add mod">
          <ac:chgData name="Vincent Straub" userId="cc81dce8-242d-424d-a3c5-7390e8e80d05" providerId="ADAL" clId="{B67718C7-85B5-4F46-8F0D-62F3F1A556F5}" dt="2022-07-19T12:16:11.243" v="6221"/>
          <ac:spMkLst>
            <pc:docMk/>
            <pc:sldMk cId="2435203686" sldId="257"/>
            <ac:spMk id="4" creationId="{F7EB7FD3-C77E-4050-F40F-AD02CBECC747}"/>
          </ac:spMkLst>
        </pc:spChg>
        <pc:spChg chg="mod">
          <ac:chgData name="Vincent Straub" userId="cc81dce8-242d-424d-a3c5-7390e8e80d05" providerId="ADAL" clId="{B67718C7-85B5-4F46-8F0D-62F3F1A556F5}" dt="2022-07-19T10:58:14.710" v="3215" actId="1035"/>
          <ac:spMkLst>
            <pc:docMk/>
            <pc:sldMk cId="2435203686" sldId="257"/>
            <ac:spMk id="21" creationId="{B4809B6A-7C45-D513-4B13-94235158B64D}"/>
          </ac:spMkLst>
        </pc:spChg>
      </pc:sldChg>
      <pc:sldChg chg="del">
        <pc:chgData name="Vincent Straub" userId="cc81dce8-242d-424d-a3c5-7390e8e80d05" providerId="ADAL" clId="{B67718C7-85B5-4F46-8F0D-62F3F1A556F5}" dt="2022-07-14T12:14:51.415" v="67" actId="2696"/>
        <pc:sldMkLst>
          <pc:docMk/>
          <pc:sldMk cId="1731758384" sldId="258"/>
        </pc:sldMkLst>
      </pc:sldChg>
      <pc:sldChg chg="addSp delSp modSp del mod">
        <pc:chgData name="Vincent Straub" userId="cc81dce8-242d-424d-a3c5-7390e8e80d05" providerId="ADAL" clId="{B67718C7-85B5-4F46-8F0D-62F3F1A556F5}" dt="2022-07-19T10:55:55.995" v="3179" actId="2696"/>
        <pc:sldMkLst>
          <pc:docMk/>
          <pc:sldMk cId="2843635817" sldId="259"/>
        </pc:sldMkLst>
        <pc:spChg chg="add mod">
          <ac:chgData name="Vincent Straub" userId="cc81dce8-242d-424d-a3c5-7390e8e80d05" providerId="ADAL" clId="{B67718C7-85B5-4F46-8F0D-62F3F1A556F5}" dt="2022-07-14T13:39:03.155" v="2149" actId="1035"/>
          <ac:spMkLst>
            <pc:docMk/>
            <pc:sldMk cId="2843635817" sldId="259"/>
            <ac:spMk id="4" creationId="{2C338E6B-A4E5-A459-877A-B19BB5D63FAC}"/>
          </ac:spMkLst>
        </pc:spChg>
        <pc:spChg chg="add mod">
          <ac:chgData name="Vincent Straub" userId="cc81dce8-242d-424d-a3c5-7390e8e80d05" providerId="ADAL" clId="{B67718C7-85B5-4F46-8F0D-62F3F1A556F5}" dt="2022-07-19T10:52:03.695" v="3135" actId="207"/>
          <ac:spMkLst>
            <pc:docMk/>
            <pc:sldMk cId="2843635817" sldId="259"/>
            <ac:spMk id="9" creationId="{C700A616-1132-4DC1-B260-7615B474F632}"/>
          </ac:spMkLst>
        </pc:spChg>
        <pc:graphicFrameChg chg="add del mod">
          <ac:chgData name="Vincent Straub" userId="cc81dce8-242d-424d-a3c5-7390e8e80d05" providerId="ADAL" clId="{B67718C7-85B5-4F46-8F0D-62F3F1A556F5}" dt="2022-07-14T13:37:19.678" v="2109" actId="478"/>
          <ac:graphicFrameMkLst>
            <pc:docMk/>
            <pc:sldMk cId="2843635817" sldId="259"/>
            <ac:graphicFrameMk id="2" creationId="{67B4DF85-FF5D-0FAA-D56B-7057E0414ACC}"/>
          </ac:graphicFrameMkLst>
        </pc:graphicFrameChg>
        <pc:graphicFrameChg chg="add del mod">
          <ac:chgData name="Vincent Straub" userId="cc81dce8-242d-424d-a3c5-7390e8e80d05" providerId="ADAL" clId="{B67718C7-85B5-4F46-8F0D-62F3F1A556F5}" dt="2022-07-13T15:46:47.720" v="1"/>
          <ac:graphicFrameMkLst>
            <pc:docMk/>
            <pc:sldMk cId="2843635817" sldId="259"/>
            <ac:graphicFrameMk id="2" creationId="{F9950D36-AEBD-4ABA-02EA-B2EB381C36A1}"/>
          </ac:graphicFrameMkLst>
        </pc:graphicFrameChg>
        <pc:graphicFrameChg chg="add del mod">
          <ac:chgData name="Vincent Straub" userId="cc81dce8-242d-424d-a3c5-7390e8e80d05" providerId="ADAL" clId="{B67718C7-85B5-4F46-8F0D-62F3F1A556F5}" dt="2022-07-14T13:35:43.129" v="2074" actId="478"/>
          <ac:graphicFrameMkLst>
            <pc:docMk/>
            <pc:sldMk cId="2843635817" sldId="259"/>
            <ac:graphicFrameMk id="3" creationId="{62F5F420-00C7-48B6-D908-00480AC94777}"/>
          </ac:graphicFrameMkLst>
        </pc:graphicFrameChg>
        <pc:graphicFrameChg chg="add del mod">
          <ac:chgData name="Vincent Straub" userId="cc81dce8-242d-424d-a3c5-7390e8e80d05" providerId="ADAL" clId="{B67718C7-85B5-4F46-8F0D-62F3F1A556F5}" dt="2022-07-14T13:37:39.209" v="2111"/>
          <ac:graphicFrameMkLst>
            <pc:docMk/>
            <pc:sldMk cId="2843635817" sldId="259"/>
            <ac:graphicFrameMk id="5" creationId="{42CD021C-B7FE-D265-97D7-BFE431CB98D3}"/>
          </ac:graphicFrameMkLst>
        </pc:graphicFrameChg>
        <pc:graphicFrameChg chg="add del mod">
          <ac:chgData name="Vincent Straub" userId="cc81dce8-242d-424d-a3c5-7390e8e80d05" providerId="ADAL" clId="{B67718C7-85B5-4F46-8F0D-62F3F1A556F5}" dt="2022-07-13T15:59:37.768" v="34" actId="478"/>
          <ac:graphicFrameMkLst>
            <pc:docMk/>
            <pc:sldMk cId="2843635817" sldId="259"/>
            <ac:graphicFrameMk id="5" creationId="{E447AABA-BAAB-BD7B-18EA-2A704E93B327}"/>
          </ac:graphicFrameMkLst>
        </pc:graphicFrameChg>
        <pc:graphicFrameChg chg="add mod">
          <ac:chgData name="Vincent Straub" userId="cc81dce8-242d-424d-a3c5-7390e8e80d05" providerId="ADAL" clId="{B67718C7-85B5-4F46-8F0D-62F3F1A556F5}" dt="2022-07-14T13:38:32.301" v="2125" actId="1076"/>
          <ac:graphicFrameMkLst>
            <pc:docMk/>
            <pc:sldMk cId="2843635817" sldId="259"/>
            <ac:graphicFrameMk id="6" creationId="{58226F7C-0A6E-7D50-ED0E-42F916BBB844}"/>
          </ac:graphicFrameMkLst>
        </pc:graphicFrameChg>
        <pc:graphicFrameChg chg="add del mod">
          <ac:chgData name="Vincent Straub" userId="cc81dce8-242d-424d-a3c5-7390e8e80d05" providerId="ADAL" clId="{B67718C7-85B5-4F46-8F0D-62F3F1A556F5}" dt="2022-07-14T13:38:01.563" v="2115"/>
          <ac:graphicFrameMkLst>
            <pc:docMk/>
            <pc:sldMk cId="2843635817" sldId="259"/>
            <ac:graphicFrameMk id="7" creationId="{8DC00C4A-3D41-C24F-CB13-504842D27799}"/>
          </ac:graphicFrameMkLst>
        </pc:graphicFrameChg>
        <pc:graphicFrameChg chg="add mod">
          <ac:chgData name="Vincent Straub" userId="cc81dce8-242d-424d-a3c5-7390e8e80d05" providerId="ADAL" clId="{B67718C7-85B5-4F46-8F0D-62F3F1A556F5}" dt="2022-07-14T13:38:57.596" v="2144" actId="1035"/>
          <ac:graphicFrameMkLst>
            <pc:docMk/>
            <pc:sldMk cId="2843635817" sldId="259"/>
            <ac:graphicFrameMk id="8" creationId="{5D0376E1-66B1-DE0E-8AB0-3F975A7882A7}"/>
          </ac:graphicFrameMkLst>
        </pc:graphicFrameChg>
      </pc:sldChg>
      <pc:sldChg chg="addSp delSp modSp del mod">
        <pc:chgData name="Vincent Straub" userId="cc81dce8-242d-424d-a3c5-7390e8e80d05" providerId="ADAL" clId="{B67718C7-85B5-4F46-8F0D-62F3F1A556F5}" dt="2022-07-19T10:50:43.025" v="3098" actId="2696"/>
        <pc:sldMkLst>
          <pc:docMk/>
          <pc:sldMk cId="2709432554" sldId="260"/>
        </pc:sldMkLst>
        <pc:spChg chg="del">
          <ac:chgData name="Vincent Straub" userId="cc81dce8-242d-424d-a3c5-7390e8e80d05" providerId="ADAL" clId="{B67718C7-85B5-4F46-8F0D-62F3F1A556F5}" dt="2022-07-13T15:59:03.853" v="25" actId="478"/>
          <ac:spMkLst>
            <pc:docMk/>
            <pc:sldMk cId="2709432554" sldId="260"/>
            <ac:spMk id="2" creationId="{BCA87A04-FD3E-BF35-00AD-2CDEEE842FCD}"/>
          </ac:spMkLst>
        </pc:spChg>
        <pc:spChg chg="del">
          <ac:chgData name="Vincent Straub" userId="cc81dce8-242d-424d-a3c5-7390e8e80d05" providerId="ADAL" clId="{B67718C7-85B5-4F46-8F0D-62F3F1A556F5}" dt="2022-07-13T15:59:03.140" v="24" actId="478"/>
          <ac:spMkLst>
            <pc:docMk/>
            <pc:sldMk cId="2709432554" sldId="260"/>
            <ac:spMk id="3" creationId="{CC2D114A-B557-D0A1-8017-34245C543A8D}"/>
          </ac:spMkLst>
        </pc:spChg>
        <pc:spChg chg="add del mod">
          <ac:chgData name="Vincent Straub" userId="cc81dce8-242d-424d-a3c5-7390e8e80d05" providerId="ADAL" clId="{B67718C7-85B5-4F46-8F0D-62F3F1A556F5}" dt="2022-07-14T13:41:10.517" v="2303"/>
          <ac:spMkLst>
            <pc:docMk/>
            <pc:sldMk cId="2709432554" sldId="260"/>
            <ac:spMk id="4" creationId="{C29B6917-3872-3213-EF6F-2B8AD8AAB596}"/>
          </ac:spMkLst>
        </pc:spChg>
        <pc:spChg chg="add mod">
          <ac:chgData name="Vincent Straub" userId="cc81dce8-242d-424d-a3c5-7390e8e80d05" providerId="ADAL" clId="{B67718C7-85B5-4F46-8F0D-62F3F1A556F5}" dt="2022-07-14T13:42:16.094" v="2310" actId="1076"/>
          <ac:spMkLst>
            <pc:docMk/>
            <pc:sldMk cId="2709432554" sldId="260"/>
            <ac:spMk id="6" creationId="{CAD34D0E-D7DA-2531-0586-1ED5B984394B}"/>
          </ac:spMkLst>
        </pc:spChg>
        <pc:graphicFrameChg chg="add del mod">
          <ac:chgData name="Vincent Straub" userId="cc81dce8-242d-424d-a3c5-7390e8e80d05" providerId="ADAL" clId="{B67718C7-85B5-4F46-8F0D-62F3F1A556F5}" dt="2022-07-14T13:39:22.959" v="2155" actId="478"/>
          <ac:graphicFrameMkLst>
            <pc:docMk/>
            <pc:sldMk cId="2709432554" sldId="260"/>
            <ac:graphicFrameMk id="2" creationId="{741A9043-64ED-EF86-4829-E9612CB58AC2}"/>
          </ac:graphicFrameMkLst>
        </pc:graphicFrameChg>
        <pc:graphicFrameChg chg="add del mod">
          <ac:chgData name="Vincent Straub" userId="cc81dce8-242d-424d-a3c5-7390e8e80d05" providerId="ADAL" clId="{B67718C7-85B5-4F46-8F0D-62F3F1A556F5}" dt="2022-07-13T15:59:40.048" v="35" actId="478"/>
          <ac:graphicFrameMkLst>
            <pc:docMk/>
            <pc:sldMk cId="2709432554" sldId="260"/>
            <ac:graphicFrameMk id="4" creationId="{7F464D49-D857-C7B5-F8E5-1E0E9851663D}"/>
          </ac:graphicFrameMkLst>
        </pc:graphicFrameChg>
        <pc:graphicFrameChg chg="add del mod">
          <ac:chgData name="Vincent Straub" userId="cc81dce8-242d-424d-a3c5-7390e8e80d05" providerId="ADAL" clId="{B67718C7-85B5-4F46-8F0D-62F3F1A556F5}" dt="2022-07-14T13:35:44.748" v="2075" actId="478"/>
          <ac:graphicFrameMkLst>
            <pc:docMk/>
            <pc:sldMk cId="2709432554" sldId="260"/>
            <ac:graphicFrameMk id="5" creationId="{530A0C90-4652-488F-CF6E-7804C66117F6}"/>
          </ac:graphicFrameMkLst>
        </pc:graphicFrameChg>
        <pc:picChg chg="add mod">
          <ac:chgData name="Vincent Straub" userId="cc81dce8-242d-424d-a3c5-7390e8e80d05" providerId="ADAL" clId="{B67718C7-85B5-4F46-8F0D-62F3F1A556F5}" dt="2022-07-14T13:42:16.094" v="2310" actId="1076"/>
          <ac:picMkLst>
            <pc:docMk/>
            <pc:sldMk cId="2709432554" sldId="260"/>
            <ac:picMk id="3" creationId="{32C00B01-093D-ACD3-88EC-BF84EF407B56}"/>
          </ac:picMkLst>
        </pc:picChg>
      </pc:sldChg>
      <pc:sldChg chg="addSp delSp modSp mod modNotesTx">
        <pc:chgData name="Vincent Straub" userId="cc81dce8-242d-424d-a3c5-7390e8e80d05" providerId="ADAL" clId="{B67718C7-85B5-4F46-8F0D-62F3F1A556F5}" dt="2022-07-19T12:26:04.638" v="6715" actId="20577"/>
        <pc:sldMkLst>
          <pc:docMk/>
          <pc:sldMk cId="4283676588" sldId="261"/>
        </pc:sldMkLst>
        <pc:spChg chg="del">
          <ac:chgData name="Vincent Straub" userId="cc81dce8-242d-424d-a3c5-7390e8e80d05" providerId="ADAL" clId="{B67718C7-85B5-4F46-8F0D-62F3F1A556F5}" dt="2022-07-14T13:43:29.493" v="2318" actId="478"/>
          <ac:spMkLst>
            <pc:docMk/>
            <pc:sldMk cId="4283676588" sldId="261"/>
            <ac:spMk id="2" creationId="{8BCA0545-0E9D-1A15-A2A5-E674D8E8866A}"/>
          </ac:spMkLst>
        </pc:spChg>
        <pc:spChg chg="del mod">
          <ac:chgData name="Vincent Straub" userId="cc81dce8-242d-424d-a3c5-7390e8e80d05" providerId="ADAL" clId="{B67718C7-85B5-4F46-8F0D-62F3F1A556F5}" dt="2022-07-14T13:42:57.841" v="2316" actId="478"/>
          <ac:spMkLst>
            <pc:docMk/>
            <pc:sldMk cId="4283676588" sldId="261"/>
            <ac:spMk id="3" creationId="{69A4D40B-0C14-0BA8-30FF-73D832BB619D}"/>
          </ac:spMkLst>
        </pc:spChg>
        <pc:spChg chg="add mod">
          <ac:chgData name="Vincent Straub" userId="cc81dce8-242d-424d-a3c5-7390e8e80d05" providerId="ADAL" clId="{B67718C7-85B5-4F46-8F0D-62F3F1A556F5}" dt="2022-07-19T10:57:52.092" v="3206" actId="1036"/>
          <ac:spMkLst>
            <pc:docMk/>
            <pc:sldMk cId="4283676588" sldId="261"/>
            <ac:spMk id="3" creationId="{769B6A60-B271-BE49-283E-260F2DC3AFC5}"/>
          </ac:spMkLst>
        </pc:spChg>
        <pc:spChg chg="add mod">
          <ac:chgData name="Vincent Straub" userId="cc81dce8-242d-424d-a3c5-7390e8e80d05" providerId="ADAL" clId="{B67718C7-85B5-4F46-8F0D-62F3F1A556F5}" dt="2022-07-19T11:06:02.889" v="3442"/>
          <ac:spMkLst>
            <pc:docMk/>
            <pc:sldMk cId="4283676588" sldId="261"/>
            <ac:spMk id="4" creationId="{4E0ED325-38A5-6D58-1972-043441C73B69}"/>
          </ac:spMkLst>
        </pc:spChg>
        <pc:spChg chg="add del mod">
          <ac:chgData name="Vincent Straub" userId="cc81dce8-242d-424d-a3c5-7390e8e80d05" providerId="ADAL" clId="{B67718C7-85B5-4F46-8F0D-62F3F1A556F5}" dt="2022-07-14T13:43:27.778" v="2317" actId="478"/>
          <ac:spMkLst>
            <pc:docMk/>
            <pc:sldMk cId="4283676588" sldId="261"/>
            <ac:spMk id="5" creationId="{749AC4E0-1D7D-5193-531C-654BD89A8F24}"/>
          </ac:spMkLst>
        </pc:spChg>
        <pc:spChg chg="add mod">
          <ac:chgData name="Vincent Straub" userId="cc81dce8-242d-424d-a3c5-7390e8e80d05" providerId="ADAL" clId="{B67718C7-85B5-4F46-8F0D-62F3F1A556F5}" dt="2022-07-19T11:06:02.889" v="3442"/>
          <ac:spMkLst>
            <pc:docMk/>
            <pc:sldMk cId="4283676588" sldId="261"/>
            <ac:spMk id="5" creationId="{B7E9E8EF-ED1D-D212-29E1-96CAC014046A}"/>
          </ac:spMkLst>
        </pc:spChg>
        <pc:spChg chg="add del mod">
          <ac:chgData name="Vincent Straub" userId="cc81dce8-242d-424d-a3c5-7390e8e80d05" providerId="ADAL" clId="{B67718C7-85B5-4F46-8F0D-62F3F1A556F5}" dt="2022-07-19T11:06:06.044" v="3444"/>
          <ac:spMkLst>
            <pc:docMk/>
            <pc:sldMk cId="4283676588" sldId="261"/>
            <ac:spMk id="7" creationId="{24A886FB-F565-441A-1673-0661BED4F248}"/>
          </ac:spMkLst>
        </pc:spChg>
        <pc:spChg chg="add del mod">
          <ac:chgData name="Vincent Straub" userId="cc81dce8-242d-424d-a3c5-7390e8e80d05" providerId="ADAL" clId="{B67718C7-85B5-4F46-8F0D-62F3F1A556F5}" dt="2022-07-19T11:06:06.044" v="3444"/>
          <ac:spMkLst>
            <pc:docMk/>
            <pc:sldMk cId="4283676588" sldId="261"/>
            <ac:spMk id="8" creationId="{F6952284-6E53-44D7-2CBD-81FFEACBA881}"/>
          </ac:spMkLst>
        </pc:spChg>
        <pc:spChg chg="add mod">
          <ac:chgData name="Vincent Straub" userId="cc81dce8-242d-424d-a3c5-7390e8e80d05" providerId="ADAL" clId="{B67718C7-85B5-4F46-8F0D-62F3F1A556F5}" dt="2022-07-19T12:16:09.961" v="6220"/>
          <ac:spMkLst>
            <pc:docMk/>
            <pc:sldMk cId="4283676588" sldId="261"/>
            <ac:spMk id="9" creationId="{9D0BAB33-D567-C307-C0B2-10350093F155}"/>
          </ac:spMkLst>
        </pc:spChg>
        <pc:graphicFrameChg chg="add mod modGraphic">
          <ac:chgData name="Vincent Straub" userId="cc81dce8-242d-424d-a3c5-7390e8e80d05" providerId="ADAL" clId="{B67718C7-85B5-4F46-8F0D-62F3F1A556F5}" dt="2022-07-19T10:57:28.547" v="3193" actId="1076"/>
          <ac:graphicFrameMkLst>
            <pc:docMk/>
            <pc:sldMk cId="4283676588" sldId="261"/>
            <ac:graphicFrameMk id="2" creationId="{A5ED530E-974F-59FB-DF5C-AD423CE1EF02}"/>
          </ac:graphicFrameMkLst>
        </pc:graphicFrameChg>
        <pc:picChg chg="add del">
          <ac:chgData name="Vincent Straub" userId="cc81dce8-242d-424d-a3c5-7390e8e80d05" providerId="ADAL" clId="{B67718C7-85B5-4F46-8F0D-62F3F1A556F5}" dt="2022-07-19T10:57:04.085" v="3189" actId="478"/>
          <ac:picMkLst>
            <pc:docMk/>
            <pc:sldMk cId="4283676588" sldId="261"/>
            <ac:picMk id="6" creationId="{03622583-4363-7E97-01B5-A75F84E8D279}"/>
          </ac:picMkLst>
        </pc:picChg>
      </pc:sldChg>
      <pc:sldChg chg="del">
        <pc:chgData name="Vincent Straub" userId="cc81dce8-242d-424d-a3c5-7390e8e80d05" providerId="ADAL" clId="{B67718C7-85B5-4F46-8F0D-62F3F1A556F5}" dt="2022-07-14T13:08:44.523" v="949" actId="2696"/>
        <pc:sldMkLst>
          <pc:docMk/>
          <pc:sldMk cId="475634872" sldId="262"/>
        </pc:sldMkLst>
      </pc:sldChg>
      <pc:sldChg chg="addSp delSp modSp add mod">
        <pc:chgData name="Vincent Straub" userId="cc81dce8-242d-424d-a3c5-7390e8e80d05" providerId="ADAL" clId="{B67718C7-85B5-4F46-8F0D-62F3F1A556F5}" dt="2022-07-19T13:00:06.335" v="7255"/>
        <pc:sldMkLst>
          <pc:docMk/>
          <pc:sldMk cId="4099870511" sldId="262"/>
        </pc:sldMkLst>
        <pc:spChg chg="add del mod">
          <ac:chgData name="Vincent Straub" userId="cc81dce8-242d-424d-a3c5-7390e8e80d05" providerId="ADAL" clId="{B67718C7-85B5-4F46-8F0D-62F3F1A556F5}" dt="2022-07-19T11:04:30.431" v="3412"/>
          <ac:spMkLst>
            <pc:docMk/>
            <pc:sldMk cId="4099870511" sldId="262"/>
            <ac:spMk id="2" creationId="{2FEE34EA-EA22-F06C-7EBF-A3D9B99A701C}"/>
          </ac:spMkLst>
        </pc:spChg>
        <pc:spChg chg="del mod">
          <ac:chgData name="Vincent Straub" userId="cc81dce8-242d-424d-a3c5-7390e8e80d05" providerId="ADAL" clId="{B67718C7-85B5-4F46-8F0D-62F3F1A556F5}" dt="2022-07-19T11:03:46.300" v="3321" actId="478"/>
          <ac:spMkLst>
            <pc:docMk/>
            <pc:sldMk cId="4099870511" sldId="262"/>
            <ac:spMk id="3" creationId="{00000000-0000-0000-0000-000000000000}"/>
          </ac:spMkLst>
        </pc:spChg>
        <pc:spChg chg="mod">
          <ac:chgData name="Vincent Straub" userId="cc81dce8-242d-424d-a3c5-7390e8e80d05" providerId="ADAL" clId="{B67718C7-85B5-4F46-8F0D-62F3F1A556F5}" dt="2022-07-19T11:04:23.491" v="3410" actId="20577"/>
          <ac:spMkLst>
            <pc:docMk/>
            <pc:sldMk cId="4099870511" sldId="262"/>
            <ac:spMk id="4" creationId="{00000000-0000-0000-0000-000000000000}"/>
          </ac:spMkLst>
        </pc:spChg>
        <pc:spChg chg="del mod">
          <ac:chgData name="Vincent Straub" userId="cc81dce8-242d-424d-a3c5-7390e8e80d05" providerId="ADAL" clId="{B67718C7-85B5-4F46-8F0D-62F3F1A556F5}" dt="2022-07-14T13:11:47.373" v="1161" actId="478"/>
          <ac:spMkLst>
            <pc:docMk/>
            <pc:sldMk cId="4099870511" sldId="262"/>
            <ac:spMk id="6" creationId="{00000000-0000-0000-0000-000000000000}"/>
          </ac:spMkLst>
        </pc:spChg>
        <pc:spChg chg="del">
          <ac:chgData name="Vincent Straub" userId="cc81dce8-242d-424d-a3c5-7390e8e80d05" providerId="ADAL" clId="{B67718C7-85B5-4F46-8F0D-62F3F1A556F5}" dt="2022-07-14T13:11:47.373" v="1161" actId="478"/>
          <ac:spMkLst>
            <pc:docMk/>
            <pc:sldMk cId="4099870511" sldId="262"/>
            <ac:spMk id="7" creationId="{00000000-0000-0000-0000-000000000000}"/>
          </ac:spMkLst>
        </pc:spChg>
        <pc:spChg chg="add del mod">
          <ac:chgData name="Vincent Straub" userId="cc81dce8-242d-424d-a3c5-7390e8e80d05" providerId="ADAL" clId="{B67718C7-85B5-4F46-8F0D-62F3F1A556F5}" dt="2022-07-14T13:11:50.766" v="1165" actId="478"/>
          <ac:spMkLst>
            <pc:docMk/>
            <pc:sldMk cId="4099870511" sldId="262"/>
            <ac:spMk id="8" creationId="{EDEE1CA0-680B-E795-22AF-3E821C00AC43}"/>
          </ac:spMkLst>
        </pc:spChg>
        <pc:spChg chg="add del mod">
          <ac:chgData name="Vincent Straub" userId="cc81dce8-242d-424d-a3c5-7390e8e80d05" providerId="ADAL" clId="{B67718C7-85B5-4F46-8F0D-62F3F1A556F5}" dt="2022-07-14T13:11:50.766" v="1165" actId="478"/>
          <ac:spMkLst>
            <pc:docMk/>
            <pc:sldMk cId="4099870511" sldId="262"/>
            <ac:spMk id="10" creationId="{B2348E70-E179-DF13-BF35-648A62F1EDAA}"/>
          </ac:spMkLst>
        </pc:spChg>
        <pc:spChg chg="add del mod">
          <ac:chgData name="Vincent Straub" userId="cc81dce8-242d-424d-a3c5-7390e8e80d05" providerId="ADAL" clId="{B67718C7-85B5-4F46-8F0D-62F3F1A556F5}" dt="2022-07-14T13:11:49.346" v="1164"/>
          <ac:spMkLst>
            <pc:docMk/>
            <pc:sldMk cId="4099870511" sldId="262"/>
            <ac:spMk id="11" creationId="{DFCA54BE-5BBB-3586-EF97-DA042D30A156}"/>
          </ac:spMkLst>
        </pc:spChg>
        <pc:spChg chg="add del mod">
          <ac:chgData name="Vincent Straub" userId="cc81dce8-242d-424d-a3c5-7390e8e80d05" providerId="ADAL" clId="{B67718C7-85B5-4F46-8F0D-62F3F1A556F5}" dt="2022-07-14T13:11:49.346" v="1164"/>
          <ac:spMkLst>
            <pc:docMk/>
            <pc:sldMk cId="4099870511" sldId="262"/>
            <ac:spMk id="12" creationId="{F7CF91B5-E5C7-381B-DE31-7558F2FC8794}"/>
          </ac:spMkLst>
        </pc:spChg>
        <pc:spChg chg="add del">
          <ac:chgData name="Vincent Straub" userId="cc81dce8-242d-424d-a3c5-7390e8e80d05" providerId="ADAL" clId="{B67718C7-85B5-4F46-8F0D-62F3F1A556F5}" dt="2022-07-19T11:03:44.636" v="3320" actId="478"/>
          <ac:spMkLst>
            <pc:docMk/>
            <pc:sldMk cId="4099870511" sldId="262"/>
            <ac:spMk id="13" creationId="{00000000-0000-0000-0000-000000000000}"/>
          </ac:spMkLst>
        </pc:spChg>
        <pc:spChg chg="add mod">
          <ac:chgData name="Vincent Straub" userId="cc81dce8-242d-424d-a3c5-7390e8e80d05" providerId="ADAL" clId="{B67718C7-85B5-4F46-8F0D-62F3F1A556F5}" dt="2022-07-19T13:00:06.335" v="7255"/>
          <ac:spMkLst>
            <pc:docMk/>
            <pc:sldMk cId="4099870511" sldId="262"/>
            <ac:spMk id="15" creationId="{AFF0EC38-EA29-4994-B3B4-31D28A776EDA}"/>
          </ac:spMkLst>
        </pc:spChg>
        <pc:spChg chg="add del mod">
          <ac:chgData name="Vincent Straub" userId="cc81dce8-242d-424d-a3c5-7390e8e80d05" providerId="ADAL" clId="{B67718C7-85B5-4F46-8F0D-62F3F1A556F5}" dt="2022-07-19T11:03:14.820" v="3265" actId="478"/>
          <ac:spMkLst>
            <pc:docMk/>
            <pc:sldMk cId="4099870511" sldId="262"/>
            <ac:spMk id="16" creationId="{B3614A20-FDEC-42F0-299F-7AD39CA9122E}"/>
          </ac:spMkLst>
        </pc:spChg>
      </pc:sldChg>
      <pc:sldChg chg="del">
        <pc:chgData name="Vincent Straub" userId="cc81dce8-242d-424d-a3c5-7390e8e80d05" providerId="ADAL" clId="{B67718C7-85B5-4F46-8F0D-62F3F1A556F5}" dt="2022-07-14T13:08:44.747" v="950" actId="2696"/>
        <pc:sldMkLst>
          <pc:docMk/>
          <pc:sldMk cId="2176064867" sldId="263"/>
        </pc:sldMkLst>
      </pc:sldChg>
      <pc:sldChg chg="addSp delSp modSp add mod">
        <pc:chgData name="Vincent Straub" userId="cc81dce8-242d-424d-a3c5-7390e8e80d05" providerId="ADAL" clId="{B67718C7-85B5-4F46-8F0D-62F3F1A556F5}" dt="2022-07-19T12:39:24.671" v="7246"/>
        <pc:sldMkLst>
          <pc:docMk/>
          <pc:sldMk cId="773294712" sldId="264"/>
        </pc:sldMkLst>
        <pc:spChg chg="add del mod">
          <ac:chgData name="Vincent Straub" userId="cc81dce8-242d-424d-a3c5-7390e8e80d05" providerId="ADAL" clId="{B67718C7-85B5-4F46-8F0D-62F3F1A556F5}" dt="2022-07-19T11:06:22.414" v="3452" actId="478"/>
          <ac:spMkLst>
            <pc:docMk/>
            <pc:sldMk cId="773294712" sldId="264"/>
            <ac:spMk id="2" creationId="{EA7CD34D-B21E-6C67-E150-DDDA0904645A}"/>
          </ac:spMkLst>
        </pc:spChg>
        <pc:spChg chg="del">
          <ac:chgData name="Vincent Straub" userId="cc81dce8-242d-424d-a3c5-7390e8e80d05" providerId="ADAL" clId="{B67718C7-85B5-4F46-8F0D-62F3F1A556F5}" dt="2022-07-19T11:06:16.932" v="3447" actId="478"/>
          <ac:spMkLst>
            <pc:docMk/>
            <pc:sldMk cId="773294712" sldId="264"/>
            <ac:spMk id="3" creationId="{00000000-0000-0000-0000-000000000000}"/>
          </ac:spMkLst>
        </pc:spChg>
        <pc:spChg chg="del">
          <ac:chgData name="Vincent Straub" userId="cc81dce8-242d-424d-a3c5-7390e8e80d05" providerId="ADAL" clId="{B67718C7-85B5-4F46-8F0D-62F3F1A556F5}" dt="2022-07-19T11:06:18.625" v="3448" actId="478"/>
          <ac:spMkLst>
            <pc:docMk/>
            <pc:sldMk cId="773294712" sldId="264"/>
            <ac:spMk id="4" creationId="{00000000-0000-0000-0000-000000000000}"/>
          </ac:spMkLst>
        </pc:spChg>
        <pc:spChg chg="mod">
          <ac:chgData name="Vincent Straub" userId="cc81dce8-242d-424d-a3c5-7390e8e80d05" providerId="ADAL" clId="{B67718C7-85B5-4F46-8F0D-62F3F1A556F5}" dt="2022-07-14T13:26:42.589" v="1973" actId="403"/>
          <ac:spMkLst>
            <pc:docMk/>
            <pc:sldMk cId="773294712" sldId="264"/>
            <ac:spMk id="6" creationId="{00000000-0000-0000-0000-000000000000}"/>
          </ac:spMkLst>
        </pc:spChg>
        <pc:spChg chg="mod">
          <ac:chgData name="Vincent Straub" userId="cc81dce8-242d-424d-a3c5-7390e8e80d05" providerId="ADAL" clId="{B67718C7-85B5-4F46-8F0D-62F3F1A556F5}" dt="2022-07-19T12:39:24.671" v="7246"/>
          <ac:spMkLst>
            <pc:docMk/>
            <pc:sldMk cId="773294712" sldId="264"/>
            <ac:spMk id="7" creationId="{00000000-0000-0000-0000-000000000000}"/>
          </ac:spMkLst>
        </pc:spChg>
        <pc:spChg chg="add del mod">
          <ac:chgData name="Vincent Straub" userId="cc81dce8-242d-424d-a3c5-7390e8e80d05" providerId="ADAL" clId="{B67718C7-85B5-4F46-8F0D-62F3F1A556F5}" dt="2022-07-19T11:06:20.927" v="3451" actId="478"/>
          <ac:spMkLst>
            <pc:docMk/>
            <pc:sldMk cId="773294712" sldId="264"/>
            <ac:spMk id="8" creationId="{16403544-5A93-06CE-42AB-FF9887778C28}"/>
          </ac:spMkLst>
        </pc:spChg>
        <pc:spChg chg="add del">
          <ac:chgData name="Vincent Straub" userId="cc81dce8-242d-424d-a3c5-7390e8e80d05" providerId="ADAL" clId="{B67718C7-85B5-4F46-8F0D-62F3F1A556F5}" dt="2022-07-14T13:13:07.417" v="1317" actId="478"/>
          <ac:spMkLst>
            <pc:docMk/>
            <pc:sldMk cId="773294712" sldId="264"/>
            <ac:spMk id="13" creationId="{00000000-0000-0000-0000-000000000000}"/>
          </ac:spMkLst>
        </pc:spChg>
      </pc:sldChg>
      <pc:sldChg chg="del">
        <pc:chgData name="Vincent Straub" userId="cc81dce8-242d-424d-a3c5-7390e8e80d05" providerId="ADAL" clId="{B67718C7-85B5-4F46-8F0D-62F3F1A556F5}" dt="2022-07-14T13:08:45.059" v="951" actId="2696"/>
        <pc:sldMkLst>
          <pc:docMk/>
          <pc:sldMk cId="2373704627" sldId="264"/>
        </pc:sldMkLst>
      </pc:sldChg>
      <pc:sldChg chg="del">
        <pc:chgData name="Vincent Straub" userId="cc81dce8-242d-424d-a3c5-7390e8e80d05" providerId="ADAL" clId="{B67718C7-85B5-4F46-8F0D-62F3F1A556F5}" dt="2022-07-14T13:08:45.472" v="952" actId="2696"/>
        <pc:sldMkLst>
          <pc:docMk/>
          <pc:sldMk cId="3973554406" sldId="265"/>
        </pc:sldMkLst>
      </pc:sldChg>
      <pc:sldChg chg="addSp delSp modSp add del mod">
        <pc:chgData name="Vincent Straub" userId="cc81dce8-242d-424d-a3c5-7390e8e80d05" providerId="ADAL" clId="{B67718C7-85B5-4F46-8F0D-62F3F1A556F5}" dt="2022-07-14T13:12:01.505" v="1169" actId="2696"/>
        <pc:sldMkLst>
          <pc:docMk/>
          <pc:sldMk cId="910284227" sldId="266"/>
        </pc:sldMkLst>
        <pc:spChg chg="mod">
          <ac:chgData name="Vincent Straub" userId="cc81dce8-242d-424d-a3c5-7390e8e80d05" providerId="ADAL" clId="{B67718C7-85B5-4F46-8F0D-62F3F1A556F5}" dt="2022-07-14T12:59:29.452" v="298" actId="1076"/>
          <ac:spMkLst>
            <pc:docMk/>
            <pc:sldMk cId="910284227" sldId="266"/>
            <ac:spMk id="2" creationId="{00000000-0000-0000-0000-000000000000}"/>
          </ac:spMkLst>
        </pc:spChg>
        <pc:spChg chg="mod">
          <ac:chgData name="Vincent Straub" userId="cc81dce8-242d-424d-a3c5-7390e8e80d05" providerId="ADAL" clId="{B67718C7-85B5-4F46-8F0D-62F3F1A556F5}" dt="2022-07-14T12:59:53.893" v="330" actId="1036"/>
          <ac:spMkLst>
            <pc:docMk/>
            <pc:sldMk cId="910284227" sldId="266"/>
            <ac:spMk id="3" creationId="{00000000-0000-0000-0000-000000000000}"/>
          </ac:spMkLst>
        </pc:spChg>
        <pc:spChg chg="mod">
          <ac:chgData name="Vincent Straub" userId="cc81dce8-242d-424d-a3c5-7390e8e80d05" providerId="ADAL" clId="{B67718C7-85B5-4F46-8F0D-62F3F1A556F5}" dt="2022-07-14T13:00:00" v="331" actId="20577"/>
          <ac:spMkLst>
            <pc:docMk/>
            <pc:sldMk cId="910284227" sldId="266"/>
            <ac:spMk id="4" creationId="{00000000-0000-0000-0000-000000000000}"/>
          </ac:spMkLst>
        </pc:spChg>
        <pc:spChg chg="mod">
          <ac:chgData name="Vincent Straub" userId="cc81dce8-242d-424d-a3c5-7390e8e80d05" providerId="ADAL" clId="{B67718C7-85B5-4F46-8F0D-62F3F1A556F5}" dt="2022-07-14T13:07:53.164" v="882" actId="14100"/>
          <ac:spMkLst>
            <pc:docMk/>
            <pc:sldMk cId="910284227" sldId="266"/>
            <ac:spMk id="6" creationId="{00000000-0000-0000-0000-000000000000}"/>
          </ac:spMkLst>
        </pc:spChg>
        <pc:spChg chg="mod">
          <ac:chgData name="Vincent Straub" userId="cc81dce8-242d-424d-a3c5-7390e8e80d05" providerId="ADAL" clId="{B67718C7-85B5-4F46-8F0D-62F3F1A556F5}" dt="2022-07-14T12:58:47.244" v="223" actId="313"/>
          <ac:spMkLst>
            <pc:docMk/>
            <pc:sldMk cId="910284227" sldId="266"/>
            <ac:spMk id="7" creationId="{00000000-0000-0000-0000-000000000000}"/>
          </ac:spMkLst>
        </pc:spChg>
        <pc:spChg chg="add del mod">
          <ac:chgData name="Vincent Straub" userId="cc81dce8-242d-424d-a3c5-7390e8e80d05" providerId="ADAL" clId="{B67718C7-85B5-4F46-8F0D-62F3F1A556F5}" dt="2022-07-14T12:59:26.882" v="297" actId="478"/>
          <ac:spMkLst>
            <pc:docMk/>
            <pc:sldMk cId="910284227" sldId="266"/>
            <ac:spMk id="10" creationId="{E849157D-734A-B758-AA73-8447FC0CB391}"/>
          </ac:spMkLst>
        </pc:spChg>
        <pc:picChg chg="del mod">
          <ac:chgData name="Vincent Straub" userId="cc81dce8-242d-424d-a3c5-7390e8e80d05" providerId="ADAL" clId="{B67718C7-85B5-4F46-8F0D-62F3F1A556F5}" dt="2022-07-14T12:59:23.811" v="295" actId="478"/>
          <ac:picMkLst>
            <pc:docMk/>
            <pc:sldMk cId="910284227" sldId="266"/>
            <ac:picMk id="9" creationId="{00000000-0000-0000-0000-000000000000}"/>
          </ac:picMkLst>
        </pc:picChg>
      </pc:sldChg>
      <pc:sldChg chg="addSp delSp modSp add del mod">
        <pc:chgData name="Vincent Straub" userId="cc81dce8-242d-424d-a3c5-7390e8e80d05" providerId="ADAL" clId="{B67718C7-85B5-4F46-8F0D-62F3F1A556F5}" dt="2022-07-19T11:37:32.346" v="4844" actId="2696"/>
        <pc:sldMkLst>
          <pc:docMk/>
          <pc:sldMk cId="2792252661" sldId="268"/>
        </pc:sldMkLst>
        <pc:spChg chg="del">
          <ac:chgData name="Vincent Straub" userId="cc81dce8-242d-424d-a3c5-7390e8e80d05" providerId="ADAL" clId="{B67718C7-85B5-4F46-8F0D-62F3F1A556F5}" dt="2022-07-19T11:05:57.433" v="3436" actId="478"/>
          <ac:spMkLst>
            <pc:docMk/>
            <pc:sldMk cId="2792252661" sldId="268"/>
            <ac:spMk id="2" creationId="{00000000-0000-0000-0000-000000000000}"/>
          </ac:spMkLst>
        </pc:spChg>
        <pc:spChg chg="del">
          <ac:chgData name="Vincent Straub" userId="cc81dce8-242d-424d-a3c5-7390e8e80d05" providerId="ADAL" clId="{B67718C7-85B5-4F46-8F0D-62F3F1A556F5}" dt="2022-07-19T11:05:57.433" v="3436" actId="478"/>
          <ac:spMkLst>
            <pc:docMk/>
            <pc:sldMk cId="2792252661" sldId="268"/>
            <ac:spMk id="3" creationId="{00000000-0000-0000-0000-000000000000}"/>
          </ac:spMkLst>
        </pc:spChg>
        <pc:spChg chg="del">
          <ac:chgData name="Vincent Straub" userId="cc81dce8-242d-424d-a3c5-7390e8e80d05" providerId="ADAL" clId="{B67718C7-85B5-4F46-8F0D-62F3F1A556F5}" dt="2022-07-14T13:14:04.410" v="1321" actId="478"/>
          <ac:spMkLst>
            <pc:docMk/>
            <pc:sldMk cId="2792252661" sldId="268"/>
            <ac:spMk id="5" creationId="{00000000-0000-0000-0000-000000000000}"/>
          </ac:spMkLst>
        </pc:spChg>
        <pc:spChg chg="add del mod">
          <ac:chgData name="Vincent Straub" userId="cc81dce8-242d-424d-a3c5-7390e8e80d05" providerId="ADAL" clId="{B67718C7-85B5-4F46-8F0D-62F3F1A556F5}" dt="2022-07-19T11:06:01.888" v="3441"/>
          <ac:spMkLst>
            <pc:docMk/>
            <pc:sldMk cId="2792252661" sldId="268"/>
            <ac:spMk id="5" creationId="{9BCD2697-DF60-8730-A8E3-1A42680CD58A}"/>
          </ac:spMkLst>
        </pc:spChg>
        <pc:spChg chg="add del mod">
          <ac:chgData name="Vincent Straub" userId="cc81dce8-242d-424d-a3c5-7390e8e80d05" providerId="ADAL" clId="{B67718C7-85B5-4F46-8F0D-62F3F1A556F5}" dt="2022-07-19T11:06:01.373" v="3439"/>
          <ac:spMkLst>
            <pc:docMk/>
            <pc:sldMk cId="2792252661" sldId="268"/>
            <ac:spMk id="6" creationId="{D79233CB-83B2-DE61-321F-06996BF945C8}"/>
          </ac:spMkLst>
        </pc:spChg>
        <pc:spChg chg="add del mod">
          <ac:chgData name="Vincent Straub" userId="cc81dce8-242d-424d-a3c5-7390e8e80d05" providerId="ADAL" clId="{B67718C7-85B5-4F46-8F0D-62F3F1A556F5}" dt="2022-07-19T11:06:01.373" v="3439"/>
          <ac:spMkLst>
            <pc:docMk/>
            <pc:sldMk cId="2792252661" sldId="268"/>
            <ac:spMk id="7" creationId="{968B5C96-902C-8A34-149A-3C0166256E20}"/>
          </ac:spMkLst>
        </pc:spChg>
        <pc:spChg chg="add del mod">
          <ac:chgData name="Vincent Straub" userId="cc81dce8-242d-424d-a3c5-7390e8e80d05" providerId="ADAL" clId="{B67718C7-85B5-4F46-8F0D-62F3F1A556F5}" dt="2022-07-14T13:14:08.648" v="1324" actId="478"/>
          <ac:spMkLst>
            <pc:docMk/>
            <pc:sldMk cId="2792252661" sldId="268"/>
            <ac:spMk id="7" creationId="{B5D2F884-02DB-5918-795C-EE1FF296DEF2}"/>
          </ac:spMkLst>
        </pc:spChg>
        <pc:spChg chg="add mod">
          <ac:chgData name="Vincent Straub" userId="cc81dce8-242d-424d-a3c5-7390e8e80d05" providerId="ADAL" clId="{B67718C7-85B5-4F46-8F0D-62F3F1A556F5}" dt="2022-07-14T13:55:04.178" v="2810" actId="20577"/>
          <ac:spMkLst>
            <pc:docMk/>
            <pc:sldMk cId="2792252661" sldId="268"/>
            <ac:spMk id="8" creationId="{A4721B74-C25C-CEFA-5ED8-9BD541652401}"/>
          </ac:spMkLst>
        </pc:spChg>
        <pc:spChg chg="add mod">
          <ac:chgData name="Vincent Straub" userId="cc81dce8-242d-424d-a3c5-7390e8e80d05" providerId="ADAL" clId="{B67718C7-85B5-4F46-8F0D-62F3F1A556F5}" dt="2022-07-14T13:55:27.294" v="2882" actId="20577"/>
          <ac:spMkLst>
            <pc:docMk/>
            <pc:sldMk cId="2792252661" sldId="268"/>
            <ac:spMk id="9" creationId="{106E5364-816C-B99E-2F1B-9ABD114CF17A}"/>
          </ac:spMkLst>
        </pc:spChg>
        <pc:spChg chg="del">
          <ac:chgData name="Vincent Straub" userId="cc81dce8-242d-424d-a3c5-7390e8e80d05" providerId="ADAL" clId="{B67718C7-85B5-4F46-8F0D-62F3F1A556F5}" dt="2022-07-14T13:14:08.648" v="1324" actId="478"/>
          <ac:spMkLst>
            <pc:docMk/>
            <pc:sldMk cId="2792252661" sldId="268"/>
            <ac:spMk id="15" creationId="{00000000-0000-0000-0000-000000000000}"/>
          </ac:spMkLst>
        </pc:spChg>
      </pc:sldChg>
      <pc:sldChg chg="addSp delSp modSp add mod modNotesTx">
        <pc:chgData name="Vincent Straub" userId="cc81dce8-242d-424d-a3c5-7390e8e80d05" providerId="ADAL" clId="{B67718C7-85B5-4F46-8F0D-62F3F1A556F5}" dt="2022-07-19T12:28:23.258" v="6732" actId="2711"/>
        <pc:sldMkLst>
          <pc:docMk/>
          <pc:sldMk cId="1451545137" sldId="269"/>
        </pc:sldMkLst>
        <pc:spChg chg="del">
          <ac:chgData name="Vincent Straub" userId="cc81dce8-242d-424d-a3c5-7390e8e80d05" providerId="ADAL" clId="{B67718C7-85B5-4F46-8F0D-62F3F1A556F5}" dt="2022-07-19T11:05:45.528" v="3431" actId="478"/>
          <ac:spMkLst>
            <pc:docMk/>
            <pc:sldMk cId="1451545137" sldId="269"/>
            <ac:spMk id="2" creationId="{00000000-0000-0000-0000-000000000000}"/>
          </ac:spMkLst>
        </pc:spChg>
        <pc:spChg chg="del">
          <ac:chgData name="Vincent Straub" userId="cc81dce8-242d-424d-a3c5-7390e8e80d05" providerId="ADAL" clId="{B67718C7-85B5-4F46-8F0D-62F3F1A556F5}" dt="2022-07-19T11:05:45.528" v="3431" actId="478"/>
          <ac:spMkLst>
            <pc:docMk/>
            <pc:sldMk cId="1451545137" sldId="269"/>
            <ac:spMk id="3" creationId="{00000000-0000-0000-0000-000000000000}"/>
          </ac:spMkLst>
        </pc:spChg>
        <pc:spChg chg="mod">
          <ac:chgData name="Vincent Straub" userId="cc81dce8-242d-424d-a3c5-7390e8e80d05" providerId="ADAL" clId="{B67718C7-85B5-4F46-8F0D-62F3F1A556F5}" dt="2022-07-19T12:28:23.258" v="6732" actId="2711"/>
          <ac:spMkLst>
            <pc:docMk/>
            <pc:sldMk cId="1451545137" sldId="269"/>
            <ac:spMk id="5" creationId="{00000000-0000-0000-0000-000000000000}"/>
          </ac:spMkLst>
        </pc:spChg>
        <pc:spChg chg="add mod">
          <ac:chgData name="Vincent Straub" userId="cc81dce8-242d-424d-a3c5-7390e8e80d05" providerId="ADAL" clId="{B67718C7-85B5-4F46-8F0D-62F3F1A556F5}" dt="2022-07-19T11:05:45.783" v="3432"/>
          <ac:spMkLst>
            <pc:docMk/>
            <pc:sldMk cId="1451545137" sldId="269"/>
            <ac:spMk id="6" creationId="{D26A36E1-FE1F-B19D-C375-C9BCB925B5D8}"/>
          </ac:spMkLst>
        </pc:spChg>
        <pc:spChg chg="add mod">
          <ac:chgData name="Vincent Straub" userId="cc81dce8-242d-424d-a3c5-7390e8e80d05" providerId="ADAL" clId="{B67718C7-85B5-4F46-8F0D-62F3F1A556F5}" dt="2022-07-19T11:05:45.783" v="3432"/>
          <ac:spMkLst>
            <pc:docMk/>
            <pc:sldMk cId="1451545137" sldId="269"/>
            <ac:spMk id="7" creationId="{5818F90C-1A41-9A07-BEC2-5809DE047545}"/>
          </ac:spMkLst>
        </pc:spChg>
        <pc:spChg chg="add mod">
          <ac:chgData name="Vincent Straub" userId="cc81dce8-242d-424d-a3c5-7390e8e80d05" providerId="ADAL" clId="{B67718C7-85B5-4F46-8F0D-62F3F1A556F5}" dt="2022-07-19T12:08:08.222" v="6026" actId="20577"/>
          <ac:spMkLst>
            <pc:docMk/>
            <pc:sldMk cId="1451545137" sldId="269"/>
            <ac:spMk id="8" creationId="{C45AF58D-E46E-384B-4BD0-BF383F532AAD}"/>
          </ac:spMkLst>
        </pc:spChg>
        <pc:spChg chg="mod">
          <ac:chgData name="Vincent Straub" userId="cc81dce8-242d-424d-a3c5-7390e8e80d05" providerId="ADAL" clId="{B67718C7-85B5-4F46-8F0D-62F3F1A556F5}" dt="2022-07-14T13:50:37.298" v="2674" actId="1036"/>
          <ac:spMkLst>
            <pc:docMk/>
            <pc:sldMk cId="1451545137" sldId="269"/>
            <ac:spMk id="15" creationId="{00000000-0000-0000-0000-000000000000}"/>
          </ac:spMkLst>
        </pc:spChg>
      </pc:sldChg>
      <pc:sldChg chg="addSp modSp add mod">
        <pc:chgData name="Vincent Straub" userId="cc81dce8-242d-424d-a3c5-7390e8e80d05" providerId="ADAL" clId="{B67718C7-85B5-4F46-8F0D-62F3F1A556F5}" dt="2022-07-19T12:18:27.093" v="6306" actId="208"/>
        <pc:sldMkLst>
          <pc:docMk/>
          <pc:sldMk cId="4043667248" sldId="274"/>
        </pc:sldMkLst>
        <pc:spChg chg="add mod">
          <ac:chgData name="Vincent Straub" userId="cc81dce8-242d-424d-a3c5-7390e8e80d05" providerId="ADAL" clId="{B67718C7-85B5-4F46-8F0D-62F3F1A556F5}" dt="2022-07-19T11:05:38.897" v="3428"/>
          <ac:spMkLst>
            <pc:docMk/>
            <pc:sldMk cId="4043667248" sldId="274"/>
            <ac:spMk id="2" creationId="{B5C32FDF-9416-1D37-4662-AE7EA94085B1}"/>
          </ac:spMkLst>
        </pc:spChg>
        <pc:spChg chg="add mod">
          <ac:chgData name="Vincent Straub" userId="cc81dce8-242d-424d-a3c5-7390e8e80d05" providerId="ADAL" clId="{B67718C7-85B5-4F46-8F0D-62F3F1A556F5}" dt="2022-07-19T11:05:38.897" v="3428"/>
          <ac:spMkLst>
            <pc:docMk/>
            <pc:sldMk cId="4043667248" sldId="274"/>
            <ac:spMk id="3" creationId="{0002EE52-BFAB-9803-4BE2-564BCF0F0C4D}"/>
          </ac:spMkLst>
        </pc:spChg>
        <pc:spChg chg="add mod">
          <ac:chgData name="Vincent Straub" userId="cc81dce8-242d-424d-a3c5-7390e8e80d05" providerId="ADAL" clId="{B67718C7-85B5-4F46-8F0D-62F3F1A556F5}" dt="2022-07-19T12:15:47.535" v="6208"/>
          <ac:spMkLst>
            <pc:docMk/>
            <pc:sldMk cId="4043667248" sldId="274"/>
            <ac:spMk id="5" creationId="{A63BC154-F886-DCCD-0C0A-E83D3583772C}"/>
          </ac:spMkLst>
        </pc:spChg>
        <pc:spChg chg="mod">
          <ac:chgData name="Vincent Straub" userId="cc81dce8-242d-424d-a3c5-7390e8e80d05" providerId="ADAL" clId="{B67718C7-85B5-4F46-8F0D-62F3F1A556F5}" dt="2022-07-19T11:35:10.372" v="4747" actId="1076"/>
          <ac:spMkLst>
            <pc:docMk/>
            <pc:sldMk cId="4043667248" sldId="274"/>
            <ac:spMk id="6" creationId="{4037FC93-E896-241C-8AC1-CC87983387EC}"/>
          </ac:spMkLst>
        </pc:spChg>
        <pc:picChg chg="mod">
          <ac:chgData name="Vincent Straub" userId="cc81dce8-242d-424d-a3c5-7390e8e80d05" providerId="ADAL" clId="{B67718C7-85B5-4F46-8F0D-62F3F1A556F5}" dt="2022-07-19T12:18:27.093" v="6306" actId="208"/>
          <ac:picMkLst>
            <pc:docMk/>
            <pc:sldMk cId="4043667248" sldId="274"/>
            <ac:picMk id="4" creationId="{AE72D249-C240-CC93-1FD0-404965B13FBB}"/>
          </ac:picMkLst>
        </pc:picChg>
      </pc:sldChg>
      <pc:sldChg chg="addSp modSp add mod">
        <pc:chgData name="Vincent Straub" userId="cc81dce8-242d-424d-a3c5-7390e8e80d05" providerId="ADAL" clId="{B67718C7-85B5-4F46-8F0D-62F3F1A556F5}" dt="2022-07-19T12:15:49.566" v="6209"/>
        <pc:sldMkLst>
          <pc:docMk/>
          <pc:sldMk cId="2060773684" sldId="275"/>
        </pc:sldMkLst>
        <pc:spChg chg="add mod">
          <ac:chgData name="Vincent Straub" userId="cc81dce8-242d-424d-a3c5-7390e8e80d05" providerId="ADAL" clId="{B67718C7-85B5-4F46-8F0D-62F3F1A556F5}" dt="2022-07-19T11:05:40.795" v="3429"/>
          <ac:spMkLst>
            <pc:docMk/>
            <pc:sldMk cId="2060773684" sldId="275"/>
            <ac:spMk id="2" creationId="{549E5D14-F02E-94E2-23DF-0A42980D7716}"/>
          </ac:spMkLst>
        </pc:spChg>
        <pc:spChg chg="add mod">
          <ac:chgData name="Vincent Straub" userId="cc81dce8-242d-424d-a3c5-7390e8e80d05" providerId="ADAL" clId="{B67718C7-85B5-4F46-8F0D-62F3F1A556F5}" dt="2022-07-19T11:05:40.795" v="3429"/>
          <ac:spMkLst>
            <pc:docMk/>
            <pc:sldMk cId="2060773684" sldId="275"/>
            <ac:spMk id="3" creationId="{4FF74E40-4427-904C-F16F-30F50CAEB963}"/>
          </ac:spMkLst>
        </pc:spChg>
        <pc:spChg chg="add mod">
          <ac:chgData name="Vincent Straub" userId="cc81dce8-242d-424d-a3c5-7390e8e80d05" providerId="ADAL" clId="{B67718C7-85B5-4F46-8F0D-62F3F1A556F5}" dt="2022-07-19T12:15:49.566" v="6209"/>
          <ac:spMkLst>
            <pc:docMk/>
            <pc:sldMk cId="2060773684" sldId="275"/>
            <ac:spMk id="5" creationId="{63B436B2-96A1-158F-FA98-C0CE4AADB13D}"/>
          </ac:spMkLst>
        </pc:spChg>
        <pc:spChg chg="mod">
          <ac:chgData name="Vincent Straub" userId="cc81dce8-242d-424d-a3c5-7390e8e80d05" providerId="ADAL" clId="{B67718C7-85B5-4F46-8F0D-62F3F1A556F5}" dt="2022-07-19T11:35:43.634" v="4753"/>
          <ac:spMkLst>
            <pc:docMk/>
            <pc:sldMk cId="2060773684" sldId="275"/>
            <ac:spMk id="6" creationId="{6F1CCEAC-B3B1-30E2-2089-AC3882C403A7}"/>
          </ac:spMkLst>
        </pc:spChg>
        <pc:picChg chg="mod">
          <ac:chgData name="Vincent Straub" userId="cc81dce8-242d-424d-a3c5-7390e8e80d05" providerId="ADAL" clId="{B67718C7-85B5-4F46-8F0D-62F3F1A556F5}" dt="2022-07-19T11:35:27.515" v="4752" actId="1076"/>
          <ac:picMkLst>
            <pc:docMk/>
            <pc:sldMk cId="2060773684" sldId="275"/>
            <ac:picMk id="4" creationId="{8F752760-9541-687C-C182-1B996BB41538}"/>
          </ac:picMkLst>
        </pc:picChg>
      </pc:sldChg>
      <pc:sldChg chg="addSp delSp modSp add mod">
        <pc:chgData name="Vincent Straub" userId="cc81dce8-242d-424d-a3c5-7390e8e80d05" providerId="ADAL" clId="{B67718C7-85B5-4F46-8F0D-62F3F1A556F5}" dt="2022-07-19T12:05:09.869" v="5833" actId="5793"/>
        <pc:sldMkLst>
          <pc:docMk/>
          <pc:sldMk cId="1869210676" sldId="279"/>
        </pc:sldMkLst>
        <pc:spChg chg="mod">
          <ac:chgData name="Vincent Straub" userId="cc81dce8-242d-424d-a3c5-7390e8e80d05" providerId="ADAL" clId="{B67718C7-85B5-4F46-8F0D-62F3F1A556F5}" dt="2022-07-19T11:11:00.439" v="3955" actId="20577"/>
          <ac:spMkLst>
            <pc:docMk/>
            <pc:sldMk cId="1869210676" sldId="279"/>
            <ac:spMk id="2" creationId="{00000000-0000-0000-0000-000000000000}"/>
          </ac:spMkLst>
        </pc:spChg>
        <pc:spChg chg="mod">
          <ac:chgData name="Vincent Straub" userId="cc81dce8-242d-424d-a3c5-7390e8e80d05" providerId="ADAL" clId="{B67718C7-85B5-4F46-8F0D-62F3F1A556F5}" dt="2022-07-19T12:05:09.869" v="5833" actId="5793"/>
          <ac:spMkLst>
            <pc:docMk/>
            <pc:sldMk cId="1869210676" sldId="279"/>
            <ac:spMk id="3" creationId="{00000000-0000-0000-0000-000000000000}"/>
          </ac:spMkLst>
        </pc:spChg>
        <pc:spChg chg="mod">
          <ac:chgData name="Vincent Straub" userId="cc81dce8-242d-424d-a3c5-7390e8e80d05" providerId="ADAL" clId="{B67718C7-85B5-4F46-8F0D-62F3F1A556F5}" dt="2022-07-14T13:00:12.960" v="345"/>
          <ac:spMkLst>
            <pc:docMk/>
            <pc:sldMk cId="1869210676" sldId="279"/>
            <ac:spMk id="4" creationId="{00000000-0000-0000-0000-000000000000}"/>
          </ac:spMkLst>
        </pc:spChg>
        <pc:spChg chg="mod">
          <ac:chgData name="Vincent Straub" userId="cc81dce8-242d-424d-a3c5-7390e8e80d05" providerId="ADAL" clId="{B67718C7-85B5-4F46-8F0D-62F3F1A556F5}" dt="2022-07-19T11:05:15.957" v="3419"/>
          <ac:spMkLst>
            <pc:docMk/>
            <pc:sldMk cId="1869210676" sldId="279"/>
            <ac:spMk id="5" creationId="{00000000-0000-0000-0000-000000000000}"/>
          </ac:spMkLst>
        </pc:spChg>
        <pc:spChg chg="add del mod">
          <ac:chgData name="Vincent Straub" userId="cc81dce8-242d-424d-a3c5-7390e8e80d05" providerId="ADAL" clId="{B67718C7-85B5-4F46-8F0D-62F3F1A556F5}" dt="2022-07-19T11:12:58.557" v="3958" actId="478"/>
          <ac:spMkLst>
            <pc:docMk/>
            <pc:sldMk cId="1869210676" sldId="279"/>
            <ac:spMk id="9" creationId="{CADF9B18-9046-EDC9-2E7F-AA03144EF772}"/>
          </ac:spMkLst>
        </pc:spChg>
        <pc:picChg chg="del">
          <ac:chgData name="Vincent Straub" userId="cc81dce8-242d-424d-a3c5-7390e8e80d05" providerId="ADAL" clId="{B67718C7-85B5-4F46-8F0D-62F3F1A556F5}" dt="2022-07-19T11:12:56.385" v="3956" actId="478"/>
          <ac:picMkLst>
            <pc:docMk/>
            <pc:sldMk cId="1869210676" sldId="279"/>
            <ac:picMk id="8" creationId="{00000000-0000-0000-0000-000000000000}"/>
          </ac:picMkLst>
        </pc:picChg>
        <pc:picChg chg="add del mod">
          <ac:chgData name="Vincent Straub" userId="cc81dce8-242d-424d-a3c5-7390e8e80d05" providerId="ADAL" clId="{B67718C7-85B5-4F46-8F0D-62F3F1A556F5}" dt="2022-07-19T11:13:09.198" v="3961" actId="478"/>
          <ac:picMkLst>
            <pc:docMk/>
            <pc:sldMk cId="1869210676" sldId="279"/>
            <ac:picMk id="6146" creationId="{BD746C56-8A73-1996-105C-1B8D028DD624}"/>
          </ac:picMkLst>
        </pc:picChg>
        <pc:picChg chg="add mod">
          <ac:chgData name="Vincent Straub" userId="cc81dce8-242d-424d-a3c5-7390e8e80d05" providerId="ADAL" clId="{B67718C7-85B5-4F46-8F0D-62F3F1A556F5}" dt="2022-07-19T11:13:23.327" v="3964" actId="1076"/>
          <ac:picMkLst>
            <pc:docMk/>
            <pc:sldMk cId="1869210676" sldId="279"/>
            <ac:picMk id="6148" creationId="{5BE7FF3F-3993-90F0-420C-458DFAF9F54D}"/>
          </ac:picMkLst>
        </pc:picChg>
      </pc:sldChg>
      <pc:sldChg chg="modSp add del mod">
        <pc:chgData name="Vincent Straub" userId="cc81dce8-242d-424d-a3c5-7390e8e80d05" providerId="ADAL" clId="{B67718C7-85B5-4F46-8F0D-62F3F1A556F5}" dt="2022-07-14T13:08:05.972" v="883" actId="2696"/>
        <pc:sldMkLst>
          <pc:docMk/>
          <pc:sldMk cId="3609807204" sldId="287"/>
        </pc:sldMkLst>
        <pc:spChg chg="mod">
          <ac:chgData name="Vincent Straub" userId="cc81dce8-242d-424d-a3c5-7390e8e80d05" providerId="ADAL" clId="{B67718C7-85B5-4F46-8F0D-62F3F1A556F5}" dt="2022-07-14T13:00:20.486" v="347" actId="20577"/>
          <ac:spMkLst>
            <pc:docMk/>
            <pc:sldMk cId="3609807204" sldId="287"/>
            <ac:spMk id="2" creationId="{00000000-0000-0000-0000-000000000000}"/>
          </ac:spMkLst>
        </pc:spChg>
        <pc:spChg chg="mod">
          <ac:chgData name="Vincent Straub" userId="cc81dce8-242d-424d-a3c5-7390e8e80d05" providerId="ADAL" clId="{B67718C7-85B5-4F46-8F0D-62F3F1A556F5}" dt="2022-07-14T13:00:10.063" v="344" actId="20577"/>
          <ac:spMkLst>
            <pc:docMk/>
            <pc:sldMk cId="3609807204" sldId="287"/>
            <ac:spMk id="3" creationId="{00000000-0000-0000-0000-000000000000}"/>
          </ac:spMkLst>
        </pc:spChg>
        <pc:spChg chg="mod">
          <ac:chgData name="Vincent Straub" userId="cc81dce8-242d-424d-a3c5-7390e8e80d05" providerId="ADAL" clId="{B67718C7-85B5-4F46-8F0D-62F3F1A556F5}" dt="2022-07-14T13:00:03.178" v="332"/>
          <ac:spMkLst>
            <pc:docMk/>
            <pc:sldMk cId="3609807204" sldId="287"/>
            <ac:spMk id="4" creationId="{00000000-0000-0000-0000-000000000000}"/>
          </ac:spMkLst>
        </pc:spChg>
      </pc:sldChg>
      <pc:sldChg chg="addSp delSp modSp new mod ord modNotesTx">
        <pc:chgData name="Vincent Straub" userId="cc81dce8-242d-424d-a3c5-7390e8e80d05" providerId="ADAL" clId="{B67718C7-85B5-4F46-8F0D-62F3F1A556F5}" dt="2022-07-19T12:20:36.768" v="6456" actId="20577"/>
        <pc:sldMkLst>
          <pc:docMk/>
          <pc:sldMk cId="3315820267" sldId="288"/>
        </pc:sldMkLst>
        <pc:spChg chg="mod">
          <ac:chgData name="Vincent Straub" userId="cc81dce8-242d-424d-a3c5-7390e8e80d05" providerId="ADAL" clId="{B67718C7-85B5-4F46-8F0D-62F3F1A556F5}" dt="2022-07-19T12:17:35.508" v="6257" actId="403"/>
          <ac:spMkLst>
            <pc:docMk/>
            <pc:sldMk cId="3315820267" sldId="288"/>
            <ac:spMk id="2" creationId="{BC52B781-3350-AD47-70A5-B3C9C865D13C}"/>
          </ac:spMkLst>
        </pc:spChg>
        <pc:spChg chg="add del mod">
          <ac:chgData name="Vincent Straub" userId="cc81dce8-242d-424d-a3c5-7390e8e80d05" providerId="ADAL" clId="{B67718C7-85B5-4F46-8F0D-62F3F1A556F5}" dt="2022-07-19T11:05:20.694" v="3421"/>
          <ac:spMkLst>
            <pc:docMk/>
            <pc:sldMk cId="3315820267" sldId="288"/>
            <ac:spMk id="4" creationId="{B2F6DAEB-0CE6-A782-1FFA-170D546FE85F}"/>
          </ac:spMkLst>
        </pc:spChg>
        <pc:spChg chg="add del mod">
          <ac:chgData name="Vincent Straub" userId="cc81dce8-242d-424d-a3c5-7390e8e80d05" providerId="ADAL" clId="{B67718C7-85B5-4F46-8F0D-62F3F1A556F5}" dt="2022-07-19T11:05:20.694" v="3421"/>
          <ac:spMkLst>
            <pc:docMk/>
            <pc:sldMk cId="3315820267" sldId="288"/>
            <ac:spMk id="6" creationId="{DD994D0F-0502-5496-97B5-0930D1602A4F}"/>
          </ac:spMkLst>
        </pc:spChg>
        <pc:spChg chg="add mod">
          <ac:chgData name="Vincent Straub" userId="cc81dce8-242d-424d-a3c5-7390e8e80d05" providerId="ADAL" clId="{B67718C7-85B5-4F46-8F0D-62F3F1A556F5}" dt="2022-07-19T11:05:21.547" v="3422"/>
          <ac:spMkLst>
            <pc:docMk/>
            <pc:sldMk cId="3315820267" sldId="288"/>
            <ac:spMk id="7" creationId="{D682D8C7-F2B3-7B93-6EEC-8A928CFF88D4}"/>
          </ac:spMkLst>
        </pc:spChg>
        <pc:spChg chg="add mod">
          <ac:chgData name="Vincent Straub" userId="cc81dce8-242d-424d-a3c5-7390e8e80d05" providerId="ADAL" clId="{B67718C7-85B5-4F46-8F0D-62F3F1A556F5}" dt="2022-07-19T11:05:21.547" v="3422"/>
          <ac:spMkLst>
            <pc:docMk/>
            <pc:sldMk cId="3315820267" sldId="288"/>
            <ac:spMk id="8" creationId="{D6B42B14-E798-3E09-E0EE-58834E0DE045}"/>
          </ac:spMkLst>
        </pc:spChg>
        <pc:spChg chg="add mod">
          <ac:chgData name="Vincent Straub" userId="cc81dce8-242d-424d-a3c5-7390e8e80d05" providerId="ADAL" clId="{B67718C7-85B5-4F46-8F0D-62F3F1A556F5}" dt="2022-07-19T12:15:39.789" v="6204"/>
          <ac:spMkLst>
            <pc:docMk/>
            <pc:sldMk cId="3315820267" sldId="288"/>
            <ac:spMk id="9" creationId="{E0105FA5-5C24-ECD5-EB17-4715CC702B20}"/>
          </ac:spMkLst>
        </pc:spChg>
        <pc:picChg chg="add del mod">
          <ac:chgData name="Vincent Straub" userId="cc81dce8-242d-424d-a3c5-7390e8e80d05" providerId="ADAL" clId="{B67718C7-85B5-4F46-8F0D-62F3F1A556F5}" dt="2022-07-14T13:03:38.685" v="607" actId="478"/>
          <ac:picMkLst>
            <pc:docMk/>
            <pc:sldMk cId="3315820267" sldId="288"/>
            <ac:picMk id="4" creationId="{E85C64C4-383D-4744-D1A1-848704EC2B9F}"/>
          </ac:picMkLst>
        </pc:picChg>
        <pc:picChg chg="add mod">
          <ac:chgData name="Vincent Straub" userId="cc81dce8-242d-424d-a3c5-7390e8e80d05" providerId="ADAL" clId="{B67718C7-85B5-4F46-8F0D-62F3F1A556F5}" dt="2022-07-18T09:42:47.700" v="2960" actId="1076"/>
          <ac:picMkLst>
            <pc:docMk/>
            <pc:sldMk cId="3315820267" sldId="288"/>
            <ac:picMk id="5" creationId="{B9733263-3777-D028-8A44-365E3B40CC0A}"/>
          </ac:picMkLst>
        </pc:picChg>
        <pc:picChg chg="add del mod">
          <ac:chgData name="Vincent Straub" userId="cc81dce8-242d-424d-a3c5-7390e8e80d05" providerId="ADAL" clId="{B67718C7-85B5-4F46-8F0D-62F3F1A556F5}" dt="2022-07-14T13:03:43.015" v="611"/>
          <ac:picMkLst>
            <pc:docMk/>
            <pc:sldMk cId="3315820267" sldId="288"/>
            <ac:picMk id="1026" creationId="{C723D7AA-06B2-2E25-976C-9AB092114FE1}"/>
          </ac:picMkLst>
        </pc:picChg>
        <pc:picChg chg="add del mod">
          <ac:chgData name="Vincent Straub" userId="cc81dce8-242d-424d-a3c5-7390e8e80d05" providerId="ADAL" clId="{B67718C7-85B5-4F46-8F0D-62F3F1A556F5}" dt="2022-07-14T13:04:10.448" v="618" actId="478"/>
          <ac:picMkLst>
            <pc:docMk/>
            <pc:sldMk cId="3315820267" sldId="288"/>
            <ac:picMk id="1028" creationId="{F2B04ADA-00A7-3EE9-26CA-73027CD3CDD3}"/>
          </ac:picMkLst>
        </pc:picChg>
        <pc:picChg chg="add del">
          <ac:chgData name="Vincent Straub" userId="cc81dce8-242d-424d-a3c5-7390e8e80d05" providerId="ADAL" clId="{B67718C7-85B5-4F46-8F0D-62F3F1A556F5}" dt="2022-07-14T13:04:51.234" v="620"/>
          <ac:picMkLst>
            <pc:docMk/>
            <pc:sldMk cId="3315820267" sldId="288"/>
            <ac:picMk id="1030" creationId="{078525C2-B37A-9CA0-5780-98E9C34A97E2}"/>
          </ac:picMkLst>
        </pc:picChg>
        <pc:picChg chg="add del">
          <ac:chgData name="Vincent Straub" userId="cc81dce8-242d-424d-a3c5-7390e8e80d05" providerId="ADAL" clId="{B67718C7-85B5-4F46-8F0D-62F3F1A556F5}" dt="2022-07-14T13:05:12.267" v="622"/>
          <ac:picMkLst>
            <pc:docMk/>
            <pc:sldMk cId="3315820267" sldId="288"/>
            <ac:picMk id="1032" creationId="{9C1B9AAC-367C-75A2-0AE8-82BBECA4C8FC}"/>
          </ac:picMkLst>
        </pc:picChg>
        <pc:picChg chg="add del">
          <ac:chgData name="Vincent Straub" userId="cc81dce8-242d-424d-a3c5-7390e8e80d05" providerId="ADAL" clId="{B67718C7-85B5-4F46-8F0D-62F3F1A556F5}" dt="2022-07-14T13:05:38.081" v="624" actId="21"/>
          <ac:picMkLst>
            <pc:docMk/>
            <pc:sldMk cId="3315820267" sldId="288"/>
            <ac:picMk id="1034" creationId="{05679217-3F8B-BE89-B5F0-38A7350A481D}"/>
          </ac:picMkLst>
        </pc:picChg>
      </pc:sldChg>
      <pc:sldChg chg="addSp delSp modSp add mod ord setBg">
        <pc:chgData name="Vincent Straub" userId="cc81dce8-242d-424d-a3c5-7390e8e80d05" providerId="ADAL" clId="{B67718C7-85B5-4F46-8F0D-62F3F1A556F5}" dt="2022-07-19T12:17:27.699" v="6256" actId="403"/>
        <pc:sldMkLst>
          <pc:docMk/>
          <pc:sldMk cId="892283678" sldId="289"/>
        </pc:sldMkLst>
        <pc:spChg chg="del mod">
          <ac:chgData name="Vincent Straub" userId="cc81dce8-242d-424d-a3c5-7390e8e80d05" providerId="ADAL" clId="{B67718C7-85B5-4F46-8F0D-62F3F1A556F5}" dt="2022-07-19T12:16:49.723" v="6224" actId="478"/>
          <ac:spMkLst>
            <pc:docMk/>
            <pc:sldMk cId="892283678" sldId="289"/>
            <ac:spMk id="2" creationId="{00000000-0000-0000-0000-000000000000}"/>
          </ac:spMkLst>
        </pc:spChg>
        <pc:spChg chg="del mod">
          <ac:chgData name="Vincent Straub" userId="cc81dce8-242d-424d-a3c5-7390e8e80d05" providerId="ADAL" clId="{B67718C7-85B5-4F46-8F0D-62F3F1A556F5}" dt="2022-07-19T12:17:12.422" v="6243" actId="478"/>
          <ac:spMkLst>
            <pc:docMk/>
            <pc:sldMk cId="892283678" sldId="289"/>
            <ac:spMk id="3" creationId="{00000000-0000-0000-0000-000000000000}"/>
          </ac:spMkLst>
        </pc:spChg>
        <pc:spChg chg="del">
          <ac:chgData name="Vincent Straub" userId="cc81dce8-242d-424d-a3c5-7390e8e80d05" providerId="ADAL" clId="{B67718C7-85B5-4F46-8F0D-62F3F1A556F5}" dt="2022-07-19T11:05:29.730" v="3423" actId="478"/>
          <ac:spMkLst>
            <pc:docMk/>
            <pc:sldMk cId="892283678" sldId="289"/>
            <ac:spMk id="4" creationId="{00000000-0000-0000-0000-000000000000}"/>
          </ac:spMkLst>
        </pc:spChg>
        <pc:spChg chg="del">
          <ac:chgData name="Vincent Straub" userId="cc81dce8-242d-424d-a3c5-7390e8e80d05" providerId="ADAL" clId="{B67718C7-85B5-4F46-8F0D-62F3F1A556F5}" dt="2022-07-19T11:05:29.730" v="3423" actId="478"/>
          <ac:spMkLst>
            <pc:docMk/>
            <pc:sldMk cId="892283678" sldId="289"/>
            <ac:spMk id="5" creationId="{00000000-0000-0000-0000-000000000000}"/>
          </ac:spMkLst>
        </pc:spChg>
        <pc:spChg chg="mod ord">
          <ac:chgData name="Vincent Straub" userId="cc81dce8-242d-424d-a3c5-7390e8e80d05" providerId="ADAL" clId="{B67718C7-85B5-4F46-8F0D-62F3F1A556F5}" dt="2022-07-19T11:28:03.382" v="4424" actId="26606"/>
          <ac:spMkLst>
            <pc:docMk/>
            <pc:sldMk cId="892283678" sldId="289"/>
            <ac:spMk id="6" creationId="{00000000-0000-0000-0000-000000000000}"/>
          </ac:spMkLst>
        </pc:spChg>
        <pc:spChg chg="add mod">
          <ac:chgData name="Vincent Straub" userId="cc81dce8-242d-424d-a3c5-7390e8e80d05" providerId="ADAL" clId="{B67718C7-85B5-4F46-8F0D-62F3F1A556F5}" dt="2022-07-19T11:28:03.377" v="4423" actId="26606"/>
          <ac:spMkLst>
            <pc:docMk/>
            <pc:sldMk cId="892283678" sldId="289"/>
            <ac:spMk id="8" creationId="{43D02192-DE30-482B-9417-96116125E36F}"/>
          </ac:spMkLst>
        </pc:spChg>
        <pc:spChg chg="add del mod">
          <ac:chgData name="Vincent Straub" userId="cc81dce8-242d-424d-a3c5-7390e8e80d05" providerId="ADAL" clId="{B67718C7-85B5-4F46-8F0D-62F3F1A556F5}" dt="2022-07-14T13:51:55.345" v="2717" actId="478"/>
          <ac:spMkLst>
            <pc:docMk/>
            <pc:sldMk cId="892283678" sldId="289"/>
            <ac:spMk id="9" creationId="{178CD85F-18ED-BF7B-84E0-4A82296132D7}"/>
          </ac:spMkLst>
        </pc:spChg>
        <pc:spChg chg="add mod">
          <ac:chgData name="Vincent Straub" userId="cc81dce8-242d-424d-a3c5-7390e8e80d05" providerId="ADAL" clId="{B67718C7-85B5-4F46-8F0D-62F3F1A556F5}" dt="2022-07-19T11:28:03.382" v="4424" actId="26606"/>
          <ac:spMkLst>
            <pc:docMk/>
            <pc:sldMk cId="892283678" sldId="289"/>
            <ac:spMk id="9" creationId="{952DE67B-EF03-6EEC-1D72-1C5864BA1531}"/>
          </ac:spMkLst>
        </pc:spChg>
        <pc:spChg chg="add del mod">
          <ac:chgData name="Vincent Straub" userId="cc81dce8-242d-424d-a3c5-7390e8e80d05" providerId="ADAL" clId="{B67718C7-85B5-4F46-8F0D-62F3F1A556F5}" dt="2022-07-19T11:27:17.831" v="4415" actId="478"/>
          <ac:spMkLst>
            <pc:docMk/>
            <pc:sldMk cId="892283678" sldId="289"/>
            <ac:spMk id="11" creationId="{14896913-813D-C270-9AE6-C28F1B2E797D}"/>
          </ac:spMkLst>
        </pc:spChg>
        <pc:spChg chg="add mod">
          <ac:chgData name="Vincent Straub" userId="cc81dce8-242d-424d-a3c5-7390e8e80d05" providerId="ADAL" clId="{B67718C7-85B5-4F46-8F0D-62F3F1A556F5}" dt="2022-07-19T11:29:10.581" v="4468" actId="20577"/>
          <ac:spMkLst>
            <pc:docMk/>
            <pc:sldMk cId="892283678" sldId="289"/>
            <ac:spMk id="13" creationId="{7C0C4F5D-7007-3580-A573-F1C341E0C6F9}"/>
          </ac:spMkLst>
        </pc:spChg>
        <pc:spChg chg="add del mod">
          <ac:chgData name="Vincent Straub" userId="cc81dce8-242d-424d-a3c5-7390e8e80d05" providerId="ADAL" clId="{B67718C7-85B5-4F46-8F0D-62F3F1A556F5}" dt="2022-07-19T12:16:55.237" v="6238" actId="478"/>
          <ac:spMkLst>
            <pc:docMk/>
            <pc:sldMk cId="892283678" sldId="289"/>
            <ac:spMk id="15" creationId="{740157A1-6ADB-B709-E1E5-117DE5309EF2}"/>
          </ac:spMkLst>
        </pc:spChg>
        <pc:spChg chg="add del mod">
          <ac:chgData name="Vincent Straub" userId="cc81dce8-242d-424d-a3c5-7390e8e80d05" providerId="ADAL" clId="{B67718C7-85B5-4F46-8F0D-62F3F1A556F5}" dt="2022-07-19T12:17:22.603" v="6244" actId="478"/>
          <ac:spMkLst>
            <pc:docMk/>
            <pc:sldMk cId="892283678" sldId="289"/>
            <ac:spMk id="16" creationId="{995A0C40-361F-2975-0952-1B7E24FAF93E}"/>
          </ac:spMkLst>
        </pc:spChg>
        <pc:spChg chg="add del">
          <ac:chgData name="Vincent Straub" userId="cc81dce8-242d-424d-a3c5-7390e8e80d05" providerId="ADAL" clId="{B67718C7-85B5-4F46-8F0D-62F3F1A556F5}" dt="2022-07-19T11:28:03.382" v="4424" actId="26606"/>
          <ac:spMkLst>
            <pc:docMk/>
            <pc:sldMk cId="892283678" sldId="289"/>
            <ac:spMk id="17" creationId="{5E39A796-BE83-48B1-B33F-35C4A32AAB57}"/>
          </ac:spMkLst>
        </pc:spChg>
        <pc:spChg chg="add mod">
          <ac:chgData name="Vincent Straub" userId="cc81dce8-242d-424d-a3c5-7390e8e80d05" providerId="ADAL" clId="{B67718C7-85B5-4F46-8F0D-62F3F1A556F5}" dt="2022-07-19T12:17:27.699" v="6256" actId="403"/>
          <ac:spMkLst>
            <pc:docMk/>
            <pc:sldMk cId="892283678" sldId="289"/>
            <ac:spMk id="18" creationId="{8F083CAF-8AB1-D6C9-1187-5432806EE96C}"/>
          </ac:spMkLst>
        </pc:spChg>
        <pc:spChg chg="add del">
          <ac:chgData name="Vincent Straub" userId="cc81dce8-242d-424d-a3c5-7390e8e80d05" providerId="ADAL" clId="{B67718C7-85B5-4F46-8F0D-62F3F1A556F5}" dt="2022-07-19T11:28:03.382" v="4424" actId="26606"/>
          <ac:spMkLst>
            <pc:docMk/>
            <pc:sldMk cId="892283678" sldId="289"/>
            <ac:spMk id="19" creationId="{72F84B47-E267-4194-8194-831DB7B5547F}"/>
          </ac:spMkLst>
        </pc:spChg>
        <pc:spChg chg="add mod">
          <ac:chgData name="Vincent Straub" userId="cc81dce8-242d-424d-a3c5-7390e8e80d05" providerId="ADAL" clId="{B67718C7-85B5-4F46-8F0D-62F3F1A556F5}" dt="2022-07-19T12:17:25.077" v="6255" actId="20577"/>
          <ac:spMkLst>
            <pc:docMk/>
            <pc:sldMk cId="892283678" sldId="289"/>
            <ac:spMk id="20" creationId="{A8A7AF49-58FE-E9D2-F21B-30A4146BDAC4}"/>
          </ac:spMkLst>
        </pc:spChg>
        <pc:spChg chg="add del">
          <ac:chgData name="Vincent Straub" userId="cc81dce8-242d-424d-a3c5-7390e8e80d05" providerId="ADAL" clId="{B67718C7-85B5-4F46-8F0D-62F3F1A556F5}" dt="2022-07-19T11:28:03.377" v="4423" actId="26606"/>
          <ac:spMkLst>
            <pc:docMk/>
            <pc:sldMk cId="892283678" sldId="289"/>
            <ac:spMk id="24" creationId="{0288C6B4-AFC3-407F-A595-EFFD38D4CCAF}"/>
          </ac:spMkLst>
        </pc:spChg>
        <pc:spChg chg="add del">
          <ac:chgData name="Vincent Straub" userId="cc81dce8-242d-424d-a3c5-7390e8e80d05" providerId="ADAL" clId="{B67718C7-85B5-4F46-8F0D-62F3F1A556F5}" dt="2022-07-19T11:28:03.377" v="4423" actId="26606"/>
          <ac:spMkLst>
            <pc:docMk/>
            <pc:sldMk cId="892283678" sldId="289"/>
            <ac:spMk id="26" creationId="{CF236821-17FE-429B-8D2C-08E13A64EA40}"/>
          </ac:spMkLst>
        </pc:spChg>
        <pc:spChg chg="add del">
          <ac:chgData name="Vincent Straub" userId="cc81dce8-242d-424d-a3c5-7390e8e80d05" providerId="ADAL" clId="{B67718C7-85B5-4F46-8F0D-62F3F1A556F5}" dt="2022-07-19T11:28:03.377" v="4423" actId="26606"/>
          <ac:spMkLst>
            <pc:docMk/>
            <pc:sldMk cId="892283678" sldId="289"/>
            <ac:spMk id="28" creationId="{C0BDBCD2-E081-43AB-9119-C55465E59757}"/>
          </ac:spMkLst>
        </pc:spChg>
        <pc:spChg chg="add del">
          <ac:chgData name="Vincent Straub" userId="cc81dce8-242d-424d-a3c5-7390e8e80d05" providerId="ADAL" clId="{B67718C7-85B5-4F46-8F0D-62F3F1A556F5}" dt="2022-07-19T11:28:03.377" v="4423" actId="26606"/>
          <ac:spMkLst>
            <pc:docMk/>
            <pc:sldMk cId="892283678" sldId="289"/>
            <ac:spMk id="30" creationId="{98E79BE4-34FE-485A-98A5-92CE8F7C4743}"/>
          </ac:spMkLst>
        </pc:spChg>
        <pc:spChg chg="add del">
          <ac:chgData name="Vincent Straub" userId="cc81dce8-242d-424d-a3c5-7390e8e80d05" providerId="ADAL" clId="{B67718C7-85B5-4F46-8F0D-62F3F1A556F5}" dt="2022-07-19T11:28:03.377" v="4423" actId="26606"/>
          <ac:spMkLst>
            <pc:docMk/>
            <pc:sldMk cId="892283678" sldId="289"/>
            <ac:spMk id="32" creationId="{7A5F0580-5EE9-419F-96EE-B6529EF6E7D0}"/>
          </ac:spMkLst>
        </pc:spChg>
        <pc:spChg chg="add">
          <ac:chgData name="Vincent Straub" userId="cc81dce8-242d-424d-a3c5-7390e8e80d05" providerId="ADAL" clId="{B67718C7-85B5-4F46-8F0D-62F3F1A556F5}" dt="2022-07-19T11:28:03.382" v="4424" actId="26606"/>
          <ac:spMkLst>
            <pc:docMk/>
            <pc:sldMk cId="892283678" sldId="289"/>
            <ac:spMk id="34" creationId="{46F7435D-E3DB-47B1-BA61-B00ACC83A9DE}"/>
          </ac:spMkLst>
        </pc:spChg>
        <pc:spChg chg="add">
          <ac:chgData name="Vincent Straub" userId="cc81dce8-242d-424d-a3c5-7390e8e80d05" providerId="ADAL" clId="{B67718C7-85B5-4F46-8F0D-62F3F1A556F5}" dt="2022-07-19T11:28:03.382" v="4424" actId="26606"/>
          <ac:spMkLst>
            <pc:docMk/>
            <pc:sldMk cId="892283678" sldId="289"/>
            <ac:spMk id="35" creationId="{F263A0B5-F8C4-4116-809F-78A768EA79A6}"/>
          </ac:spMkLst>
        </pc:spChg>
        <pc:picChg chg="add del mod">
          <ac:chgData name="Vincent Straub" userId="cc81dce8-242d-424d-a3c5-7390e8e80d05" providerId="ADAL" clId="{B67718C7-85B5-4F46-8F0D-62F3F1A556F5}" dt="2022-07-19T11:26:31.795" v="4414" actId="478"/>
          <ac:picMkLst>
            <pc:docMk/>
            <pc:sldMk cId="892283678" sldId="289"/>
            <ac:picMk id="7" creationId="{DCE1C9B0-BCDD-E03E-ED30-D880B5E32F8F}"/>
          </ac:picMkLst>
        </pc:picChg>
        <pc:picChg chg="del">
          <ac:chgData name="Vincent Straub" userId="cc81dce8-242d-424d-a3c5-7390e8e80d05" providerId="ADAL" clId="{B67718C7-85B5-4F46-8F0D-62F3F1A556F5}" dt="2022-07-14T13:51:53.498" v="2716" actId="478"/>
          <ac:picMkLst>
            <pc:docMk/>
            <pc:sldMk cId="892283678" sldId="289"/>
            <ac:picMk id="8" creationId="{00000000-0000-0000-0000-000000000000}"/>
          </ac:picMkLst>
        </pc:picChg>
        <pc:picChg chg="add mod ord">
          <ac:chgData name="Vincent Straub" userId="cc81dce8-242d-424d-a3c5-7390e8e80d05" providerId="ADAL" clId="{B67718C7-85B5-4F46-8F0D-62F3F1A556F5}" dt="2022-07-19T11:28:03.382" v="4424" actId="26606"/>
          <ac:picMkLst>
            <pc:docMk/>
            <pc:sldMk cId="892283678" sldId="289"/>
            <ac:picMk id="12" creationId="{D5B07A04-B653-0516-0338-C86448583462}"/>
          </ac:picMkLst>
        </pc:picChg>
        <pc:picChg chg="add del mod">
          <ac:chgData name="Vincent Straub" userId="cc81dce8-242d-424d-a3c5-7390e8e80d05" providerId="ADAL" clId="{B67718C7-85B5-4F46-8F0D-62F3F1A556F5}" dt="2022-07-19T11:27:25.750" v="4419" actId="478"/>
          <ac:picMkLst>
            <pc:docMk/>
            <pc:sldMk cId="892283678" sldId="289"/>
            <ac:picMk id="7170" creationId="{221DB2DE-692A-01DB-EC57-40C5E4DB5E33}"/>
          </ac:picMkLst>
        </pc:picChg>
      </pc:sldChg>
      <pc:sldChg chg="addSp delSp modSp add mod setBg modNotesTx">
        <pc:chgData name="Vincent Straub" userId="cc81dce8-242d-424d-a3c5-7390e8e80d05" providerId="ADAL" clId="{B67718C7-85B5-4F46-8F0D-62F3F1A556F5}" dt="2022-07-19T12:23:35.260" v="6593" actId="2085"/>
        <pc:sldMkLst>
          <pc:docMk/>
          <pc:sldMk cId="969908894" sldId="290"/>
        </pc:sldMkLst>
        <pc:spChg chg="del mod">
          <ac:chgData name="Vincent Straub" userId="cc81dce8-242d-424d-a3c5-7390e8e80d05" providerId="ADAL" clId="{B67718C7-85B5-4F46-8F0D-62F3F1A556F5}" dt="2022-07-19T12:17:57.957" v="6258" actId="478"/>
          <ac:spMkLst>
            <pc:docMk/>
            <pc:sldMk cId="969908894" sldId="290"/>
            <ac:spMk id="2" creationId="{00000000-0000-0000-0000-000000000000}"/>
          </ac:spMkLst>
        </pc:spChg>
        <pc:spChg chg="del mod">
          <ac:chgData name="Vincent Straub" userId="cc81dce8-242d-424d-a3c5-7390e8e80d05" providerId="ADAL" clId="{B67718C7-85B5-4F46-8F0D-62F3F1A556F5}" dt="2022-07-19T11:24:29.227" v="4375" actId="478"/>
          <ac:spMkLst>
            <pc:docMk/>
            <pc:sldMk cId="969908894" sldId="290"/>
            <ac:spMk id="3" creationId="{00000000-0000-0000-0000-000000000000}"/>
          </ac:spMkLst>
        </pc:spChg>
        <pc:spChg chg="del mod">
          <ac:chgData name="Vincent Straub" userId="cc81dce8-242d-424d-a3c5-7390e8e80d05" providerId="ADAL" clId="{B67718C7-85B5-4F46-8F0D-62F3F1A556F5}" dt="2022-07-19T11:05:35.348" v="3425" actId="478"/>
          <ac:spMkLst>
            <pc:docMk/>
            <pc:sldMk cId="969908894" sldId="290"/>
            <ac:spMk id="4" creationId="{00000000-0000-0000-0000-000000000000}"/>
          </ac:spMkLst>
        </pc:spChg>
        <pc:spChg chg="del mod">
          <ac:chgData name="Vincent Straub" userId="cc81dce8-242d-424d-a3c5-7390e8e80d05" providerId="ADAL" clId="{B67718C7-85B5-4F46-8F0D-62F3F1A556F5}" dt="2022-07-19T11:05:35.348" v="3425" actId="478"/>
          <ac:spMkLst>
            <pc:docMk/>
            <pc:sldMk cId="969908894" sldId="290"/>
            <ac:spMk id="5" creationId="{00000000-0000-0000-0000-000000000000}"/>
          </ac:spMkLst>
        </pc:spChg>
        <pc:spChg chg="mod">
          <ac:chgData name="Vincent Straub" userId="cc81dce8-242d-424d-a3c5-7390e8e80d05" providerId="ADAL" clId="{B67718C7-85B5-4F46-8F0D-62F3F1A556F5}" dt="2022-07-19T11:04:53.731" v="3414" actId="26606"/>
          <ac:spMkLst>
            <pc:docMk/>
            <pc:sldMk cId="969908894" sldId="290"/>
            <ac:spMk id="6" creationId="{00000000-0000-0000-0000-000000000000}"/>
          </ac:spMkLst>
        </pc:spChg>
        <pc:spChg chg="add mod">
          <ac:chgData name="Vincent Straub" userId="cc81dce8-242d-424d-a3c5-7390e8e80d05" providerId="ADAL" clId="{B67718C7-85B5-4F46-8F0D-62F3F1A556F5}" dt="2022-07-19T11:05:35.586" v="3426"/>
          <ac:spMkLst>
            <pc:docMk/>
            <pc:sldMk cId="969908894" sldId="290"/>
            <ac:spMk id="7" creationId="{EF8C4F11-CE77-FC6C-D3D1-3D083949DCE9}"/>
          </ac:spMkLst>
        </pc:spChg>
        <pc:spChg chg="add mod">
          <ac:chgData name="Vincent Straub" userId="cc81dce8-242d-424d-a3c5-7390e8e80d05" providerId="ADAL" clId="{B67718C7-85B5-4F46-8F0D-62F3F1A556F5}" dt="2022-07-19T11:05:35.586" v="3426"/>
          <ac:spMkLst>
            <pc:docMk/>
            <pc:sldMk cId="969908894" sldId="290"/>
            <ac:spMk id="8" creationId="{479609F5-C9B4-8854-BC09-CBC42D78A979}"/>
          </ac:spMkLst>
        </pc:spChg>
        <pc:spChg chg="add del mod">
          <ac:chgData name="Vincent Straub" userId="cc81dce8-242d-424d-a3c5-7390e8e80d05" providerId="ADAL" clId="{B67718C7-85B5-4F46-8F0D-62F3F1A556F5}" dt="2022-07-14T13:47:39.041" v="2637" actId="478"/>
          <ac:spMkLst>
            <pc:docMk/>
            <pc:sldMk cId="969908894" sldId="290"/>
            <ac:spMk id="9" creationId="{B36D8E36-3E63-F7CB-FBF7-C67072B22876}"/>
          </ac:spMkLst>
        </pc:spChg>
        <pc:spChg chg="add del mod">
          <ac:chgData name="Vincent Straub" userId="cc81dce8-242d-424d-a3c5-7390e8e80d05" providerId="ADAL" clId="{B67718C7-85B5-4F46-8F0D-62F3F1A556F5}" dt="2022-07-19T12:21:51.293" v="6532" actId="478"/>
          <ac:spMkLst>
            <pc:docMk/>
            <pc:sldMk cId="969908894" sldId="290"/>
            <ac:spMk id="9" creationId="{BB365972-B34A-F1EE-D759-98C73A86F3CD}"/>
          </ac:spMkLst>
        </pc:spChg>
        <pc:spChg chg="add mod">
          <ac:chgData name="Vincent Straub" userId="cc81dce8-242d-424d-a3c5-7390e8e80d05" providerId="ADAL" clId="{B67718C7-85B5-4F46-8F0D-62F3F1A556F5}" dt="2022-07-19T12:23:29.355" v="6592" actId="1076"/>
          <ac:spMkLst>
            <pc:docMk/>
            <pc:sldMk cId="969908894" sldId="290"/>
            <ac:spMk id="10" creationId="{0453A56D-5C12-3524-B322-F962D308E9BE}"/>
          </ac:spMkLst>
        </pc:spChg>
        <pc:spChg chg="add del mod">
          <ac:chgData name="Vincent Straub" userId="cc81dce8-242d-424d-a3c5-7390e8e80d05" providerId="ADAL" clId="{B67718C7-85B5-4F46-8F0D-62F3F1A556F5}" dt="2022-07-19T12:18:01.646" v="6262" actId="478"/>
          <ac:spMkLst>
            <pc:docMk/>
            <pc:sldMk cId="969908894" sldId="290"/>
            <ac:spMk id="12" creationId="{E8EADC97-6C19-A496-DB65-AFDDD4FA9020}"/>
          </ac:spMkLst>
        </pc:spChg>
        <pc:spChg chg="add del mod">
          <ac:chgData name="Vincent Straub" userId="cc81dce8-242d-424d-a3c5-7390e8e80d05" providerId="ADAL" clId="{B67718C7-85B5-4F46-8F0D-62F3F1A556F5}" dt="2022-07-19T12:21:31.512" v="6504" actId="478"/>
          <ac:spMkLst>
            <pc:docMk/>
            <pc:sldMk cId="969908894" sldId="290"/>
            <ac:spMk id="13" creationId="{25811E19-D867-884C-1ECB-DCC34434F85F}"/>
          </ac:spMkLst>
        </pc:spChg>
        <pc:spChg chg="add mod">
          <ac:chgData name="Vincent Straub" userId="cc81dce8-242d-424d-a3c5-7390e8e80d05" providerId="ADAL" clId="{B67718C7-85B5-4F46-8F0D-62F3F1A556F5}" dt="2022-07-19T12:21:35.513" v="6528" actId="20577"/>
          <ac:spMkLst>
            <pc:docMk/>
            <pc:sldMk cId="969908894" sldId="290"/>
            <ac:spMk id="14" creationId="{E94B93BF-26EE-EC5B-2DF1-CC8BF7D76B63}"/>
          </ac:spMkLst>
        </pc:spChg>
        <pc:spChg chg="add mod">
          <ac:chgData name="Vincent Straub" userId="cc81dce8-242d-424d-a3c5-7390e8e80d05" providerId="ADAL" clId="{B67718C7-85B5-4F46-8F0D-62F3F1A556F5}" dt="2022-07-19T12:22:29.523" v="6580" actId="20577"/>
          <ac:spMkLst>
            <pc:docMk/>
            <pc:sldMk cId="969908894" sldId="290"/>
            <ac:spMk id="15" creationId="{DA8C893B-5BBC-9EE6-E64A-E4EBC79C1980}"/>
          </ac:spMkLst>
        </pc:spChg>
        <pc:spChg chg="add">
          <ac:chgData name="Vincent Straub" userId="cc81dce8-242d-424d-a3c5-7390e8e80d05" providerId="ADAL" clId="{B67718C7-85B5-4F46-8F0D-62F3F1A556F5}" dt="2022-07-19T11:04:53.731" v="3414" actId="26606"/>
          <ac:spMkLst>
            <pc:docMk/>
            <pc:sldMk cId="969908894" sldId="290"/>
            <ac:spMk id="5131" creationId="{8761DDFE-071F-4200-B0AA-394476C2D2D6}"/>
          </ac:spMkLst>
        </pc:spChg>
        <pc:picChg chg="del">
          <ac:chgData name="Vincent Straub" userId="cc81dce8-242d-424d-a3c5-7390e8e80d05" providerId="ADAL" clId="{B67718C7-85B5-4F46-8F0D-62F3F1A556F5}" dt="2022-07-14T13:47:33.280" v="2634" actId="478"/>
          <ac:picMkLst>
            <pc:docMk/>
            <pc:sldMk cId="969908894" sldId="290"/>
            <ac:picMk id="8" creationId="{00000000-0000-0000-0000-000000000000}"/>
          </ac:picMkLst>
        </pc:picChg>
        <pc:picChg chg="add del mod">
          <ac:chgData name="Vincent Straub" userId="cc81dce8-242d-424d-a3c5-7390e8e80d05" providerId="ADAL" clId="{B67718C7-85B5-4F46-8F0D-62F3F1A556F5}" dt="2022-07-14T13:48:16.013" v="2654" actId="478"/>
          <ac:picMkLst>
            <pc:docMk/>
            <pc:sldMk cId="969908894" sldId="290"/>
            <ac:picMk id="5122" creationId="{D7E788B5-351B-3983-EB18-5B5A22739577}"/>
          </ac:picMkLst>
        </pc:picChg>
        <pc:picChg chg="add del mod ord">
          <ac:chgData name="Vincent Straub" userId="cc81dce8-242d-424d-a3c5-7390e8e80d05" providerId="ADAL" clId="{B67718C7-85B5-4F46-8F0D-62F3F1A556F5}" dt="2022-07-19T12:22:34.579" v="6581" actId="478"/>
          <ac:picMkLst>
            <pc:docMk/>
            <pc:sldMk cId="969908894" sldId="290"/>
            <ac:picMk id="5124" creationId="{339EB617-9975-52AD-B62C-CF17DC52A568}"/>
          </ac:picMkLst>
        </pc:picChg>
        <pc:picChg chg="add del mod ord">
          <ac:chgData name="Vincent Straub" userId="cc81dce8-242d-424d-a3c5-7390e8e80d05" providerId="ADAL" clId="{B67718C7-85B5-4F46-8F0D-62F3F1A556F5}" dt="2022-07-19T11:05:05.164" v="3418" actId="478"/>
          <ac:picMkLst>
            <pc:docMk/>
            <pc:sldMk cId="969908894" sldId="290"/>
            <ac:picMk id="5126" creationId="{DD59C665-30A1-4FB9-C0A2-3551B53F3395}"/>
          </ac:picMkLst>
        </pc:picChg>
        <pc:picChg chg="add mod">
          <ac:chgData name="Vincent Straub" userId="cc81dce8-242d-424d-a3c5-7390e8e80d05" providerId="ADAL" clId="{B67718C7-85B5-4F46-8F0D-62F3F1A556F5}" dt="2022-07-19T12:23:35.260" v="6593" actId="2085"/>
          <ac:picMkLst>
            <pc:docMk/>
            <pc:sldMk cId="969908894" sldId="290"/>
            <ac:picMk id="14338" creationId="{44E27CE2-CF39-252D-E225-2E67EDFF9444}"/>
          </ac:picMkLst>
        </pc:picChg>
      </pc:sldChg>
      <pc:sldChg chg="modSp new del mod ord">
        <pc:chgData name="Vincent Straub" userId="cc81dce8-242d-424d-a3c5-7390e8e80d05" providerId="ADAL" clId="{B67718C7-85B5-4F46-8F0D-62F3F1A556F5}" dt="2022-07-14T13:41:13.103" v="2304" actId="2696"/>
        <pc:sldMkLst>
          <pc:docMk/>
          <pc:sldMk cId="1103131203" sldId="291"/>
        </pc:sldMkLst>
        <pc:spChg chg="mod">
          <ac:chgData name="Vincent Straub" userId="cc81dce8-242d-424d-a3c5-7390e8e80d05" providerId="ADAL" clId="{B67718C7-85B5-4F46-8F0D-62F3F1A556F5}" dt="2022-07-14T13:09:05.594" v="984" actId="20577"/>
          <ac:spMkLst>
            <pc:docMk/>
            <pc:sldMk cId="1103131203" sldId="291"/>
            <ac:spMk id="3" creationId="{0F86AF7E-75CF-D87B-3E52-60C8F3BCFA95}"/>
          </ac:spMkLst>
        </pc:spChg>
      </pc:sldChg>
      <pc:sldChg chg="addSp delSp modSp new del mod">
        <pc:chgData name="Vincent Straub" userId="cc81dce8-242d-424d-a3c5-7390e8e80d05" providerId="ADAL" clId="{B67718C7-85B5-4F46-8F0D-62F3F1A556F5}" dt="2022-07-19T10:49:44.546" v="3087" actId="2696"/>
        <pc:sldMkLst>
          <pc:docMk/>
          <pc:sldMk cId="82625781" sldId="292"/>
        </pc:sldMkLst>
        <pc:spChg chg="del">
          <ac:chgData name="Vincent Straub" userId="cc81dce8-242d-424d-a3c5-7390e8e80d05" providerId="ADAL" clId="{B67718C7-85B5-4F46-8F0D-62F3F1A556F5}" dt="2022-07-14T13:15:47.489" v="1329" actId="478"/>
          <ac:spMkLst>
            <pc:docMk/>
            <pc:sldMk cId="82625781" sldId="292"/>
            <ac:spMk id="2" creationId="{999F68EB-C3F0-A2BE-CFED-3DBF2DC9EB62}"/>
          </ac:spMkLst>
        </pc:spChg>
        <pc:spChg chg="del mod">
          <ac:chgData name="Vincent Straub" userId="cc81dce8-242d-424d-a3c5-7390e8e80d05" providerId="ADAL" clId="{B67718C7-85B5-4F46-8F0D-62F3F1A556F5}" dt="2022-07-14T13:15:44.132" v="1327" actId="478"/>
          <ac:spMkLst>
            <pc:docMk/>
            <pc:sldMk cId="82625781" sldId="292"/>
            <ac:spMk id="3" creationId="{F146C6E5-0657-CD3F-F355-498C73C5B6E1}"/>
          </ac:spMkLst>
        </pc:spChg>
        <pc:spChg chg="add del mod">
          <ac:chgData name="Vincent Straub" userId="cc81dce8-242d-424d-a3c5-7390e8e80d05" providerId="ADAL" clId="{B67718C7-85B5-4F46-8F0D-62F3F1A556F5}" dt="2022-07-14T13:15:46.091" v="1328" actId="478"/>
          <ac:spMkLst>
            <pc:docMk/>
            <pc:sldMk cId="82625781" sldId="292"/>
            <ac:spMk id="5" creationId="{2AF6E536-66FB-9186-0767-5375731DAD42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7" creationId="{161A242A-733F-DE77-D1CC-17A263C932B4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8" creationId="{F3653640-C5FD-C38F-DE7C-8F563A9BF0A0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9" creationId="{8D17E8A6-EC36-F130-6A97-1279D23F374C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10" creationId="{11063051-F3CA-6555-24CF-D7190F690906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11" creationId="{C69B50E4-87F0-607F-FD38-0FFD75E5D5B4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12" creationId="{4BBD5D83-507A-47C2-193B-2E10188752F8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13" creationId="{F4548757-518C-D5B0-BD1E-CCB8112098FF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14" creationId="{A2B2A867-51CB-A2F8-A83B-8BAFA8623535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15" creationId="{879279A0-DC12-0632-E691-ED2A37CC4CA3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16" creationId="{03A7E1AA-1B07-79D7-26C5-D3E0E915ADDF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17" creationId="{0E4F61A9-CEA7-1097-F922-51B292257EDC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18" creationId="{4CD8858C-CF1C-F10B-116B-204B00FE6682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19" creationId="{B3CCD584-33D7-DC94-AFF2-4C6787A46921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20" creationId="{2E7415E0-B93C-E82C-5152-F4088D2C2CE3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21" creationId="{6DDDEBCA-BCA6-4495-85E5-C662467EC2AC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22" creationId="{223EFE31-BADE-F4DD-3757-30D70230D2D9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23" creationId="{8F886C4C-3DF5-DDF1-A1D8-204F2853CDD7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24" creationId="{57C15CD0-1FB3-DF19-D4C9-7B5E8089F24F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25" creationId="{1888AAFB-622E-2BA3-6DB4-B944904C6BEF}"/>
          </ac:spMkLst>
        </pc:spChg>
        <pc:spChg chg="add del mod">
          <ac:chgData name="Vincent Straub" userId="cc81dce8-242d-424d-a3c5-7390e8e80d05" providerId="ADAL" clId="{B67718C7-85B5-4F46-8F0D-62F3F1A556F5}" dt="2022-07-19T10:31:42.823" v="3074" actId="478"/>
          <ac:spMkLst>
            <pc:docMk/>
            <pc:sldMk cId="82625781" sldId="292"/>
            <ac:spMk id="26" creationId="{5172089A-1784-F4BC-FB54-304F187E4C22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27" creationId="{444D322A-F904-CFD1-162C-4864632C03B8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28" creationId="{69369895-295A-E300-293C-24E5C0E729F0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29" creationId="{EFC074DB-F52C-0CA9-E28E-18DB94DA3CAF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30" creationId="{4F261F7A-96BB-F18F-9558-B55371D253D1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31" creationId="{ABE294BA-48CF-A5A3-8443-17CB98A5DCA3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32" creationId="{FA7C035D-2CB5-2223-1932-7C2F45B42EF3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33" creationId="{CA5D6BF9-9700-9D42-EFA8-79F5F2D748E0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34" creationId="{34608A4F-DD2D-5052-40F6-4C6DB7725B8E}"/>
          </ac:spMkLst>
        </pc:spChg>
        <pc:spChg chg="add del mod">
          <ac:chgData name="Vincent Straub" userId="cc81dce8-242d-424d-a3c5-7390e8e80d05" providerId="ADAL" clId="{B67718C7-85B5-4F46-8F0D-62F3F1A556F5}" dt="2022-07-19T10:31:39.016" v="3072" actId="478"/>
          <ac:spMkLst>
            <pc:docMk/>
            <pc:sldMk cId="82625781" sldId="292"/>
            <ac:spMk id="35" creationId="{ABDD596F-1A34-BD20-90EC-92BB227701FD}"/>
          </ac:spMkLst>
        </pc:spChg>
        <pc:spChg chg="add del mod">
          <ac:chgData name="Vincent Straub" userId="cc81dce8-242d-424d-a3c5-7390e8e80d05" providerId="ADAL" clId="{B67718C7-85B5-4F46-8F0D-62F3F1A556F5}" dt="2022-07-19T10:31:41.326" v="3073" actId="478"/>
          <ac:spMkLst>
            <pc:docMk/>
            <pc:sldMk cId="82625781" sldId="292"/>
            <ac:spMk id="36" creationId="{3C08F883-85C5-7DCC-AEB8-12660B00CF49}"/>
          </ac:spMkLst>
        </pc:spChg>
        <pc:picChg chg="add del mod">
          <ac:chgData name="Vincent Straub" userId="cc81dce8-242d-424d-a3c5-7390e8e80d05" providerId="ADAL" clId="{B67718C7-85B5-4F46-8F0D-62F3F1A556F5}" dt="2022-07-19T10:31:39.016" v="3072" actId="478"/>
          <ac:picMkLst>
            <pc:docMk/>
            <pc:sldMk cId="82625781" sldId="292"/>
            <ac:picMk id="6" creationId="{FD3D283C-88D5-D098-83BE-56DB3710A7D6}"/>
          </ac:picMkLst>
        </pc:picChg>
      </pc:sldChg>
      <pc:sldChg chg="addSp delSp modSp new mod modNotesTx">
        <pc:chgData name="Vincent Straub" userId="cc81dce8-242d-424d-a3c5-7390e8e80d05" providerId="ADAL" clId="{B67718C7-85B5-4F46-8F0D-62F3F1A556F5}" dt="2022-07-19T12:15:51.093" v="6210"/>
        <pc:sldMkLst>
          <pc:docMk/>
          <pc:sldMk cId="3071157609" sldId="293"/>
        </pc:sldMkLst>
        <pc:spChg chg="add mod">
          <ac:chgData name="Vincent Straub" userId="cc81dce8-242d-424d-a3c5-7390e8e80d05" providerId="ADAL" clId="{B67718C7-85B5-4F46-8F0D-62F3F1A556F5}" dt="2022-07-19T11:05:42.347" v="3430"/>
          <ac:spMkLst>
            <pc:docMk/>
            <pc:sldMk cId="3071157609" sldId="293"/>
            <ac:spMk id="2" creationId="{64BE6F0C-80B9-84E0-7AEC-4E4C07DB34D7}"/>
          </ac:spMkLst>
        </pc:spChg>
        <pc:spChg chg="del mod">
          <ac:chgData name="Vincent Straub" userId="cc81dce8-242d-424d-a3c5-7390e8e80d05" providerId="ADAL" clId="{B67718C7-85B5-4F46-8F0D-62F3F1A556F5}" dt="2022-07-14T13:48:06.867" v="2646" actId="478"/>
          <ac:spMkLst>
            <pc:docMk/>
            <pc:sldMk cId="3071157609" sldId="293"/>
            <ac:spMk id="2" creationId="{9E67B900-663D-41C6-CA0E-CFB0909AF9FF}"/>
          </ac:spMkLst>
        </pc:spChg>
        <pc:spChg chg="add mod">
          <ac:chgData name="Vincent Straub" userId="cc81dce8-242d-424d-a3c5-7390e8e80d05" providerId="ADAL" clId="{B67718C7-85B5-4F46-8F0D-62F3F1A556F5}" dt="2022-07-19T11:05:42.347" v="3430"/>
          <ac:spMkLst>
            <pc:docMk/>
            <pc:sldMk cId="3071157609" sldId="293"/>
            <ac:spMk id="3" creationId="{1F8BBF4E-9967-3DCD-4575-A67186F39F4E}"/>
          </ac:spMkLst>
        </pc:spChg>
        <pc:spChg chg="del mod">
          <ac:chgData name="Vincent Straub" userId="cc81dce8-242d-424d-a3c5-7390e8e80d05" providerId="ADAL" clId="{B67718C7-85B5-4F46-8F0D-62F3F1A556F5}" dt="2022-07-14T13:48:09.795" v="2649" actId="478"/>
          <ac:spMkLst>
            <pc:docMk/>
            <pc:sldMk cId="3071157609" sldId="293"/>
            <ac:spMk id="3" creationId="{9861C7FC-602E-1152-7D40-0641A77C2B43}"/>
          </ac:spMkLst>
        </pc:spChg>
        <pc:spChg chg="add mod">
          <ac:chgData name="Vincent Straub" userId="cc81dce8-242d-424d-a3c5-7390e8e80d05" providerId="ADAL" clId="{B67718C7-85B5-4F46-8F0D-62F3F1A556F5}" dt="2022-07-19T11:46:08.448" v="5482" actId="14100"/>
          <ac:spMkLst>
            <pc:docMk/>
            <pc:sldMk cId="3071157609" sldId="293"/>
            <ac:spMk id="4" creationId="{2843716F-2F6F-9B6E-0CBE-3D8258D7E5A3}"/>
          </ac:spMkLst>
        </pc:spChg>
        <pc:spChg chg="del">
          <ac:chgData name="Vincent Straub" userId="cc81dce8-242d-424d-a3c5-7390e8e80d05" providerId="ADAL" clId="{B67718C7-85B5-4F46-8F0D-62F3F1A556F5}" dt="2022-07-14T13:48:08.158" v="2647" actId="478"/>
          <ac:spMkLst>
            <pc:docMk/>
            <pc:sldMk cId="3071157609" sldId="293"/>
            <ac:spMk id="4" creationId="{4B012CDC-806B-DA2C-2DFB-BFE769DE8181}"/>
          </ac:spMkLst>
        </pc:spChg>
        <pc:spChg chg="add mod">
          <ac:chgData name="Vincent Straub" userId="cc81dce8-242d-424d-a3c5-7390e8e80d05" providerId="ADAL" clId="{B67718C7-85B5-4F46-8F0D-62F3F1A556F5}" dt="2022-07-19T12:15:51.093" v="6210"/>
          <ac:spMkLst>
            <pc:docMk/>
            <pc:sldMk cId="3071157609" sldId="293"/>
            <ac:spMk id="6" creationId="{06A37DD0-33B7-735B-8609-187D3A1C3A3E}"/>
          </ac:spMkLst>
        </pc:spChg>
        <pc:picChg chg="add del mod">
          <ac:chgData name="Vincent Straub" userId="cc81dce8-242d-424d-a3c5-7390e8e80d05" providerId="ADAL" clId="{B67718C7-85B5-4F46-8F0D-62F3F1A556F5}" dt="2022-07-19T11:44:31.053" v="5471" actId="478"/>
          <ac:picMkLst>
            <pc:docMk/>
            <pc:sldMk cId="3071157609" sldId="293"/>
            <ac:picMk id="5" creationId="{BB37D687-A4CA-C773-2146-22185FB6FEE2}"/>
          </ac:picMkLst>
        </pc:picChg>
        <pc:picChg chg="add mod">
          <ac:chgData name="Vincent Straub" userId="cc81dce8-242d-424d-a3c5-7390e8e80d05" providerId="ADAL" clId="{B67718C7-85B5-4F46-8F0D-62F3F1A556F5}" dt="2022-07-19T11:45:49.528" v="5477" actId="1076"/>
          <ac:picMkLst>
            <pc:docMk/>
            <pc:sldMk cId="3071157609" sldId="293"/>
            <ac:picMk id="8194" creationId="{29EE9DF0-89F5-DADC-70B4-4BC66905F2D5}"/>
          </ac:picMkLst>
        </pc:picChg>
      </pc:sldChg>
      <pc:sldChg chg="modSp add del mod">
        <pc:chgData name="Vincent Straub" userId="cc81dce8-242d-424d-a3c5-7390e8e80d05" providerId="ADAL" clId="{B67718C7-85B5-4F46-8F0D-62F3F1A556F5}" dt="2022-07-14T13:13:38.398" v="1319" actId="2696"/>
        <pc:sldMkLst>
          <pc:docMk/>
          <pc:sldMk cId="1568191387" sldId="294"/>
        </pc:sldMkLst>
        <pc:spChg chg="mod">
          <ac:chgData name="Vincent Straub" userId="cc81dce8-242d-424d-a3c5-7390e8e80d05" providerId="ADAL" clId="{B67718C7-85B5-4F46-8F0D-62F3F1A556F5}" dt="2022-07-14T13:10:00.465" v="1038" actId="20577"/>
          <ac:spMkLst>
            <pc:docMk/>
            <pc:sldMk cId="1568191387" sldId="294"/>
            <ac:spMk id="2" creationId="{00000000-0000-0000-0000-000000000000}"/>
          </ac:spMkLst>
        </pc:spChg>
      </pc:sldChg>
      <pc:sldChg chg="modSp add del mod">
        <pc:chgData name="Vincent Straub" userId="cc81dce8-242d-424d-a3c5-7390e8e80d05" providerId="ADAL" clId="{B67718C7-85B5-4F46-8F0D-62F3F1A556F5}" dt="2022-07-14T13:14:12.935" v="1326" actId="2696"/>
        <pc:sldMkLst>
          <pc:docMk/>
          <pc:sldMk cId="903304399" sldId="295"/>
        </pc:sldMkLst>
        <pc:spChg chg="mod">
          <ac:chgData name="Vincent Straub" userId="cc81dce8-242d-424d-a3c5-7390e8e80d05" providerId="ADAL" clId="{B67718C7-85B5-4F46-8F0D-62F3F1A556F5}" dt="2022-07-14T13:10:27.397" v="1070" actId="20577"/>
          <ac:spMkLst>
            <pc:docMk/>
            <pc:sldMk cId="903304399" sldId="295"/>
            <ac:spMk id="2" creationId="{9E67B900-663D-41C6-CA0E-CFB0909AF9FF}"/>
          </ac:spMkLst>
        </pc:spChg>
        <pc:spChg chg="mod">
          <ac:chgData name="Vincent Straub" userId="cc81dce8-242d-424d-a3c5-7390e8e80d05" providerId="ADAL" clId="{B67718C7-85B5-4F46-8F0D-62F3F1A556F5}" dt="2022-07-14T13:10:37.260" v="1099" actId="20577"/>
          <ac:spMkLst>
            <pc:docMk/>
            <pc:sldMk cId="903304399" sldId="295"/>
            <ac:spMk id="3" creationId="{9861C7FC-602E-1152-7D40-0641A77C2B43}"/>
          </ac:spMkLst>
        </pc:spChg>
      </pc:sldChg>
      <pc:sldChg chg="modSp add del mod">
        <pc:chgData name="Vincent Straub" userId="cc81dce8-242d-424d-a3c5-7390e8e80d05" providerId="ADAL" clId="{B67718C7-85B5-4F46-8F0D-62F3F1A556F5}" dt="2022-07-14T13:10:16.375" v="1050" actId="2696"/>
        <pc:sldMkLst>
          <pc:docMk/>
          <pc:sldMk cId="2500590301" sldId="295"/>
        </pc:sldMkLst>
        <pc:spChg chg="mod">
          <ac:chgData name="Vincent Straub" userId="cc81dce8-242d-424d-a3c5-7390e8e80d05" providerId="ADAL" clId="{B67718C7-85B5-4F46-8F0D-62F3F1A556F5}" dt="2022-07-14T13:10:13.196" v="1049" actId="20577"/>
          <ac:spMkLst>
            <pc:docMk/>
            <pc:sldMk cId="2500590301" sldId="295"/>
            <ac:spMk id="2" creationId="{00000000-0000-0000-0000-000000000000}"/>
          </ac:spMkLst>
        </pc:spChg>
      </pc:sldChg>
      <pc:sldChg chg="new del">
        <pc:chgData name="Vincent Straub" userId="cc81dce8-242d-424d-a3c5-7390e8e80d05" providerId="ADAL" clId="{B67718C7-85B5-4F46-8F0D-62F3F1A556F5}" dt="2022-07-14T13:11:08.051" v="1135" actId="2696"/>
        <pc:sldMkLst>
          <pc:docMk/>
          <pc:sldMk cId="4202967201" sldId="296"/>
        </pc:sldMkLst>
      </pc:sldChg>
      <pc:sldChg chg="addSp delSp modSp add del mod">
        <pc:chgData name="Vincent Straub" userId="cc81dce8-242d-424d-a3c5-7390e8e80d05" providerId="ADAL" clId="{B67718C7-85B5-4F46-8F0D-62F3F1A556F5}" dt="2022-07-19T11:48:15.077" v="5618" actId="2696"/>
        <pc:sldMkLst>
          <pc:docMk/>
          <pc:sldMk cId="1499073353" sldId="297"/>
        </pc:sldMkLst>
        <pc:spChg chg="add mod">
          <ac:chgData name="Vincent Straub" userId="cc81dce8-242d-424d-a3c5-7390e8e80d05" providerId="ADAL" clId="{B67718C7-85B5-4F46-8F0D-62F3F1A556F5}" dt="2022-07-19T11:06:08.995" v="3445"/>
          <ac:spMkLst>
            <pc:docMk/>
            <pc:sldMk cId="1499073353" sldId="297"/>
            <ac:spMk id="2" creationId="{3541578E-46E9-E981-DC91-EFE4CF4AD008}"/>
          </ac:spMkLst>
        </pc:spChg>
        <pc:spChg chg="del">
          <ac:chgData name="Vincent Straub" userId="cc81dce8-242d-424d-a3c5-7390e8e80d05" providerId="ADAL" clId="{B67718C7-85B5-4F46-8F0D-62F3F1A556F5}" dt="2022-07-14T13:44:49.568" v="2324" actId="478"/>
          <ac:spMkLst>
            <pc:docMk/>
            <pc:sldMk cId="1499073353" sldId="297"/>
            <ac:spMk id="2" creationId="{999F68EB-C3F0-A2BE-CFED-3DBF2DC9EB62}"/>
          </ac:spMkLst>
        </pc:spChg>
        <pc:spChg chg="mod">
          <ac:chgData name="Vincent Straub" userId="cc81dce8-242d-424d-a3c5-7390e8e80d05" providerId="ADAL" clId="{B67718C7-85B5-4F46-8F0D-62F3F1A556F5}" dt="2022-07-19T11:39:52.631" v="5114" actId="20577"/>
          <ac:spMkLst>
            <pc:docMk/>
            <pc:sldMk cId="1499073353" sldId="297"/>
            <ac:spMk id="3" creationId="{F146C6E5-0657-CD3F-F355-498C73C5B6E1}"/>
          </ac:spMkLst>
        </pc:spChg>
        <pc:spChg chg="add mod">
          <ac:chgData name="Vincent Straub" userId="cc81dce8-242d-424d-a3c5-7390e8e80d05" providerId="ADAL" clId="{B67718C7-85B5-4F46-8F0D-62F3F1A556F5}" dt="2022-07-19T11:06:08.995" v="3445"/>
          <ac:spMkLst>
            <pc:docMk/>
            <pc:sldMk cId="1499073353" sldId="297"/>
            <ac:spMk id="5" creationId="{67A498A0-1DAB-6734-9919-C24608D88333}"/>
          </ac:spMkLst>
        </pc:spChg>
        <pc:picChg chg="add mod">
          <ac:chgData name="Vincent Straub" userId="cc81dce8-242d-424d-a3c5-7390e8e80d05" providerId="ADAL" clId="{B67718C7-85B5-4F46-8F0D-62F3F1A556F5}" dt="2022-07-19T11:39:57.358" v="5115" actId="1076"/>
          <ac:picMkLst>
            <pc:docMk/>
            <pc:sldMk cId="1499073353" sldId="297"/>
            <ac:picMk id="4" creationId="{555DF9F3-756F-F7C7-34D1-DB379A386692}"/>
          </ac:picMkLst>
        </pc:picChg>
      </pc:sldChg>
      <pc:sldChg chg="addSp delSp modSp new del mod">
        <pc:chgData name="Vincent Straub" userId="cc81dce8-242d-424d-a3c5-7390e8e80d05" providerId="ADAL" clId="{B67718C7-85B5-4F46-8F0D-62F3F1A556F5}" dt="2022-07-19T10:50:43.487" v="3099" actId="2696"/>
        <pc:sldMkLst>
          <pc:docMk/>
          <pc:sldMk cId="3921143916" sldId="298"/>
        </pc:sldMkLst>
        <pc:spChg chg="del">
          <ac:chgData name="Vincent Straub" userId="cc81dce8-242d-424d-a3c5-7390e8e80d05" providerId="ADAL" clId="{B67718C7-85B5-4F46-8F0D-62F3F1A556F5}" dt="2022-07-14T13:42:02.858" v="2306" actId="478"/>
          <ac:spMkLst>
            <pc:docMk/>
            <pc:sldMk cId="3921143916" sldId="298"/>
            <ac:spMk id="2" creationId="{2B1FB1BF-AD01-205C-FBA4-5D13AC0AE3A1}"/>
          </ac:spMkLst>
        </pc:spChg>
        <pc:spChg chg="del">
          <ac:chgData name="Vincent Straub" userId="cc81dce8-242d-424d-a3c5-7390e8e80d05" providerId="ADAL" clId="{B67718C7-85B5-4F46-8F0D-62F3F1A556F5}" dt="2022-07-14T13:42:02.858" v="2306" actId="478"/>
          <ac:spMkLst>
            <pc:docMk/>
            <pc:sldMk cId="3921143916" sldId="298"/>
            <ac:spMk id="3" creationId="{CC0FE7DE-36CA-178C-4D29-6BEAA73C3898}"/>
          </ac:spMkLst>
        </pc:spChg>
        <pc:spChg chg="add mod">
          <ac:chgData name="Vincent Straub" userId="cc81dce8-242d-424d-a3c5-7390e8e80d05" providerId="ADAL" clId="{B67718C7-85B5-4F46-8F0D-62F3F1A556F5}" dt="2022-07-18T11:13:58.300" v="3070" actId="20577"/>
          <ac:spMkLst>
            <pc:docMk/>
            <pc:sldMk cId="3921143916" sldId="298"/>
            <ac:spMk id="5" creationId="{FDADF0C9-6854-F7A6-6A01-D4D569425706}"/>
          </ac:spMkLst>
        </pc:spChg>
        <pc:picChg chg="add mod">
          <ac:chgData name="Vincent Straub" userId="cc81dce8-242d-424d-a3c5-7390e8e80d05" providerId="ADAL" clId="{B67718C7-85B5-4F46-8F0D-62F3F1A556F5}" dt="2022-07-14T13:42:35.777" v="2315" actId="14100"/>
          <ac:picMkLst>
            <pc:docMk/>
            <pc:sldMk cId="3921143916" sldId="298"/>
            <ac:picMk id="4" creationId="{9F57606E-E124-0E72-0DAD-CC1ED2F87345}"/>
          </ac:picMkLst>
        </pc:picChg>
      </pc:sldChg>
      <pc:sldChg chg="addSp delSp modSp new mod setBg">
        <pc:chgData name="Vincent Straub" userId="cc81dce8-242d-424d-a3c5-7390e8e80d05" providerId="ADAL" clId="{B67718C7-85B5-4F46-8F0D-62F3F1A556F5}" dt="2022-07-19T12:37:22.983" v="7231" actId="404"/>
        <pc:sldMkLst>
          <pc:docMk/>
          <pc:sldMk cId="128489767" sldId="299"/>
        </pc:sldMkLst>
        <pc:spChg chg="mod">
          <ac:chgData name="Vincent Straub" userId="cc81dce8-242d-424d-a3c5-7390e8e80d05" providerId="ADAL" clId="{B67718C7-85B5-4F46-8F0D-62F3F1A556F5}" dt="2022-07-19T11:07:04.210" v="3478" actId="26606"/>
          <ac:spMkLst>
            <pc:docMk/>
            <pc:sldMk cId="128489767" sldId="299"/>
            <ac:spMk id="2" creationId="{51B96142-6288-9B13-7C3D-AFEB2FD234F5}"/>
          </ac:spMkLst>
        </pc:spChg>
        <pc:spChg chg="mod">
          <ac:chgData name="Vincent Straub" userId="cc81dce8-242d-424d-a3c5-7390e8e80d05" providerId="ADAL" clId="{B67718C7-85B5-4F46-8F0D-62F3F1A556F5}" dt="2022-07-19T12:37:22.983" v="7231" actId="404"/>
          <ac:spMkLst>
            <pc:docMk/>
            <pc:sldMk cId="128489767" sldId="299"/>
            <ac:spMk id="3" creationId="{7B15C4DB-93FC-78CB-F24A-B3DA63E2F29F}"/>
          </ac:spMkLst>
        </pc:spChg>
        <pc:spChg chg="add mod">
          <ac:chgData name="Vincent Straub" userId="cc81dce8-242d-424d-a3c5-7390e8e80d05" providerId="ADAL" clId="{B67718C7-85B5-4F46-8F0D-62F3F1A556F5}" dt="2022-07-19T11:07:04.210" v="3478" actId="26606"/>
          <ac:spMkLst>
            <pc:docMk/>
            <pc:sldMk cId="128489767" sldId="299"/>
            <ac:spMk id="4" creationId="{9333D90C-77CF-6764-F86B-3AD14A50962F}"/>
          </ac:spMkLst>
        </pc:spChg>
        <pc:spChg chg="add mod">
          <ac:chgData name="Vincent Straub" userId="cc81dce8-242d-424d-a3c5-7390e8e80d05" providerId="ADAL" clId="{B67718C7-85B5-4F46-8F0D-62F3F1A556F5}" dt="2022-07-19T11:07:04.210" v="3478" actId="26606"/>
          <ac:spMkLst>
            <pc:docMk/>
            <pc:sldMk cId="128489767" sldId="299"/>
            <ac:spMk id="5" creationId="{D472CF1F-C7C9-AE60-EDE0-0B2CE0089535}"/>
          </ac:spMkLst>
        </pc:spChg>
        <pc:spChg chg="add mod">
          <ac:chgData name="Vincent Straub" userId="cc81dce8-242d-424d-a3c5-7390e8e80d05" providerId="ADAL" clId="{B67718C7-85B5-4F46-8F0D-62F3F1A556F5}" dt="2022-07-19T12:16:13.751" v="6223"/>
          <ac:spMkLst>
            <pc:docMk/>
            <pc:sldMk cId="128489767" sldId="299"/>
            <ac:spMk id="6" creationId="{9A03F2DC-422B-0DC5-A35C-19AEFE29F8FE}"/>
          </ac:spMkLst>
        </pc:spChg>
        <pc:spChg chg="add del">
          <ac:chgData name="Vincent Straub" userId="cc81dce8-242d-424d-a3c5-7390e8e80d05" providerId="ADAL" clId="{B67718C7-85B5-4F46-8F0D-62F3F1A556F5}" dt="2022-07-19T11:07:04.210" v="3478" actId="26606"/>
          <ac:spMkLst>
            <pc:docMk/>
            <pc:sldMk cId="128489767" sldId="299"/>
            <ac:spMk id="11" creationId="{04812C46-200A-4DEB-A05E-3ED6C68C2387}"/>
          </ac:spMkLst>
        </pc:spChg>
        <pc:spChg chg="add del">
          <ac:chgData name="Vincent Straub" userId="cc81dce8-242d-424d-a3c5-7390e8e80d05" providerId="ADAL" clId="{B67718C7-85B5-4F46-8F0D-62F3F1A556F5}" dt="2022-07-19T11:07:04.210" v="3478" actId="26606"/>
          <ac:spMkLst>
            <pc:docMk/>
            <pc:sldMk cId="128489767" sldId="299"/>
            <ac:spMk id="13" creationId="{D1EA859B-E555-4109-94F3-6700E046E008}"/>
          </ac:spMkLst>
        </pc:spChg>
        <pc:picChg chg="add del">
          <ac:chgData name="Vincent Straub" userId="cc81dce8-242d-424d-a3c5-7390e8e80d05" providerId="ADAL" clId="{B67718C7-85B5-4F46-8F0D-62F3F1A556F5}" dt="2022-07-19T11:07:04.210" v="3478" actId="26606"/>
          <ac:picMkLst>
            <pc:docMk/>
            <pc:sldMk cId="128489767" sldId="299"/>
            <ac:picMk id="7" creationId="{5DC8AD1E-BFC5-7794-89D5-41738768D076}"/>
          </ac:picMkLst>
        </pc:picChg>
      </pc:sldChg>
      <pc:sldChg chg="addSp delSp modSp add mod setBg modNotesTx">
        <pc:chgData name="Vincent Straub" userId="cc81dce8-242d-424d-a3c5-7390e8e80d05" providerId="ADAL" clId="{B67718C7-85B5-4F46-8F0D-62F3F1A556F5}" dt="2022-07-19T12:15:46.204" v="6207" actId="1036"/>
        <pc:sldMkLst>
          <pc:docMk/>
          <pc:sldMk cId="195354411" sldId="300"/>
        </pc:sldMkLst>
        <pc:spChg chg="add mod">
          <ac:chgData name="Vincent Straub" userId="cc81dce8-242d-424d-a3c5-7390e8e80d05" providerId="ADAL" clId="{B67718C7-85B5-4F46-8F0D-62F3F1A556F5}" dt="2022-07-19T11:05:37.190" v="3427"/>
          <ac:spMkLst>
            <pc:docMk/>
            <pc:sldMk cId="195354411" sldId="300"/>
            <ac:spMk id="3" creationId="{E248D33F-6F3A-DA93-363B-56B61EEB10E7}"/>
          </ac:spMkLst>
        </pc:spChg>
        <pc:spChg chg="add mod">
          <ac:chgData name="Vincent Straub" userId="cc81dce8-242d-424d-a3c5-7390e8e80d05" providerId="ADAL" clId="{B67718C7-85B5-4F46-8F0D-62F3F1A556F5}" dt="2022-07-19T11:05:37.190" v="3427"/>
          <ac:spMkLst>
            <pc:docMk/>
            <pc:sldMk cId="195354411" sldId="300"/>
            <ac:spMk id="4" creationId="{6FB69022-C17D-858B-F0E0-D89A3F548D37}"/>
          </ac:spMkLst>
        </pc:spChg>
        <pc:spChg chg="mod">
          <ac:chgData name="Vincent Straub" userId="cc81dce8-242d-424d-a3c5-7390e8e80d05" providerId="ADAL" clId="{B67718C7-85B5-4F46-8F0D-62F3F1A556F5}" dt="2022-07-19T11:34:28.119" v="4734" actId="1076"/>
          <ac:spMkLst>
            <pc:docMk/>
            <pc:sldMk cId="195354411" sldId="300"/>
            <ac:spMk id="6" creationId="{C87518FC-5F66-B232-101F-58A9FEB82ED5}"/>
          </ac:spMkLst>
        </pc:spChg>
        <pc:spChg chg="add mod">
          <ac:chgData name="Vincent Straub" userId="cc81dce8-242d-424d-a3c5-7390e8e80d05" providerId="ADAL" clId="{B67718C7-85B5-4F46-8F0D-62F3F1A556F5}" dt="2022-07-19T12:15:46.204" v="6207" actId="1036"/>
          <ac:spMkLst>
            <pc:docMk/>
            <pc:sldMk cId="195354411" sldId="300"/>
            <ac:spMk id="7" creationId="{2D42AFB6-C44D-293F-6778-02D9119F45B1}"/>
          </ac:spMkLst>
        </pc:spChg>
        <pc:picChg chg="mod">
          <ac:chgData name="Vincent Straub" userId="cc81dce8-242d-424d-a3c5-7390e8e80d05" providerId="ADAL" clId="{B67718C7-85B5-4F46-8F0D-62F3F1A556F5}" dt="2022-07-19T11:34:30.100" v="4735" actId="14100"/>
          <ac:picMkLst>
            <pc:docMk/>
            <pc:sldMk cId="195354411" sldId="300"/>
            <ac:picMk id="2" creationId="{84B0CBAF-946E-DB9A-7986-F7E949B145F8}"/>
          </ac:picMkLst>
        </pc:picChg>
        <pc:picChg chg="del">
          <ac:chgData name="Vincent Straub" userId="cc81dce8-242d-424d-a3c5-7390e8e80d05" providerId="ADAL" clId="{B67718C7-85B5-4F46-8F0D-62F3F1A556F5}" dt="2022-07-19T11:34:13.967" v="4728" actId="478"/>
          <ac:picMkLst>
            <pc:docMk/>
            <pc:sldMk cId="195354411" sldId="300"/>
            <ac:picMk id="5" creationId="{3EBEE5BF-7833-70FF-4AB5-91A185BDFB5C}"/>
          </ac:picMkLst>
        </pc:picChg>
      </pc:sldChg>
      <pc:sldChg chg="addSp delSp modSp new del mod">
        <pc:chgData name="Vincent Straub" userId="cc81dce8-242d-424d-a3c5-7390e8e80d05" providerId="ADAL" clId="{B67718C7-85B5-4F46-8F0D-62F3F1A556F5}" dt="2022-07-19T10:50:43.949" v="3100" actId="2696"/>
        <pc:sldMkLst>
          <pc:docMk/>
          <pc:sldMk cId="217105777" sldId="301"/>
        </pc:sldMkLst>
        <pc:spChg chg="add del mod">
          <ac:chgData name="Vincent Straub" userId="cc81dce8-242d-424d-a3c5-7390e8e80d05" providerId="ADAL" clId="{B67718C7-85B5-4F46-8F0D-62F3F1A556F5}" dt="2022-07-18T11:09:39.498" v="2985"/>
          <ac:spMkLst>
            <pc:docMk/>
            <pc:sldMk cId="217105777" sldId="301"/>
            <ac:spMk id="2" creationId="{6854E7D5-B7A0-D88D-2058-B0FE42308146}"/>
          </ac:spMkLst>
        </pc:spChg>
        <pc:spChg chg="del">
          <ac:chgData name="Vincent Straub" userId="cc81dce8-242d-424d-a3c5-7390e8e80d05" providerId="ADAL" clId="{B67718C7-85B5-4F46-8F0D-62F3F1A556F5}" dt="2022-07-14T13:56:07.237" v="2885" actId="478"/>
          <ac:spMkLst>
            <pc:docMk/>
            <pc:sldMk cId="217105777" sldId="301"/>
            <ac:spMk id="2" creationId="{78A15092-A7CE-3722-20E8-2D9907D20BFC}"/>
          </ac:spMkLst>
        </pc:spChg>
        <pc:spChg chg="del">
          <ac:chgData name="Vincent Straub" userId="cc81dce8-242d-424d-a3c5-7390e8e80d05" providerId="ADAL" clId="{B67718C7-85B5-4F46-8F0D-62F3F1A556F5}" dt="2022-07-14T13:56:07.237" v="2885" actId="478"/>
          <ac:spMkLst>
            <pc:docMk/>
            <pc:sldMk cId="217105777" sldId="301"/>
            <ac:spMk id="3" creationId="{D8AEDDFD-5FC7-70E8-4715-9B54BFF0E6F6}"/>
          </ac:spMkLst>
        </pc:spChg>
        <pc:spChg chg="add mod">
          <ac:chgData name="Vincent Straub" userId="cc81dce8-242d-424d-a3c5-7390e8e80d05" providerId="ADAL" clId="{B67718C7-85B5-4F46-8F0D-62F3F1A556F5}" dt="2022-07-14T13:56:10.255" v="2886"/>
          <ac:spMkLst>
            <pc:docMk/>
            <pc:sldMk cId="217105777" sldId="301"/>
            <ac:spMk id="5" creationId="{BFAA4763-1C4B-4A7B-164E-89E49A278EFF}"/>
          </ac:spMkLst>
        </pc:spChg>
        <pc:picChg chg="add mod">
          <ac:chgData name="Vincent Straub" userId="cc81dce8-242d-424d-a3c5-7390e8e80d05" providerId="ADAL" clId="{B67718C7-85B5-4F46-8F0D-62F3F1A556F5}" dt="2022-07-14T13:56:28.492" v="2890" actId="1076"/>
          <ac:picMkLst>
            <pc:docMk/>
            <pc:sldMk cId="217105777" sldId="301"/>
            <ac:picMk id="4" creationId="{3446EE30-CE1D-847C-941F-D4EE80315D9D}"/>
          </ac:picMkLst>
        </pc:picChg>
      </pc:sldChg>
      <pc:sldChg chg="new del">
        <pc:chgData name="Vincent Straub" userId="cc81dce8-242d-424d-a3c5-7390e8e80d05" providerId="ADAL" clId="{B67718C7-85B5-4F46-8F0D-62F3F1A556F5}" dt="2022-07-14T13:50:02.653" v="2665" actId="2696"/>
        <pc:sldMkLst>
          <pc:docMk/>
          <pc:sldMk cId="1949926062" sldId="301"/>
        </pc:sldMkLst>
      </pc:sldChg>
      <pc:sldChg chg="addSp delSp modSp new mod ord modNotesTx">
        <pc:chgData name="Vincent Straub" userId="cc81dce8-242d-424d-a3c5-7390e8e80d05" providerId="ADAL" clId="{B67718C7-85B5-4F46-8F0D-62F3F1A556F5}" dt="2022-07-19T12:28:12.360" v="6731" actId="2711"/>
        <pc:sldMkLst>
          <pc:docMk/>
          <pc:sldMk cId="1305511189" sldId="302"/>
        </pc:sldMkLst>
        <pc:spChg chg="del mod">
          <ac:chgData name="Vincent Straub" userId="cc81dce8-242d-424d-a3c5-7390e8e80d05" providerId="ADAL" clId="{B67718C7-85B5-4F46-8F0D-62F3F1A556F5}" dt="2022-07-18T09:43:33.027" v="2967" actId="478"/>
          <ac:spMkLst>
            <pc:docMk/>
            <pc:sldMk cId="1305511189" sldId="302"/>
            <ac:spMk id="2" creationId="{0C996154-4885-7897-09CF-21AF1C912E52}"/>
          </ac:spMkLst>
        </pc:spChg>
        <pc:spChg chg="add mod">
          <ac:chgData name="Vincent Straub" userId="cc81dce8-242d-424d-a3c5-7390e8e80d05" providerId="ADAL" clId="{B67718C7-85B5-4F46-8F0D-62F3F1A556F5}" dt="2022-07-19T11:18:57.066" v="4281" actId="20577"/>
          <ac:spMkLst>
            <pc:docMk/>
            <pc:sldMk cId="1305511189" sldId="302"/>
            <ac:spMk id="2" creationId="{E7614158-0B0F-BF65-0139-B73E8067DC7D}"/>
          </ac:spMkLst>
        </pc:spChg>
        <pc:spChg chg="del">
          <ac:chgData name="Vincent Straub" userId="cc81dce8-242d-424d-a3c5-7390e8e80d05" providerId="ADAL" clId="{B67718C7-85B5-4F46-8F0D-62F3F1A556F5}" dt="2022-07-18T09:43:34.115" v="2968" actId="478"/>
          <ac:spMkLst>
            <pc:docMk/>
            <pc:sldMk cId="1305511189" sldId="302"/>
            <ac:spMk id="3" creationId="{C62E79DF-A942-D345-9FE6-CBE7768F10A4}"/>
          </ac:spMkLst>
        </pc:spChg>
        <pc:spChg chg="add mod">
          <ac:chgData name="Vincent Straub" userId="cc81dce8-242d-424d-a3c5-7390e8e80d05" providerId="ADAL" clId="{B67718C7-85B5-4F46-8F0D-62F3F1A556F5}" dt="2022-07-19T12:15:26.216" v="6201"/>
          <ac:spMkLst>
            <pc:docMk/>
            <pc:sldMk cId="1305511189" sldId="302"/>
            <ac:spMk id="4" creationId="{26B266A5-590D-8332-2685-C8AABC8DB932}"/>
          </ac:spMkLst>
        </pc:spChg>
        <pc:spChg chg="del">
          <ac:chgData name="Vincent Straub" userId="cc81dce8-242d-424d-a3c5-7390e8e80d05" providerId="ADAL" clId="{B67718C7-85B5-4F46-8F0D-62F3F1A556F5}" dt="2022-07-18T09:43:36.099" v="2969" actId="478"/>
          <ac:spMkLst>
            <pc:docMk/>
            <pc:sldMk cId="1305511189" sldId="302"/>
            <ac:spMk id="4" creationId="{8D30AB69-6E16-69A6-271F-26F3E82D14D4}"/>
          </ac:spMkLst>
        </pc:spChg>
        <pc:spChg chg="add mod">
          <ac:chgData name="Vincent Straub" userId="cc81dce8-242d-424d-a3c5-7390e8e80d05" providerId="ADAL" clId="{B67718C7-85B5-4F46-8F0D-62F3F1A556F5}" dt="2022-07-19T12:28:12.360" v="6731" actId="2711"/>
          <ac:spMkLst>
            <pc:docMk/>
            <pc:sldMk cId="1305511189" sldId="302"/>
            <ac:spMk id="5" creationId="{4D4536C1-A844-9878-A4A9-2094D26B4C6F}"/>
          </ac:spMkLst>
        </pc:spChg>
        <pc:spChg chg="add mod">
          <ac:chgData name="Vincent Straub" userId="cc81dce8-242d-424d-a3c5-7390e8e80d05" providerId="ADAL" clId="{B67718C7-85B5-4F46-8F0D-62F3F1A556F5}" dt="2022-07-19T12:15:26.216" v="6201"/>
          <ac:spMkLst>
            <pc:docMk/>
            <pc:sldMk cId="1305511189" sldId="302"/>
            <ac:spMk id="6" creationId="{D38857EC-CAF0-6D2F-60C7-EB2BA9F289F8}"/>
          </ac:spMkLst>
        </pc:spChg>
        <pc:spChg chg="add mod">
          <ac:chgData name="Vincent Straub" userId="cc81dce8-242d-424d-a3c5-7390e8e80d05" providerId="ADAL" clId="{B67718C7-85B5-4F46-8F0D-62F3F1A556F5}" dt="2022-07-19T12:15:37.114" v="6203"/>
          <ac:spMkLst>
            <pc:docMk/>
            <pc:sldMk cId="1305511189" sldId="302"/>
            <ac:spMk id="7" creationId="{9CDA3BA7-74E7-CA43-EB9C-F78D36055FD6}"/>
          </ac:spMkLst>
        </pc:spChg>
        <pc:picChg chg="add mod">
          <ac:chgData name="Vincent Straub" userId="cc81dce8-242d-424d-a3c5-7390e8e80d05" providerId="ADAL" clId="{B67718C7-85B5-4F46-8F0D-62F3F1A556F5}" dt="2022-07-19T11:19:45.506" v="4290" actId="14100"/>
          <ac:picMkLst>
            <pc:docMk/>
            <pc:sldMk cId="1305511189" sldId="302"/>
            <ac:picMk id="3" creationId="{532F2B7A-4040-9851-875D-F0B355BD21B5}"/>
          </ac:picMkLst>
        </pc:picChg>
      </pc:sldChg>
      <pc:sldChg chg="addSp delSp modSp new del mod setBg">
        <pc:chgData name="Vincent Straub" userId="cc81dce8-242d-424d-a3c5-7390e8e80d05" providerId="ADAL" clId="{B67718C7-85B5-4F46-8F0D-62F3F1A556F5}" dt="2022-07-19T10:49:04.772" v="3077" actId="2696"/>
        <pc:sldMkLst>
          <pc:docMk/>
          <pc:sldMk cId="881249200" sldId="303"/>
        </pc:sldMkLst>
        <pc:spChg chg="del">
          <ac:chgData name="Vincent Straub" userId="cc81dce8-242d-424d-a3c5-7390e8e80d05" providerId="ADAL" clId="{B67718C7-85B5-4F46-8F0D-62F3F1A556F5}" dt="2022-07-18T11:08:42.125" v="2972" actId="478"/>
          <ac:spMkLst>
            <pc:docMk/>
            <pc:sldMk cId="881249200" sldId="303"/>
            <ac:spMk id="2" creationId="{313B7874-9AC4-6A2D-6919-243851135DB1}"/>
          </ac:spMkLst>
        </pc:spChg>
        <pc:spChg chg="del">
          <ac:chgData name="Vincent Straub" userId="cc81dce8-242d-424d-a3c5-7390e8e80d05" providerId="ADAL" clId="{B67718C7-85B5-4F46-8F0D-62F3F1A556F5}" dt="2022-07-18T11:08:40.144" v="2971" actId="931"/>
          <ac:spMkLst>
            <pc:docMk/>
            <pc:sldMk cId="881249200" sldId="303"/>
            <ac:spMk id="3" creationId="{6235C66B-D154-489D-2290-671B86B98974}"/>
          </ac:spMkLst>
        </pc:spChg>
        <pc:spChg chg="add del mod">
          <ac:chgData name="Vincent Straub" userId="cc81dce8-242d-424d-a3c5-7390e8e80d05" providerId="ADAL" clId="{B67718C7-85B5-4F46-8F0D-62F3F1A556F5}" dt="2022-07-19T10:49:01.439" v="3075" actId="478"/>
          <ac:spMkLst>
            <pc:docMk/>
            <pc:sldMk cId="881249200" sldId="303"/>
            <ac:spMk id="6" creationId="{7073B1B6-D0EA-F432-96BD-B18F2C51D921}"/>
          </ac:spMkLst>
        </pc:spChg>
        <pc:spChg chg="add del mod">
          <ac:chgData name="Vincent Straub" userId="cc81dce8-242d-424d-a3c5-7390e8e80d05" providerId="ADAL" clId="{B67718C7-85B5-4F46-8F0D-62F3F1A556F5}" dt="2022-07-19T10:31:32.880" v="3071" actId="478"/>
          <ac:spMkLst>
            <pc:docMk/>
            <pc:sldMk cId="881249200" sldId="303"/>
            <ac:spMk id="8" creationId="{C997AEB9-4ED0-5535-A6FC-23597A4845FA}"/>
          </ac:spMkLst>
        </pc:spChg>
        <pc:spChg chg="add del">
          <ac:chgData name="Vincent Straub" userId="cc81dce8-242d-424d-a3c5-7390e8e80d05" providerId="ADAL" clId="{B67718C7-85B5-4F46-8F0D-62F3F1A556F5}" dt="2022-07-18T11:08:52.747" v="2976" actId="26606"/>
          <ac:spMkLst>
            <pc:docMk/>
            <pc:sldMk cId="881249200" sldId="303"/>
            <ac:spMk id="9" creationId="{4520E24F-8999-01A9-A1CB-49F379BA9DA0}"/>
          </ac:spMkLst>
        </pc:spChg>
        <pc:spChg chg="add del">
          <ac:chgData name="Vincent Straub" userId="cc81dce8-242d-424d-a3c5-7390e8e80d05" providerId="ADAL" clId="{B67718C7-85B5-4F46-8F0D-62F3F1A556F5}" dt="2022-07-18T11:08:52.747" v="2976" actId="26606"/>
          <ac:spMkLst>
            <pc:docMk/>
            <pc:sldMk cId="881249200" sldId="303"/>
            <ac:spMk id="12" creationId="{3AFE8227-C443-417B-BA91-520EB1EF4559}"/>
          </ac:spMkLst>
        </pc:spChg>
        <pc:spChg chg="add del">
          <ac:chgData name="Vincent Straub" userId="cc81dce8-242d-424d-a3c5-7390e8e80d05" providerId="ADAL" clId="{B67718C7-85B5-4F46-8F0D-62F3F1A556F5}" dt="2022-07-18T11:08:52.747" v="2976" actId="26606"/>
          <ac:spMkLst>
            <pc:docMk/>
            <pc:sldMk cId="881249200" sldId="303"/>
            <ac:spMk id="14" creationId="{907741FC-B544-4A6E-B831-6789D042333D}"/>
          </ac:spMkLst>
        </pc:spChg>
        <pc:spChg chg="add del">
          <ac:chgData name="Vincent Straub" userId="cc81dce8-242d-424d-a3c5-7390e8e80d05" providerId="ADAL" clId="{B67718C7-85B5-4F46-8F0D-62F3F1A556F5}" dt="2022-07-18T11:08:52.747" v="2976" actId="26606"/>
          <ac:spMkLst>
            <pc:docMk/>
            <pc:sldMk cId="881249200" sldId="303"/>
            <ac:spMk id="16" creationId="{3F0BE7ED-7814-4273-B18A-F26CC0380380}"/>
          </ac:spMkLst>
        </pc:spChg>
        <pc:picChg chg="add del mod modCrop">
          <ac:chgData name="Vincent Straub" userId="cc81dce8-242d-424d-a3c5-7390e8e80d05" providerId="ADAL" clId="{B67718C7-85B5-4F46-8F0D-62F3F1A556F5}" dt="2022-07-18T11:10:57.774" v="3008" actId="478"/>
          <ac:picMkLst>
            <pc:docMk/>
            <pc:sldMk cId="881249200" sldId="303"/>
            <ac:picMk id="5" creationId="{462C911F-88BA-9FF0-E319-A558A61343DC}"/>
          </ac:picMkLst>
        </pc:picChg>
      </pc:sldChg>
      <pc:sldChg chg="addSp modSp add mod modNotesTx">
        <pc:chgData name="Vincent Straub" userId="cc81dce8-242d-424d-a3c5-7390e8e80d05" providerId="ADAL" clId="{B67718C7-85B5-4F46-8F0D-62F3F1A556F5}" dt="2022-07-19T12:25:40.555" v="6690" actId="313"/>
        <pc:sldMkLst>
          <pc:docMk/>
          <pc:sldMk cId="2476089484" sldId="304"/>
        </pc:sldMkLst>
        <pc:spChg chg="add mod">
          <ac:chgData name="Vincent Straub" userId="cc81dce8-242d-424d-a3c5-7390e8e80d05" providerId="ADAL" clId="{B67718C7-85B5-4F46-8F0D-62F3F1A556F5}" dt="2022-07-19T12:16:08.827" v="6219"/>
          <ac:spMkLst>
            <pc:docMk/>
            <pc:sldMk cId="2476089484" sldId="304"/>
            <ac:spMk id="2" creationId="{FB3B9AC2-E3F8-8017-3B1A-26F813828ED6}"/>
          </ac:spMkLst>
        </pc:spChg>
        <pc:spChg chg="mod">
          <ac:chgData name="Vincent Straub" userId="cc81dce8-242d-424d-a3c5-7390e8e80d05" providerId="ADAL" clId="{B67718C7-85B5-4F46-8F0D-62F3F1A556F5}" dt="2022-07-19T11:02:38.976" v="3251" actId="1076"/>
          <ac:spMkLst>
            <pc:docMk/>
            <pc:sldMk cId="2476089484" sldId="304"/>
            <ac:spMk id="147" creationId="{10951955-A9F1-DDCF-211B-10DB3F4C37AA}"/>
          </ac:spMkLst>
        </pc:spChg>
      </pc:sldChg>
      <pc:sldChg chg="new del">
        <pc:chgData name="Vincent Straub" userId="cc81dce8-242d-424d-a3c5-7390e8e80d05" providerId="ADAL" clId="{B67718C7-85B5-4F46-8F0D-62F3F1A556F5}" dt="2022-07-19T10:50:12.457" v="3089" actId="680"/>
        <pc:sldMkLst>
          <pc:docMk/>
          <pc:sldMk cId="1544668925" sldId="305"/>
        </pc:sldMkLst>
      </pc:sldChg>
      <pc:sldChg chg="addSp delSp modSp new mod modNotesTx">
        <pc:chgData name="Vincent Straub" userId="cc81dce8-242d-424d-a3c5-7390e8e80d05" providerId="ADAL" clId="{B67718C7-85B5-4F46-8F0D-62F3F1A556F5}" dt="2022-07-19T12:24:43.330" v="6663" actId="20577"/>
        <pc:sldMkLst>
          <pc:docMk/>
          <pc:sldMk cId="3734122241" sldId="305"/>
        </pc:sldMkLst>
        <pc:spChg chg="del">
          <ac:chgData name="Vincent Straub" userId="cc81dce8-242d-424d-a3c5-7390e8e80d05" providerId="ADAL" clId="{B67718C7-85B5-4F46-8F0D-62F3F1A556F5}" dt="2022-07-19T10:50:21.819" v="3091" actId="478"/>
          <ac:spMkLst>
            <pc:docMk/>
            <pc:sldMk cId="3734122241" sldId="305"/>
            <ac:spMk id="2" creationId="{E83F1EC0-9E68-F49C-1516-1DCFECBFE9DE}"/>
          </ac:spMkLst>
        </pc:spChg>
        <pc:spChg chg="del">
          <ac:chgData name="Vincent Straub" userId="cc81dce8-242d-424d-a3c5-7390e8e80d05" providerId="ADAL" clId="{B67718C7-85B5-4F46-8F0D-62F3F1A556F5}" dt="2022-07-19T10:50:21.819" v="3091" actId="478"/>
          <ac:spMkLst>
            <pc:docMk/>
            <pc:sldMk cId="3734122241" sldId="305"/>
            <ac:spMk id="3" creationId="{75EE6285-D62C-A0E8-BC0F-60689A65AF19}"/>
          </ac:spMkLst>
        </pc:spChg>
        <pc:spChg chg="add mod">
          <ac:chgData name="Vincent Straub" userId="cc81dce8-242d-424d-a3c5-7390e8e80d05" providerId="ADAL" clId="{B67718C7-85B5-4F46-8F0D-62F3F1A556F5}" dt="2022-07-19T10:55:35.034" v="3167" actId="1076"/>
          <ac:spMkLst>
            <pc:docMk/>
            <pc:sldMk cId="3734122241" sldId="305"/>
            <ac:spMk id="7" creationId="{313DB30B-43C3-B621-BA67-ABFA30F12086}"/>
          </ac:spMkLst>
        </pc:spChg>
        <pc:spChg chg="add mod">
          <ac:chgData name="Vincent Straub" userId="cc81dce8-242d-424d-a3c5-7390e8e80d05" providerId="ADAL" clId="{B67718C7-85B5-4F46-8F0D-62F3F1A556F5}" dt="2022-07-19T10:55:52.441" v="3178" actId="1076"/>
          <ac:spMkLst>
            <pc:docMk/>
            <pc:sldMk cId="3734122241" sldId="305"/>
            <ac:spMk id="8" creationId="{7C34E5C6-496A-7BDA-AB99-01BE82AE91D4}"/>
          </ac:spMkLst>
        </pc:spChg>
        <pc:spChg chg="add del mod">
          <ac:chgData name="Vincent Straub" userId="cc81dce8-242d-424d-a3c5-7390e8e80d05" providerId="ADAL" clId="{B67718C7-85B5-4F46-8F0D-62F3F1A556F5}" dt="2022-07-19T12:16:00.317" v="6214"/>
          <ac:spMkLst>
            <pc:docMk/>
            <pc:sldMk cId="3734122241" sldId="305"/>
            <ac:spMk id="9" creationId="{E3FEF4E3-66E7-9A6E-F571-D7FEE62E028C}"/>
          </ac:spMkLst>
        </pc:spChg>
        <pc:spChg chg="add del mod">
          <ac:chgData name="Vincent Straub" userId="cc81dce8-242d-424d-a3c5-7390e8e80d05" providerId="ADAL" clId="{B67718C7-85B5-4F46-8F0D-62F3F1A556F5}" dt="2022-07-19T12:16:00.317" v="6214"/>
          <ac:spMkLst>
            <pc:docMk/>
            <pc:sldMk cId="3734122241" sldId="305"/>
            <ac:spMk id="10" creationId="{6C12C56C-F6B0-8146-A21A-DD6F092B5CF3}"/>
          </ac:spMkLst>
        </pc:spChg>
        <pc:spChg chg="add mod">
          <ac:chgData name="Vincent Straub" userId="cc81dce8-242d-424d-a3c5-7390e8e80d05" providerId="ADAL" clId="{B67718C7-85B5-4F46-8F0D-62F3F1A556F5}" dt="2022-07-19T12:16:04.609" v="6215"/>
          <ac:spMkLst>
            <pc:docMk/>
            <pc:sldMk cId="3734122241" sldId="305"/>
            <ac:spMk id="11" creationId="{16D6E101-3857-75A1-9FB1-6EEBBAD242B9}"/>
          </ac:spMkLst>
        </pc:spChg>
        <pc:graphicFrameChg chg="add del mod">
          <ac:chgData name="Vincent Straub" userId="cc81dce8-242d-424d-a3c5-7390e8e80d05" providerId="ADAL" clId="{B67718C7-85B5-4F46-8F0D-62F3F1A556F5}" dt="2022-07-19T10:50:23.735" v="3093"/>
          <ac:graphicFrameMkLst>
            <pc:docMk/>
            <pc:sldMk cId="3734122241" sldId="305"/>
            <ac:graphicFrameMk id="4" creationId="{33CF4E9E-BDD5-AF5E-4407-5573839A747B}"/>
          </ac:graphicFrameMkLst>
        </pc:graphicFrameChg>
        <pc:graphicFrameChg chg="add mod modGraphic">
          <ac:chgData name="Vincent Straub" userId="cc81dce8-242d-424d-a3c5-7390e8e80d05" providerId="ADAL" clId="{B67718C7-85B5-4F46-8F0D-62F3F1A556F5}" dt="2022-07-19T10:55:35.034" v="3167" actId="1076"/>
          <ac:graphicFrameMkLst>
            <pc:docMk/>
            <pc:sldMk cId="3734122241" sldId="305"/>
            <ac:graphicFrameMk id="5" creationId="{1F1AA5DF-E5EA-6F4A-6183-CAB0F71663C3}"/>
          </ac:graphicFrameMkLst>
        </pc:graphicFrameChg>
        <pc:graphicFrameChg chg="add mod modGraphic">
          <ac:chgData name="Vincent Straub" userId="cc81dce8-242d-424d-a3c5-7390e8e80d05" providerId="ADAL" clId="{B67718C7-85B5-4F46-8F0D-62F3F1A556F5}" dt="2022-07-19T10:55:35.034" v="3167" actId="1076"/>
          <ac:graphicFrameMkLst>
            <pc:docMk/>
            <pc:sldMk cId="3734122241" sldId="305"/>
            <ac:graphicFrameMk id="6" creationId="{FAFD5A69-E09F-59F5-D095-F03BADFBB277}"/>
          </ac:graphicFrameMkLst>
        </pc:graphicFrameChg>
      </pc:sldChg>
      <pc:sldChg chg="addSp delSp modSp new mod">
        <pc:chgData name="Vincent Straub" userId="cc81dce8-242d-424d-a3c5-7390e8e80d05" providerId="ADAL" clId="{B67718C7-85B5-4F46-8F0D-62F3F1A556F5}" dt="2022-07-19T12:16:05.743" v="6216"/>
        <pc:sldMkLst>
          <pc:docMk/>
          <pc:sldMk cId="2046471512" sldId="306"/>
        </pc:sldMkLst>
        <pc:spChg chg="del">
          <ac:chgData name="Vincent Straub" userId="cc81dce8-242d-424d-a3c5-7390e8e80d05" providerId="ADAL" clId="{B67718C7-85B5-4F46-8F0D-62F3F1A556F5}" dt="2022-07-19T10:58:43.012" v="3217" actId="478"/>
          <ac:spMkLst>
            <pc:docMk/>
            <pc:sldMk cId="2046471512" sldId="306"/>
            <ac:spMk id="2" creationId="{C96DDFF0-59FC-E9C9-14CD-54539B0363BE}"/>
          </ac:spMkLst>
        </pc:spChg>
        <pc:spChg chg="del">
          <ac:chgData name="Vincent Straub" userId="cc81dce8-242d-424d-a3c5-7390e8e80d05" providerId="ADAL" clId="{B67718C7-85B5-4F46-8F0D-62F3F1A556F5}" dt="2022-07-19T10:58:43.012" v="3217" actId="478"/>
          <ac:spMkLst>
            <pc:docMk/>
            <pc:sldMk cId="2046471512" sldId="306"/>
            <ac:spMk id="3" creationId="{C6F6857F-CC83-EB39-3005-DBCD1F4046F8}"/>
          </ac:spMkLst>
        </pc:spChg>
        <pc:spChg chg="add mod">
          <ac:chgData name="Vincent Straub" userId="cc81dce8-242d-424d-a3c5-7390e8e80d05" providerId="ADAL" clId="{B67718C7-85B5-4F46-8F0D-62F3F1A556F5}" dt="2022-07-19T10:59:45.728" v="3224" actId="1076"/>
          <ac:spMkLst>
            <pc:docMk/>
            <pc:sldMk cId="2046471512" sldId="306"/>
            <ac:spMk id="5" creationId="{1063BF07-D34E-7ACD-773E-E0416B31AD73}"/>
          </ac:spMkLst>
        </pc:spChg>
        <pc:spChg chg="add mod">
          <ac:chgData name="Vincent Straub" userId="cc81dce8-242d-424d-a3c5-7390e8e80d05" providerId="ADAL" clId="{B67718C7-85B5-4F46-8F0D-62F3F1A556F5}" dt="2022-07-19T11:05:49.796" v="3433"/>
          <ac:spMkLst>
            <pc:docMk/>
            <pc:sldMk cId="2046471512" sldId="306"/>
            <ac:spMk id="6" creationId="{F0A2EF6B-97E1-D3E3-EA1D-74E51861D91E}"/>
          </ac:spMkLst>
        </pc:spChg>
        <pc:spChg chg="add mod">
          <ac:chgData name="Vincent Straub" userId="cc81dce8-242d-424d-a3c5-7390e8e80d05" providerId="ADAL" clId="{B67718C7-85B5-4F46-8F0D-62F3F1A556F5}" dt="2022-07-19T11:05:49.796" v="3433"/>
          <ac:spMkLst>
            <pc:docMk/>
            <pc:sldMk cId="2046471512" sldId="306"/>
            <ac:spMk id="7" creationId="{8A9C8A0C-E723-EB1C-2ACF-4632D5F0913B}"/>
          </ac:spMkLst>
        </pc:spChg>
        <pc:spChg chg="add mod">
          <ac:chgData name="Vincent Straub" userId="cc81dce8-242d-424d-a3c5-7390e8e80d05" providerId="ADAL" clId="{B67718C7-85B5-4F46-8F0D-62F3F1A556F5}" dt="2022-07-19T12:16:05.743" v="6216"/>
          <ac:spMkLst>
            <pc:docMk/>
            <pc:sldMk cId="2046471512" sldId="306"/>
            <ac:spMk id="8" creationId="{E553F063-BB50-7564-7F52-D3009653F2C7}"/>
          </ac:spMkLst>
        </pc:spChg>
        <pc:picChg chg="add mod">
          <ac:chgData name="Vincent Straub" userId="cc81dce8-242d-424d-a3c5-7390e8e80d05" providerId="ADAL" clId="{B67718C7-85B5-4F46-8F0D-62F3F1A556F5}" dt="2022-07-19T10:59:41.922" v="3223" actId="1076"/>
          <ac:picMkLst>
            <pc:docMk/>
            <pc:sldMk cId="2046471512" sldId="306"/>
            <ac:picMk id="4" creationId="{849E90A0-43A0-F2FC-CB42-763C93DB5FF5}"/>
          </ac:picMkLst>
        </pc:picChg>
      </pc:sldChg>
      <pc:sldChg chg="addSp delSp modSp add mod">
        <pc:chgData name="Vincent Straub" userId="cc81dce8-242d-424d-a3c5-7390e8e80d05" providerId="ADAL" clId="{B67718C7-85B5-4F46-8F0D-62F3F1A556F5}" dt="2022-07-19T12:16:06.698" v="6217"/>
        <pc:sldMkLst>
          <pc:docMk/>
          <pc:sldMk cId="4010644482" sldId="307"/>
        </pc:sldMkLst>
        <pc:spChg chg="add mod">
          <ac:chgData name="Vincent Straub" userId="cc81dce8-242d-424d-a3c5-7390e8e80d05" providerId="ADAL" clId="{B67718C7-85B5-4F46-8F0D-62F3F1A556F5}" dt="2022-07-19T11:05:52.127" v="3434"/>
          <ac:spMkLst>
            <pc:docMk/>
            <pc:sldMk cId="4010644482" sldId="307"/>
            <ac:spMk id="6" creationId="{A559B66B-9B9E-20C3-92A7-8E963C0BE7CC}"/>
          </ac:spMkLst>
        </pc:spChg>
        <pc:spChg chg="add mod">
          <ac:chgData name="Vincent Straub" userId="cc81dce8-242d-424d-a3c5-7390e8e80d05" providerId="ADAL" clId="{B67718C7-85B5-4F46-8F0D-62F3F1A556F5}" dt="2022-07-19T11:05:52.127" v="3434"/>
          <ac:spMkLst>
            <pc:docMk/>
            <pc:sldMk cId="4010644482" sldId="307"/>
            <ac:spMk id="7" creationId="{CD136508-0D93-C10E-ECC2-E6F977290D7A}"/>
          </ac:spMkLst>
        </pc:spChg>
        <pc:spChg chg="add mod">
          <ac:chgData name="Vincent Straub" userId="cc81dce8-242d-424d-a3c5-7390e8e80d05" providerId="ADAL" clId="{B67718C7-85B5-4F46-8F0D-62F3F1A556F5}" dt="2022-07-19T12:16:06.698" v="6217"/>
          <ac:spMkLst>
            <pc:docMk/>
            <pc:sldMk cId="4010644482" sldId="307"/>
            <ac:spMk id="8" creationId="{663C1EDD-2837-83C3-7832-CBA2CAD135DB}"/>
          </ac:spMkLst>
        </pc:spChg>
        <pc:picChg chg="add mod">
          <ac:chgData name="Vincent Straub" userId="cc81dce8-242d-424d-a3c5-7390e8e80d05" providerId="ADAL" clId="{B67718C7-85B5-4F46-8F0D-62F3F1A556F5}" dt="2022-07-19T11:01:32.593" v="3237" actId="14100"/>
          <ac:picMkLst>
            <pc:docMk/>
            <pc:sldMk cId="4010644482" sldId="307"/>
            <ac:picMk id="2" creationId="{7D99DDEC-BD05-59E0-CE7F-2ACA391DEF0F}"/>
          </ac:picMkLst>
        </pc:picChg>
        <pc:picChg chg="add del mod">
          <ac:chgData name="Vincent Straub" userId="cc81dce8-242d-424d-a3c5-7390e8e80d05" providerId="ADAL" clId="{B67718C7-85B5-4F46-8F0D-62F3F1A556F5}" dt="2022-07-19T11:01:26.795" v="3234" actId="478"/>
          <ac:picMkLst>
            <pc:docMk/>
            <pc:sldMk cId="4010644482" sldId="307"/>
            <ac:picMk id="3" creationId="{F41FABB5-4E1C-5A47-9BF2-923A3EE9681C}"/>
          </ac:picMkLst>
        </pc:picChg>
        <pc:picChg chg="del">
          <ac:chgData name="Vincent Straub" userId="cc81dce8-242d-424d-a3c5-7390e8e80d05" providerId="ADAL" clId="{B67718C7-85B5-4F46-8F0D-62F3F1A556F5}" dt="2022-07-19T10:59:49.436" v="3226" actId="478"/>
          <ac:picMkLst>
            <pc:docMk/>
            <pc:sldMk cId="4010644482" sldId="307"/>
            <ac:picMk id="4" creationId="{849E90A0-43A0-F2FC-CB42-763C93DB5FF5}"/>
          </ac:picMkLst>
        </pc:picChg>
      </pc:sldChg>
      <pc:sldChg chg="new del">
        <pc:chgData name="Vincent Straub" userId="cc81dce8-242d-424d-a3c5-7390e8e80d05" providerId="ADAL" clId="{B67718C7-85B5-4F46-8F0D-62F3F1A556F5}" dt="2022-07-19T11:01:38.671" v="3240" actId="2696"/>
        <pc:sldMkLst>
          <pc:docMk/>
          <pc:sldMk cId="50074793" sldId="308"/>
        </pc:sldMkLst>
      </pc:sldChg>
      <pc:sldChg chg="addSp delSp modSp add mod">
        <pc:chgData name="Vincent Straub" userId="cc81dce8-242d-424d-a3c5-7390e8e80d05" providerId="ADAL" clId="{B67718C7-85B5-4F46-8F0D-62F3F1A556F5}" dt="2022-07-19T12:16:07.752" v="6218"/>
        <pc:sldMkLst>
          <pc:docMk/>
          <pc:sldMk cId="3204062438" sldId="309"/>
        </pc:sldMkLst>
        <pc:spChg chg="add mod">
          <ac:chgData name="Vincent Straub" userId="cc81dce8-242d-424d-a3c5-7390e8e80d05" providerId="ADAL" clId="{B67718C7-85B5-4F46-8F0D-62F3F1A556F5}" dt="2022-07-19T11:05:53.083" v="3435"/>
          <ac:spMkLst>
            <pc:docMk/>
            <pc:sldMk cId="3204062438" sldId="309"/>
            <ac:spMk id="6" creationId="{B9E96004-E2F7-61FD-97E6-851793660BD9}"/>
          </ac:spMkLst>
        </pc:spChg>
        <pc:spChg chg="add mod">
          <ac:chgData name="Vincent Straub" userId="cc81dce8-242d-424d-a3c5-7390e8e80d05" providerId="ADAL" clId="{B67718C7-85B5-4F46-8F0D-62F3F1A556F5}" dt="2022-07-19T11:05:53.083" v="3435"/>
          <ac:spMkLst>
            <pc:docMk/>
            <pc:sldMk cId="3204062438" sldId="309"/>
            <ac:spMk id="7" creationId="{1EA0552B-4377-E2F5-2F5F-D9487AB68B84}"/>
          </ac:spMkLst>
        </pc:spChg>
        <pc:spChg chg="add mod">
          <ac:chgData name="Vincent Straub" userId="cc81dce8-242d-424d-a3c5-7390e8e80d05" providerId="ADAL" clId="{B67718C7-85B5-4F46-8F0D-62F3F1A556F5}" dt="2022-07-19T12:16:07.752" v="6218"/>
          <ac:spMkLst>
            <pc:docMk/>
            <pc:sldMk cId="3204062438" sldId="309"/>
            <ac:spMk id="8" creationId="{3EF5BFAD-28AC-462B-E7D1-5A9D6C4EAE14}"/>
          </ac:spMkLst>
        </pc:spChg>
        <pc:picChg chg="add del mod">
          <ac:chgData name="Vincent Straub" userId="cc81dce8-242d-424d-a3c5-7390e8e80d05" providerId="ADAL" clId="{B67718C7-85B5-4F46-8F0D-62F3F1A556F5}" dt="2022-07-19T11:02:03.473" v="3244" actId="478"/>
          <ac:picMkLst>
            <pc:docMk/>
            <pc:sldMk cId="3204062438" sldId="309"/>
            <ac:picMk id="2" creationId="{82D1F086-DD62-714F-8901-6FD9BDE30A81}"/>
          </ac:picMkLst>
        </pc:picChg>
        <pc:picChg chg="add mod">
          <ac:chgData name="Vincent Straub" userId="cc81dce8-242d-424d-a3c5-7390e8e80d05" providerId="ADAL" clId="{B67718C7-85B5-4F46-8F0D-62F3F1A556F5}" dt="2022-07-19T11:02:04.646" v="3246"/>
          <ac:picMkLst>
            <pc:docMk/>
            <pc:sldMk cId="3204062438" sldId="309"/>
            <ac:picMk id="3" creationId="{2FD90931-0736-3756-2592-B654AE377365}"/>
          </ac:picMkLst>
        </pc:picChg>
        <pc:picChg chg="del">
          <ac:chgData name="Vincent Straub" userId="cc81dce8-242d-424d-a3c5-7390e8e80d05" providerId="ADAL" clId="{B67718C7-85B5-4F46-8F0D-62F3F1A556F5}" dt="2022-07-19T11:02:04.071" v="3245" actId="478"/>
          <ac:picMkLst>
            <pc:docMk/>
            <pc:sldMk cId="3204062438" sldId="309"/>
            <ac:picMk id="4" creationId="{849E90A0-43A0-F2FC-CB42-763C93DB5FF5}"/>
          </ac:picMkLst>
        </pc:picChg>
      </pc:sldChg>
      <pc:sldChg chg="addSp delSp modSp new del mod">
        <pc:chgData name="Vincent Straub" userId="cc81dce8-242d-424d-a3c5-7390e8e80d05" providerId="ADAL" clId="{B67718C7-85B5-4F46-8F0D-62F3F1A556F5}" dt="2022-07-19T12:24:00.609" v="6604" actId="2696"/>
        <pc:sldMkLst>
          <pc:docMk/>
          <pc:sldMk cId="687384172" sldId="310"/>
        </pc:sldMkLst>
        <pc:spChg chg="mod">
          <ac:chgData name="Vincent Straub" userId="cc81dce8-242d-424d-a3c5-7390e8e80d05" providerId="ADAL" clId="{B67718C7-85B5-4F46-8F0D-62F3F1A556F5}" dt="2022-07-19T11:25:55.720" v="4403" actId="14100"/>
          <ac:spMkLst>
            <pc:docMk/>
            <pc:sldMk cId="687384172" sldId="310"/>
            <ac:spMk id="2" creationId="{E742B97F-327E-7F64-FB81-8D3D7ADF3292}"/>
          </ac:spMkLst>
        </pc:spChg>
        <pc:spChg chg="del">
          <ac:chgData name="Vincent Straub" userId="cc81dce8-242d-424d-a3c5-7390e8e80d05" providerId="ADAL" clId="{B67718C7-85B5-4F46-8F0D-62F3F1A556F5}" dt="2022-07-19T11:25:12.233" v="4376" actId="478"/>
          <ac:spMkLst>
            <pc:docMk/>
            <pc:sldMk cId="687384172" sldId="310"/>
            <ac:spMk id="3" creationId="{EBEB0437-27A4-9D5B-D4A2-00135065DF5A}"/>
          </ac:spMkLst>
        </pc:spChg>
        <pc:spChg chg="del">
          <ac:chgData name="Vincent Straub" userId="cc81dce8-242d-424d-a3c5-7390e8e80d05" providerId="ADAL" clId="{B67718C7-85B5-4F46-8F0D-62F3F1A556F5}" dt="2022-07-19T11:25:12.233" v="4376" actId="478"/>
          <ac:spMkLst>
            <pc:docMk/>
            <pc:sldMk cId="687384172" sldId="310"/>
            <ac:spMk id="4" creationId="{485FF43D-3D2E-FA5C-8D44-71CAD38EE81B}"/>
          </ac:spMkLst>
        </pc:spChg>
        <pc:spChg chg="add del mod">
          <ac:chgData name="Vincent Straub" userId="cc81dce8-242d-424d-a3c5-7390e8e80d05" providerId="ADAL" clId="{B67718C7-85B5-4F46-8F0D-62F3F1A556F5}" dt="2022-07-19T11:25:14.952" v="4378"/>
          <ac:spMkLst>
            <pc:docMk/>
            <pc:sldMk cId="687384172" sldId="310"/>
            <ac:spMk id="5" creationId="{66D64E7A-58C8-C8B1-73C0-4CBCB7097577}"/>
          </ac:spMkLst>
        </pc:spChg>
        <pc:spChg chg="add mod">
          <ac:chgData name="Vincent Straub" userId="cc81dce8-242d-424d-a3c5-7390e8e80d05" providerId="ADAL" clId="{B67718C7-85B5-4F46-8F0D-62F3F1A556F5}" dt="2022-07-19T12:23:56.979" v="6603" actId="20577"/>
          <ac:spMkLst>
            <pc:docMk/>
            <pc:sldMk cId="687384172" sldId="310"/>
            <ac:spMk id="6" creationId="{4722D000-4EC3-15A0-BD49-149D10213388}"/>
          </ac:spMkLst>
        </pc:spChg>
        <pc:spChg chg="add mod">
          <ac:chgData name="Vincent Straub" userId="cc81dce8-242d-424d-a3c5-7390e8e80d05" providerId="ADAL" clId="{B67718C7-85B5-4F46-8F0D-62F3F1A556F5}" dt="2022-07-19T12:15:52.511" v="6211"/>
          <ac:spMkLst>
            <pc:docMk/>
            <pc:sldMk cId="687384172" sldId="310"/>
            <ac:spMk id="7" creationId="{8505E076-A0ED-FA39-E0A3-341E8218202B}"/>
          </ac:spMkLst>
        </pc:spChg>
        <pc:spChg chg="add mod">
          <ac:chgData name="Vincent Straub" userId="cc81dce8-242d-424d-a3c5-7390e8e80d05" providerId="ADAL" clId="{B67718C7-85B5-4F46-8F0D-62F3F1A556F5}" dt="2022-07-19T12:15:56.539" v="6212"/>
          <ac:spMkLst>
            <pc:docMk/>
            <pc:sldMk cId="687384172" sldId="310"/>
            <ac:spMk id="8" creationId="{7A8C1ED7-52F3-DED6-8DB2-FEE2B1095140}"/>
          </ac:spMkLst>
        </pc:spChg>
        <pc:spChg chg="add mod">
          <ac:chgData name="Vincent Straub" userId="cc81dce8-242d-424d-a3c5-7390e8e80d05" providerId="ADAL" clId="{B67718C7-85B5-4F46-8F0D-62F3F1A556F5}" dt="2022-07-19T12:15:56.539" v="6212"/>
          <ac:spMkLst>
            <pc:docMk/>
            <pc:sldMk cId="687384172" sldId="310"/>
            <ac:spMk id="9" creationId="{1E0DBBF2-F0F0-CC90-6270-D7E451466FCF}"/>
          </ac:spMkLst>
        </pc:spChg>
      </pc:sldChg>
      <pc:sldChg chg="addSp delSp modSp new mod modNotesTx">
        <pc:chgData name="Vincent Straub" userId="cc81dce8-242d-424d-a3c5-7390e8e80d05" providerId="ADAL" clId="{B67718C7-85B5-4F46-8F0D-62F3F1A556F5}" dt="2022-07-19T12:21:03.498" v="6503" actId="20577"/>
        <pc:sldMkLst>
          <pc:docMk/>
          <pc:sldMk cId="3451192180" sldId="311"/>
        </pc:sldMkLst>
        <pc:spChg chg="del">
          <ac:chgData name="Vincent Straub" userId="cc81dce8-242d-424d-a3c5-7390e8e80d05" providerId="ADAL" clId="{B67718C7-85B5-4F46-8F0D-62F3F1A556F5}" dt="2022-07-19T11:18:22.852" v="4240" actId="478"/>
          <ac:spMkLst>
            <pc:docMk/>
            <pc:sldMk cId="3451192180" sldId="311"/>
            <ac:spMk id="2" creationId="{98CE7594-7721-F1B4-DBA5-2984EB77B8C0}"/>
          </ac:spMkLst>
        </pc:spChg>
        <pc:spChg chg="del">
          <ac:chgData name="Vincent Straub" userId="cc81dce8-242d-424d-a3c5-7390e8e80d05" providerId="ADAL" clId="{B67718C7-85B5-4F46-8F0D-62F3F1A556F5}" dt="2022-07-19T11:18:22.852" v="4240" actId="478"/>
          <ac:spMkLst>
            <pc:docMk/>
            <pc:sldMk cId="3451192180" sldId="311"/>
            <ac:spMk id="3" creationId="{159BE21B-9097-F23A-AA93-ED58DC5B05E4}"/>
          </ac:spMkLst>
        </pc:spChg>
        <pc:spChg chg="del">
          <ac:chgData name="Vincent Straub" userId="cc81dce8-242d-424d-a3c5-7390e8e80d05" providerId="ADAL" clId="{B67718C7-85B5-4F46-8F0D-62F3F1A556F5}" dt="2022-07-19T11:18:22.852" v="4240" actId="478"/>
          <ac:spMkLst>
            <pc:docMk/>
            <pc:sldMk cId="3451192180" sldId="311"/>
            <ac:spMk id="4" creationId="{9BE09D38-412C-075F-E1BB-5614FA049364}"/>
          </ac:spMkLst>
        </pc:spChg>
        <pc:spChg chg="add del mod">
          <ac:chgData name="Vincent Straub" userId="cc81dce8-242d-424d-a3c5-7390e8e80d05" providerId="ADAL" clId="{B67718C7-85B5-4F46-8F0D-62F3F1A556F5}" dt="2022-07-19T11:18:33.666" v="4243"/>
          <ac:spMkLst>
            <pc:docMk/>
            <pc:sldMk cId="3451192180" sldId="311"/>
            <ac:spMk id="5" creationId="{2E1A0FEF-5A14-B24E-9BF7-45B048609669}"/>
          </ac:spMkLst>
        </pc:spChg>
        <pc:spChg chg="add del mod">
          <ac:chgData name="Vincent Straub" userId="cc81dce8-242d-424d-a3c5-7390e8e80d05" providerId="ADAL" clId="{B67718C7-85B5-4F46-8F0D-62F3F1A556F5}" dt="2022-07-19T11:22:27.170" v="4361" actId="478"/>
          <ac:spMkLst>
            <pc:docMk/>
            <pc:sldMk cId="3451192180" sldId="311"/>
            <ac:spMk id="6" creationId="{2A465876-19DB-8E17-FA2F-55C1EC757332}"/>
          </ac:spMkLst>
        </pc:spChg>
        <pc:spChg chg="add del mod">
          <ac:chgData name="Vincent Straub" userId="cc81dce8-242d-424d-a3c5-7390e8e80d05" providerId="ADAL" clId="{B67718C7-85B5-4F46-8F0D-62F3F1A556F5}" dt="2022-07-19T11:18:42.836" v="4248"/>
          <ac:spMkLst>
            <pc:docMk/>
            <pc:sldMk cId="3451192180" sldId="311"/>
            <ac:spMk id="7" creationId="{61C70A6C-95F5-164B-0E64-47507184E480}"/>
          </ac:spMkLst>
        </pc:spChg>
        <pc:spChg chg="add mod">
          <ac:chgData name="Vincent Straub" userId="cc81dce8-242d-424d-a3c5-7390e8e80d05" providerId="ADAL" clId="{B67718C7-85B5-4F46-8F0D-62F3F1A556F5}" dt="2022-07-19T12:14:56.157" v="6197" actId="20577"/>
          <ac:spMkLst>
            <pc:docMk/>
            <pc:sldMk cId="3451192180" sldId="311"/>
            <ac:spMk id="8" creationId="{88D972BC-C8C4-3B1A-9A72-CEBEDB2C7C95}"/>
          </ac:spMkLst>
        </pc:spChg>
        <pc:spChg chg="add mod">
          <ac:chgData name="Vincent Straub" userId="cc81dce8-242d-424d-a3c5-7390e8e80d05" providerId="ADAL" clId="{B67718C7-85B5-4F46-8F0D-62F3F1A556F5}" dt="2022-07-19T12:11:11.669" v="6119" actId="1076"/>
          <ac:spMkLst>
            <pc:docMk/>
            <pc:sldMk cId="3451192180" sldId="311"/>
            <ac:spMk id="9" creationId="{CA3E9EF2-F8DD-BF55-CABD-330B1C79F8DE}"/>
          </ac:spMkLst>
        </pc:spChg>
        <pc:spChg chg="add mod">
          <ac:chgData name="Vincent Straub" userId="cc81dce8-242d-424d-a3c5-7390e8e80d05" providerId="ADAL" clId="{B67718C7-85B5-4F46-8F0D-62F3F1A556F5}" dt="2022-07-19T12:21:03.498" v="6503" actId="20577"/>
          <ac:spMkLst>
            <pc:docMk/>
            <pc:sldMk cId="3451192180" sldId="311"/>
            <ac:spMk id="11" creationId="{55CCF700-67D0-4AA3-F5C4-47CAF856CEA6}"/>
          </ac:spMkLst>
        </pc:spChg>
        <pc:spChg chg="add mod">
          <ac:chgData name="Vincent Straub" userId="cc81dce8-242d-424d-a3c5-7390e8e80d05" providerId="ADAL" clId="{B67718C7-85B5-4F46-8F0D-62F3F1A556F5}" dt="2022-07-19T12:15:24.856" v="6200"/>
          <ac:spMkLst>
            <pc:docMk/>
            <pc:sldMk cId="3451192180" sldId="311"/>
            <ac:spMk id="12" creationId="{CC9BEBAC-412A-91A1-4B5D-5E422A6326F4}"/>
          </ac:spMkLst>
        </pc:spChg>
        <pc:spChg chg="add mod">
          <ac:chgData name="Vincent Straub" userId="cc81dce8-242d-424d-a3c5-7390e8e80d05" providerId="ADAL" clId="{B67718C7-85B5-4F46-8F0D-62F3F1A556F5}" dt="2022-07-19T12:15:24.856" v="6200"/>
          <ac:spMkLst>
            <pc:docMk/>
            <pc:sldMk cId="3451192180" sldId="311"/>
            <ac:spMk id="13" creationId="{DAF2709E-E7A0-A8C7-6B92-8803E86914DD}"/>
          </ac:spMkLst>
        </pc:spChg>
        <pc:spChg chg="add mod">
          <ac:chgData name="Vincent Straub" userId="cc81dce8-242d-424d-a3c5-7390e8e80d05" providerId="ADAL" clId="{B67718C7-85B5-4F46-8F0D-62F3F1A556F5}" dt="2022-07-19T12:15:35.937" v="6202"/>
          <ac:spMkLst>
            <pc:docMk/>
            <pc:sldMk cId="3451192180" sldId="311"/>
            <ac:spMk id="14" creationId="{99F30583-F869-D748-1807-B4A7F6AA4EF6}"/>
          </ac:spMkLst>
        </pc:spChg>
        <pc:picChg chg="add mod">
          <ac:chgData name="Vincent Straub" userId="cc81dce8-242d-424d-a3c5-7390e8e80d05" providerId="ADAL" clId="{B67718C7-85B5-4F46-8F0D-62F3F1A556F5}" dt="2022-07-19T12:11:06.511" v="6118" actId="1076"/>
          <ac:picMkLst>
            <pc:docMk/>
            <pc:sldMk cId="3451192180" sldId="311"/>
            <ac:picMk id="10" creationId="{712D3E60-BD63-ACE8-5271-842F381A7264}"/>
          </ac:picMkLst>
        </pc:picChg>
      </pc:sldChg>
      <pc:sldChg chg="new del">
        <pc:chgData name="Vincent Straub" userId="cc81dce8-242d-424d-a3c5-7390e8e80d05" providerId="ADAL" clId="{B67718C7-85B5-4F46-8F0D-62F3F1A556F5}" dt="2022-07-19T11:37:42.811" v="4845" actId="2696"/>
        <pc:sldMkLst>
          <pc:docMk/>
          <pc:sldMk cId="1622617299" sldId="312"/>
        </pc:sldMkLst>
      </pc:sldChg>
      <pc:sldChg chg="delSp modSp add mod">
        <pc:chgData name="Vincent Straub" userId="cc81dce8-242d-424d-a3c5-7390e8e80d05" providerId="ADAL" clId="{B67718C7-85B5-4F46-8F0D-62F3F1A556F5}" dt="2022-07-19T12:28:35.494" v="6736" actId="5793"/>
        <pc:sldMkLst>
          <pc:docMk/>
          <pc:sldMk cId="1625489498" sldId="313"/>
        </pc:sldMkLst>
        <pc:spChg chg="del mod">
          <ac:chgData name="Vincent Straub" userId="cc81dce8-242d-424d-a3c5-7390e8e80d05" providerId="ADAL" clId="{B67718C7-85B5-4F46-8F0D-62F3F1A556F5}" dt="2022-07-19T11:44:09.289" v="5462" actId="478"/>
          <ac:spMkLst>
            <pc:docMk/>
            <pc:sldMk cId="1625489498" sldId="313"/>
            <ac:spMk id="5" creationId="{00000000-0000-0000-0000-000000000000}"/>
          </ac:spMkLst>
        </pc:spChg>
        <pc:spChg chg="mod">
          <ac:chgData name="Vincent Straub" userId="cc81dce8-242d-424d-a3c5-7390e8e80d05" providerId="ADAL" clId="{B67718C7-85B5-4F46-8F0D-62F3F1A556F5}" dt="2022-07-19T12:28:35.494" v="6736" actId="5793"/>
          <ac:spMkLst>
            <pc:docMk/>
            <pc:sldMk cId="1625489498" sldId="313"/>
            <ac:spMk id="8" creationId="{C45AF58D-E46E-384B-4BD0-BF383F532AAD}"/>
          </ac:spMkLst>
        </pc:spChg>
      </pc:sldChg>
      <pc:sldChg chg="addSp modSp add mod ord">
        <pc:chgData name="Vincent Straub" userId="cc81dce8-242d-424d-a3c5-7390e8e80d05" providerId="ADAL" clId="{B67718C7-85B5-4F46-8F0D-62F3F1A556F5}" dt="2022-07-19T12:37:19.731" v="7230" actId="404"/>
        <pc:sldMkLst>
          <pc:docMk/>
          <pc:sldMk cId="792760264" sldId="314"/>
        </pc:sldMkLst>
        <pc:spChg chg="mod">
          <ac:chgData name="Vincent Straub" userId="cc81dce8-242d-424d-a3c5-7390e8e80d05" providerId="ADAL" clId="{B67718C7-85B5-4F46-8F0D-62F3F1A556F5}" dt="2022-07-19T12:29:56.660" v="6887" actId="20577"/>
          <ac:spMkLst>
            <pc:docMk/>
            <pc:sldMk cId="792760264" sldId="314"/>
            <ac:spMk id="2" creationId="{51B96142-6288-9B13-7C3D-AFEB2FD234F5}"/>
          </ac:spMkLst>
        </pc:spChg>
        <pc:spChg chg="mod">
          <ac:chgData name="Vincent Straub" userId="cc81dce8-242d-424d-a3c5-7390e8e80d05" providerId="ADAL" clId="{B67718C7-85B5-4F46-8F0D-62F3F1A556F5}" dt="2022-07-19T12:37:19.731" v="7230" actId="404"/>
          <ac:spMkLst>
            <pc:docMk/>
            <pc:sldMk cId="792760264" sldId="314"/>
            <ac:spMk id="3" creationId="{7B15C4DB-93FC-78CB-F24A-B3DA63E2F29F}"/>
          </ac:spMkLst>
        </pc:spChg>
        <pc:spChg chg="add mod">
          <ac:chgData name="Vincent Straub" userId="cc81dce8-242d-424d-a3c5-7390e8e80d05" providerId="ADAL" clId="{B67718C7-85B5-4F46-8F0D-62F3F1A556F5}" dt="2022-07-19T12:16:12.624" v="6222"/>
          <ac:spMkLst>
            <pc:docMk/>
            <pc:sldMk cId="792760264" sldId="314"/>
            <ac:spMk id="6" creationId="{61A56EF0-5B91-CD92-4D01-C54AE1EE38F3}"/>
          </ac:spMkLst>
        </pc:spChg>
      </pc:sldChg>
      <pc:sldChg chg="addSp delSp modSp add mod setBg">
        <pc:chgData name="Vincent Straub" userId="cc81dce8-242d-424d-a3c5-7390e8e80d05" providerId="ADAL" clId="{B67718C7-85B5-4F46-8F0D-62F3F1A556F5}" dt="2022-07-19T12:37:33.053" v="7240" actId="20577"/>
        <pc:sldMkLst>
          <pc:docMk/>
          <pc:sldMk cId="3058255167" sldId="315"/>
        </pc:sldMkLst>
        <pc:spChg chg="del mod">
          <ac:chgData name="Vincent Straub" userId="cc81dce8-242d-424d-a3c5-7390e8e80d05" providerId="ADAL" clId="{B67718C7-85B5-4F46-8F0D-62F3F1A556F5}" dt="2022-07-19T12:36:42.417" v="7199" actId="478"/>
          <ac:spMkLst>
            <pc:docMk/>
            <pc:sldMk cId="3058255167" sldId="315"/>
            <ac:spMk id="2" creationId="{51B96142-6288-9B13-7C3D-AFEB2FD234F5}"/>
          </ac:spMkLst>
        </pc:spChg>
        <pc:spChg chg="mod">
          <ac:chgData name="Vincent Straub" userId="cc81dce8-242d-424d-a3c5-7390e8e80d05" providerId="ADAL" clId="{B67718C7-85B5-4F46-8F0D-62F3F1A556F5}" dt="2022-07-19T12:37:15.338" v="7229" actId="14100"/>
          <ac:spMkLst>
            <pc:docMk/>
            <pc:sldMk cId="3058255167" sldId="315"/>
            <ac:spMk id="3" creationId="{7B15C4DB-93FC-78CB-F24A-B3DA63E2F29F}"/>
          </ac:spMkLst>
        </pc:spChg>
        <pc:spChg chg="mod">
          <ac:chgData name="Vincent Straub" userId="cc81dce8-242d-424d-a3c5-7390e8e80d05" providerId="ADAL" clId="{B67718C7-85B5-4F46-8F0D-62F3F1A556F5}" dt="2022-07-19T12:34:53.637" v="7155" actId="26606"/>
          <ac:spMkLst>
            <pc:docMk/>
            <pc:sldMk cId="3058255167" sldId="315"/>
            <ac:spMk id="4" creationId="{9333D90C-77CF-6764-F86B-3AD14A50962F}"/>
          </ac:spMkLst>
        </pc:spChg>
        <pc:spChg chg="mod">
          <ac:chgData name="Vincent Straub" userId="cc81dce8-242d-424d-a3c5-7390e8e80d05" providerId="ADAL" clId="{B67718C7-85B5-4F46-8F0D-62F3F1A556F5}" dt="2022-07-19T12:34:53.637" v="7155" actId="26606"/>
          <ac:spMkLst>
            <pc:docMk/>
            <pc:sldMk cId="3058255167" sldId="315"/>
            <ac:spMk id="5" creationId="{D472CF1F-C7C9-AE60-EDE0-0B2CE0089535}"/>
          </ac:spMkLst>
        </pc:spChg>
        <pc:spChg chg="mod">
          <ac:chgData name="Vincent Straub" userId="cc81dce8-242d-424d-a3c5-7390e8e80d05" providerId="ADAL" clId="{B67718C7-85B5-4F46-8F0D-62F3F1A556F5}" dt="2022-07-19T12:34:53.637" v="7155" actId="26606"/>
          <ac:spMkLst>
            <pc:docMk/>
            <pc:sldMk cId="3058255167" sldId="315"/>
            <ac:spMk id="6" creationId="{61A56EF0-5B91-CD92-4D01-C54AE1EE38F3}"/>
          </ac:spMkLst>
        </pc:spChg>
        <pc:spChg chg="add mod">
          <ac:chgData name="Vincent Straub" userId="cc81dce8-242d-424d-a3c5-7390e8e80d05" providerId="ADAL" clId="{B67718C7-85B5-4F46-8F0D-62F3F1A556F5}" dt="2022-07-19T12:36:05.541" v="7197" actId="14100"/>
          <ac:spMkLst>
            <pc:docMk/>
            <pc:sldMk cId="3058255167" sldId="315"/>
            <ac:spMk id="8" creationId="{52990F57-66E4-CB2C-DAE4-94A22B055BFA}"/>
          </ac:spMkLst>
        </pc:spChg>
        <pc:spChg chg="add del mod">
          <ac:chgData name="Vincent Straub" userId="cc81dce8-242d-424d-a3c5-7390e8e80d05" providerId="ADAL" clId="{B67718C7-85B5-4F46-8F0D-62F3F1A556F5}" dt="2022-07-19T12:36:44.041" v="7201" actId="478"/>
          <ac:spMkLst>
            <pc:docMk/>
            <pc:sldMk cId="3058255167" sldId="315"/>
            <ac:spMk id="10" creationId="{05FCD283-7D78-7F6A-70AE-5C07D86FD66F}"/>
          </ac:spMkLst>
        </pc:spChg>
        <pc:spChg chg="add del mod">
          <ac:chgData name="Vincent Straub" userId="cc81dce8-242d-424d-a3c5-7390e8e80d05" providerId="ADAL" clId="{B67718C7-85B5-4F46-8F0D-62F3F1A556F5}" dt="2022-07-19T12:37:27.526" v="7232" actId="478"/>
          <ac:spMkLst>
            <pc:docMk/>
            <pc:sldMk cId="3058255167" sldId="315"/>
            <ac:spMk id="11" creationId="{40B8321C-01DB-DD36-D86C-BDBBD28A8653}"/>
          </ac:spMkLst>
        </pc:spChg>
        <pc:spChg chg="add">
          <ac:chgData name="Vincent Straub" userId="cc81dce8-242d-424d-a3c5-7390e8e80d05" providerId="ADAL" clId="{B67718C7-85B5-4F46-8F0D-62F3F1A556F5}" dt="2022-07-19T12:34:53.637" v="7155" actId="26606"/>
          <ac:spMkLst>
            <pc:docMk/>
            <pc:sldMk cId="3058255167" sldId="315"/>
            <ac:spMk id="12" creationId="{46F7435D-E3DB-47B1-BA61-B00ACC83A9DE}"/>
          </ac:spMkLst>
        </pc:spChg>
        <pc:spChg chg="add mod">
          <ac:chgData name="Vincent Straub" userId="cc81dce8-242d-424d-a3c5-7390e8e80d05" providerId="ADAL" clId="{B67718C7-85B5-4F46-8F0D-62F3F1A556F5}" dt="2022-07-19T12:37:33.053" v="7240" actId="20577"/>
          <ac:spMkLst>
            <pc:docMk/>
            <pc:sldMk cId="3058255167" sldId="315"/>
            <ac:spMk id="13" creationId="{9937D5B1-2274-5A41-C7AB-7F994AF67CBC}"/>
          </ac:spMkLst>
        </pc:spChg>
        <pc:spChg chg="add">
          <ac:chgData name="Vincent Straub" userId="cc81dce8-242d-424d-a3c5-7390e8e80d05" providerId="ADAL" clId="{B67718C7-85B5-4F46-8F0D-62F3F1A556F5}" dt="2022-07-19T12:34:53.637" v="7155" actId="26606"/>
          <ac:spMkLst>
            <pc:docMk/>
            <pc:sldMk cId="3058255167" sldId="315"/>
            <ac:spMk id="14" creationId="{F263A0B5-F8C4-4116-809F-78A768EA79A6}"/>
          </ac:spMkLst>
        </pc:spChg>
        <pc:picChg chg="add mod ord">
          <ac:chgData name="Vincent Straub" userId="cc81dce8-242d-424d-a3c5-7390e8e80d05" providerId="ADAL" clId="{B67718C7-85B5-4F46-8F0D-62F3F1A556F5}" dt="2022-07-19T12:36:01.018" v="7195" actId="1076"/>
          <ac:picMkLst>
            <pc:docMk/>
            <pc:sldMk cId="3058255167" sldId="315"/>
            <ac:picMk id="7" creationId="{511606D6-6B8D-BFCD-5828-B6A9AC7AB4C9}"/>
          </ac:picMkLst>
        </pc:picChg>
      </pc:sldChg>
      <pc:sldChg chg="addSp delSp modSp new del mod">
        <pc:chgData name="Vincent Straub" userId="cc81dce8-242d-424d-a3c5-7390e8e80d05" providerId="ADAL" clId="{B67718C7-85B5-4F46-8F0D-62F3F1A556F5}" dt="2022-07-19T12:31:00.635" v="6912" actId="2696"/>
        <pc:sldMkLst>
          <pc:docMk/>
          <pc:sldMk cId="3986500223" sldId="315"/>
        </pc:sldMkLst>
        <pc:spChg chg="add del mod">
          <ac:chgData name="Vincent Straub" userId="cc81dce8-242d-424d-a3c5-7390e8e80d05" providerId="ADAL" clId="{B67718C7-85B5-4F46-8F0D-62F3F1A556F5}" dt="2022-07-19T12:30:59.079" v="6911" actId="478"/>
          <ac:spMkLst>
            <pc:docMk/>
            <pc:sldMk cId="3986500223" sldId="315"/>
            <ac:spMk id="4" creationId="{E8372577-7986-2911-392C-696180E45A61}"/>
          </ac:spMkLst>
        </pc:spChg>
      </pc:sldChg>
      <pc:sldChg chg="modSp mod">
        <pc:chgData name="Vincent Straub" userId="cc81dce8-242d-424d-a3c5-7390e8e80d05" providerId="ADAL" clId="{B67718C7-85B5-4F46-8F0D-62F3F1A556F5}" dt="2022-07-20T11:48:36.188" v="7258"/>
        <pc:sldMkLst>
          <pc:docMk/>
          <pc:sldMk cId="250490490" sldId="316"/>
        </pc:sldMkLst>
        <pc:spChg chg="mod">
          <ac:chgData name="Vincent Straub" userId="cc81dce8-242d-424d-a3c5-7390e8e80d05" providerId="ADAL" clId="{B67718C7-85B5-4F46-8F0D-62F3F1A556F5}" dt="2022-07-20T11:48:36.188" v="7258"/>
          <ac:spMkLst>
            <pc:docMk/>
            <pc:sldMk cId="250490490" sldId="316"/>
            <ac:spMk id="3" creationId="{7B15C4DB-93FC-78CB-F24A-B3DA63E2F29F}"/>
          </ac:spMkLst>
        </pc:spChg>
      </pc:sldChg>
      <pc:sldMasterChg chg="delSldLayout">
        <pc:chgData name="Vincent Straub" userId="cc81dce8-242d-424d-a3c5-7390e8e80d05" providerId="ADAL" clId="{B67718C7-85B5-4F46-8F0D-62F3F1A556F5}" dt="2022-07-19T11:37:32.346" v="4844" actId="2696"/>
        <pc:sldMasterMkLst>
          <pc:docMk/>
          <pc:sldMasterMk cId="2460954070" sldId="2147483660"/>
        </pc:sldMasterMkLst>
        <pc:sldLayoutChg chg="del">
          <pc:chgData name="Vincent Straub" userId="cc81dce8-242d-424d-a3c5-7390e8e80d05" providerId="ADAL" clId="{B67718C7-85B5-4F46-8F0D-62F3F1A556F5}" dt="2022-07-14T13:12:01.505" v="1169" actId="2696"/>
          <pc:sldLayoutMkLst>
            <pc:docMk/>
            <pc:sldMasterMk cId="2460954070" sldId="2147483660"/>
            <pc:sldLayoutMk cId="1313329091" sldId="2147483672"/>
          </pc:sldLayoutMkLst>
        </pc:sldLayoutChg>
        <pc:sldLayoutChg chg="del">
          <pc:chgData name="Vincent Straub" userId="cc81dce8-242d-424d-a3c5-7390e8e80d05" providerId="ADAL" clId="{B67718C7-85B5-4F46-8F0D-62F3F1A556F5}" dt="2022-07-19T11:37:32.346" v="4844" actId="2696"/>
          <pc:sldLayoutMkLst>
            <pc:docMk/>
            <pc:sldMasterMk cId="2460954070" sldId="2147483660"/>
            <pc:sldLayoutMk cId="2062864504" sldId="2147483678"/>
          </pc:sldLayoutMkLst>
        </pc:sldLayoutChg>
      </pc:sldMasterChg>
    </pc:docChg>
  </pc:docChgLst>
  <pc:docChgLst>
    <pc:chgData name="Vincent Straub" userId="S::vstraub@turing.ac.uk::cc81dce8-242d-424d-a3c5-7390e8e80d05" providerId="AD" clId="Web-{87C91412-D808-06D3-FA7B-F7D99B980A79}"/>
    <pc:docChg chg="addSld delSld modSld sldOrd">
      <pc:chgData name="Vincent Straub" userId="S::vstraub@turing.ac.uk::cc81dce8-242d-424d-a3c5-7390e8e80d05" providerId="AD" clId="Web-{87C91412-D808-06D3-FA7B-F7D99B980A79}" dt="2022-07-20T11:46:36.275" v="32" actId="20577"/>
      <pc:docMkLst>
        <pc:docMk/>
      </pc:docMkLst>
      <pc:sldChg chg="modSp add ord replId">
        <pc:chgData name="Vincent Straub" userId="S::vstraub@turing.ac.uk::cc81dce8-242d-424d-a3c5-7390e8e80d05" providerId="AD" clId="Web-{87C91412-D808-06D3-FA7B-F7D99B980A79}" dt="2022-07-20T11:46:36.275" v="32" actId="20577"/>
        <pc:sldMkLst>
          <pc:docMk/>
          <pc:sldMk cId="250490490" sldId="316"/>
        </pc:sldMkLst>
        <pc:spChg chg="mod">
          <ac:chgData name="Vincent Straub" userId="S::vstraub@turing.ac.uk::cc81dce8-242d-424d-a3c5-7390e8e80d05" providerId="AD" clId="Web-{87C91412-D808-06D3-FA7B-F7D99B980A79}" dt="2022-07-20T11:43:48.553" v="9" actId="20577"/>
          <ac:spMkLst>
            <pc:docMk/>
            <pc:sldMk cId="250490490" sldId="316"/>
            <ac:spMk id="2" creationId="{51B96142-6288-9B13-7C3D-AFEB2FD234F5}"/>
          </ac:spMkLst>
        </pc:spChg>
        <pc:spChg chg="mod">
          <ac:chgData name="Vincent Straub" userId="S::vstraub@turing.ac.uk::cc81dce8-242d-424d-a3c5-7390e8e80d05" providerId="AD" clId="Web-{87C91412-D808-06D3-FA7B-F7D99B980A79}" dt="2022-07-20T11:46:36.275" v="32" actId="20577"/>
          <ac:spMkLst>
            <pc:docMk/>
            <pc:sldMk cId="250490490" sldId="316"/>
            <ac:spMk id="3" creationId="{7B15C4DB-93FC-78CB-F24A-B3DA63E2F29F}"/>
          </ac:spMkLst>
        </pc:spChg>
      </pc:sldChg>
      <pc:sldChg chg="new del">
        <pc:chgData name="Vincent Straub" userId="S::vstraub@turing.ac.uk::cc81dce8-242d-424d-a3c5-7390e8e80d05" providerId="AD" clId="Web-{87C91412-D808-06D3-FA7B-F7D99B980A79}" dt="2022-07-20T11:43:27.787" v="1"/>
        <pc:sldMkLst>
          <pc:docMk/>
          <pc:sldMk cId="658468449" sldId="316"/>
        </pc:sldMkLst>
      </pc:sldChg>
    </pc:docChg>
  </pc:docChgLst>
  <pc:docChgLst>
    <pc:chgData name="Vincent Straub" userId="S::vstraub@turing.ac.uk::cc81dce8-242d-424d-a3c5-7390e8e80d05" providerId="AD" clId="Web-{00708440-F4FE-6233-7DE5-A4551C94F015}"/>
    <pc:docChg chg="addSld delSld modSld">
      <pc:chgData name="Vincent Straub" userId="S::vstraub@turing.ac.uk::cc81dce8-242d-424d-a3c5-7390e8e80d05" providerId="AD" clId="Web-{00708440-F4FE-6233-7DE5-A4551C94F015}" dt="2023-05-12T08:45:37.235" v="102"/>
      <pc:docMkLst>
        <pc:docMk/>
      </pc:docMkLst>
      <pc:sldChg chg="del">
        <pc:chgData name="Vincent Straub" userId="S::vstraub@turing.ac.uk::cc81dce8-242d-424d-a3c5-7390e8e80d05" providerId="AD" clId="Web-{00708440-F4FE-6233-7DE5-A4551C94F015}" dt="2023-05-12T08:42:28.074" v="17"/>
        <pc:sldMkLst>
          <pc:docMk/>
          <pc:sldMk cId="2435203686" sldId="257"/>
        </pc:sldMkLst>
      </pc:sldChg>
      <pc:sldChg chg="del">
        <pc:chgData name="Vincent Straub" userId="S::vstraub@turing.ac.uk::cc81dce8-242d-424d-a3c5-7390e8e80d05" providerId="AD" clId="Web-{00708440-F4FE-6233-7DE5-A4551C94F015}" dt="2023-05-12T08:42:26.168" v="16"/>
        <pc:sldMkLst>
          <pc:docMk/>
          <pc:sldMk cId="4283676588" sldId="261"/>
        </pc:sldMkLst>
      </pc:sldChg>
      <pc:sldChg chg="addSp delSp modSp">
        <pc:chgData name="Vincent Straub" userId="S::vstraub@turing.ac.uk::cc81dce8-242d-424d-a3c5-7390e8e80d05" providerId="AD" clId="Web-{00708440-F4FE-6233-7DE5-A4551C94F015}" dt="2023-05-12T08:45:11.969" v="93" actId="1076"/>
        <pc:sldMkLst>
          <pc:docMk/>
          <pc:sldMk cId="4099870511" sldId="262"/>
        </pc:sldMkLst>
        <pc:spChg chg="add del mod">
          <ac:chgData name="Vincent Straub" userId="S::vstraub@turing.ac.uk::cc81dce8-242d-424d-a3c5-7390e8e80d05" providerId="AD" clId="Web-{00708440-F4FE-6233-7DE5-A4551C94F015}" dt="2023-05-12T08:44:53.109" v="89"/>
          <ac:spMkLst>
            <pc:docMk/>
            <pc:sldMk cId="4099870511" sldId="262"/>
            <ac:spMk id="3" creationId="{F95F044A-53A3-0839-5A43-BE27B247964C}"/>
          </ac:spMkLst>
        </pc:spChg>
        <pc:spChg chg="add del mod">
          <ac:chgData name="Vincent Straub" userId="S::vstraub@turing.ac.uk::cc81dce8-242d-424d-a3c5-7390e8e80d05" providerId="AD" clId="Web-{00708440-F4FE-6233-7DE5-A4551C94F015}" dt="2023-05-12T08:45:11.969" v="93" actId="1076"/>
          <ac:spMkLst>
            <pc:docMk/>
            <pc:sldMk cId="4099870511" sldId="262"/>
            <ac:spMk id="13" creationId="{00000000-0000-0000-0000-000000000000}"/>
          </ac:spMkLst>
        </pc:spChg>
        <pc:spChg chg="add del mod">
          <ac:chgData name="Vincent Straub" userId="S::vstraub@turing.ac.uk::cc81dce8-242d-424d-a3c5-7390e8e80d05" providerId="AD" clId="Web-{00708440-F4FE-6233-7DE5-A4551C94F015}" dt="2023-05-12T08:44:53.109" v="89"/>
          <ac:spMkLst>
            <pc:docMk/>
            <pc:sldMk cId="4099870511" sldId="262"/>
            <ac:spMk id="15" creationId="{AFF0EC38-EA29-4994-B3B4-31D28A776EDA}"/>
          </ac:spMkLst>
        </pc:spChg>
      </pc:sldChg>
      <pc:sldChg chg="delSp modSp">
        <pc:chgData name="Vincent Straub" userId="S::vstraub@turing.ac.uk::cc81dce8-242d-424d-a3c5-7390e8e80d05" providerId="AD" clId="Web-{00708440-F4FE-6233-7DE5-A4551C94F015}" dt="2023-05-12T08:44:39.109" v="83" actId="20577"/>
        <pc:sldMkLst>
          <pc:docMk/>
          <pc:sldMk cId="773294712" sldId="264"/>
        </pc:sldMkLst>
        <pc:spChg chg="mod">
          <ac:chgData name="Vincent Straub" userId="S::vstraub@turing.ac.uk::cc81dce8-242d-424d-a3c5-7390e8e80d05" providerId="AD" clId="Web-{00708440-F4FE-6233-7DE5-A4551C94F015}" dt="2023-05-12T08:44:06.373" v="73" actId="20577"/>
          <ac:spMkLst>
            <pc:docMk/>
            <pc:sldMk cId="773294712" sldId="264"/>
            <ac:spMk id="6" creationId="{00000000-0000-0000-0000-000000000000}"/>
          </ac:spMkLst>
        </pc:spChg>
        <pc:spChg chg="mod">
          <ac:chgData name="Vincent Straub" userId="S::vstraub@turing.ac.uk::cc81dce8-242d-424d-a3c5-7390e8e80d05" providerId="AD" clId="Web-{00708440-F4FE-6233-7DE5-A4551C94F015}" dt="2023-05-12T08:44:13.827" v="77" actId="20577"/>
          <ac:spMkLst>
            <pc:docMk/>
            <pc:sldMk cId="773294712" sldId="264"/>
            <ac:spMk id="7" creationId="{00000000-0000-0000-0000-000000000000}"/>
          </ac:spMkLst>
        </pc:spChg>
        <pc:spChg chg="mod">
          <ac:chgData name="Vincent Straub" userId="S::vstraub@turing.ac.uk::cc81dce8-242d-424d-a3c5-7390e8e80d05" providerId="AD" clId="Web-{00708440-F4FE-6233-7DE5-A4551C94F015}" dt="2023-05-12T08:44:39.109" v="83" actId="20577"/>
          <ac:spMkLst>
            <pc:docMk/>
            <pc:sldMk cId="773294712" sldId="264"/>
            <ac:spMk id="8" creationId="{16403544-5A93-06CE-42AB-FF9887778C28}"/>
          </ac:spMkLst>
        </pc:spChg>
        <pc:spChg chg="del">
          <ac:chgData name="Vincent Straub" userId="S::vstraub@turing.ac.uk::cc81dce8-242d-424d-a3c5-7390e8e80d05" providerId="AD" clId="Web-{00708440-F4FE-6233-7DE5-A4551C94F015}" dt="2023-05-12T08:43:14.997" v="57"/>
          <ac:spMkLst>
            <pc:docMk/>
            <pc:sldMk cId="773294712" sldId="264"/>
            <ac:spMk id="13" creationId="{00000000-0000-0000-0000-000000000000}"/>
          </ac:spMkLst>
        </pc:spChg>
      </pc:sldChg>
      <pc:sldChg chg="delSp new">
        <pc:chgData name="Vincent Straub" userId="S::vstraub@turing.ac.uk::cc81dce8-242d-424d-a3c5-7390e8e80d05" providerId="AD" clId="Web-{00708440-F4FE-6233-7DE5-A4551C94F015}" dt="2023-05-12T08:44:23.952" v="81"/>
        <pc:sldMkLst>
          <pc:docMk/>
          <pc:sldMk cId="1063637140" sldId="265"/>
        </pc:sldMkLst>
        <pc:spChg chg="del">
          <ac:chgData name="Vincent Straub" userId="S::vstraub@turing.ac.uk::cc81dce8-242d-424d-a3c5-7390e8e80d05" providerId="AD" clId="Web-{00708440-F4FE-6233-7DE5-A4551C94F015}" dt="2023-05-12T08:44:22.249" v="80"/>
          <ac:spMkLst>
            <pc:docMk/>
            <pc:sldMk cId="1063637140" sldId="265"/>
            <ac:spMk id="2" creationId="{E470A5FA-C82B-4045-2DF1-D8A05EECEF55}"/>
          </ac:spMkLst>
        </pc:spChg>
        <pc:spChg chg="del">
          <ac:chgData name="Vincent Straub" userId="S::vstraub@turing.ac.uk::cc81dce8-242d-424d-a3c5-7390e8e80d05" providerId="AD" clId="Web-{00708440-F4FE-6233-7DE5-A4551C94F015}" dt="2023-05-12T08:44:20.655" v="79"/>
          <ac:spMkLst>
            <pc:docMk/>
            <pc:sldMk cId="1063637140" sldId="265"/>
            <ac:spMk id="3" creationId="{CE702C04-A03E-832F-E2AE-E9C8D30574D3}"/>
          </ac:spMkLst>
        </pc:spChg>
        <pc:spChg chg="del">
          <ac:chgData name="Vincent Straub" userId="S::vstraub@turing.ac.uk::cc81dce8-242d-424d-a3c5-7390e8e80d05" providerId="AD" clId="Web-{00708440-F4FE-6233-7DE5-A4551C94F015}" dt="2023-05-12T08:44:20.655" v="78"/>
          <ac:spMkLst>
            <pc:docMk/>
            <pc:sldMk cId="1063637140" sldId="265"/>
            <ac:spMk id="4" creationId="{E9030DB1-4263-4DFB-A235-EABF1569B741}"/>
          </ac:spMkLst>
        </pc:spChg>
        <pc:spChg chg="del">
          <ac:chgData name="Vincent Straub" userId="S::vstraub@turing.ac.uk::cc81dce8-242d-424d-a3c5-7390e8e80d05" providerId="AD" clId="Web-{00708440-F4FE-6233-7DE5-A4551C94F015}" dt="2023-05-12T08:44:23.952" v="81"/>
          <ac:spMkLst>
            <pc:docMk/>
            <pc:sldMk cId="1063637140" sldId="265"/>
            <ac:spMk id="5" creationId="{EC4DB53F-DB28-9113-3386-91624EDF34D0}"/>
          </ac:spMkLst>
        </pc:spChg>
      </pc:sldChg>
      <pc:sldChg chg="delSp new">
        <pc:chgData name="Vincent Straub" userId="S::vstraub@turing.ac.uk::cc81dce8-242d-424d-a3c5-7390e8e80d05" providerId="AD" clId="Web-{00708440-F4FE-6233-7DE5-A4551C94F015}" dt="2023-05-12T08:45:29.438" v="97"/>
        <pc:sldMkLst>
          <pc:docMk/>
          <pc:sldMk cId="219528012" sldId="266"/>
        </pc:sldMkLst>
        <pc:spChg chg="del">
          <ac:chgData name="Vincent Straub" userId="S::vstraub@turing.ac.uk::cc81dce8-242d-424d-a3c5-7390e8e80d05" providerId="AD" clId="Web-{00708440-F4FE-6233-7DE5-A4551C94F015}" dt="2023-05-12T08:45:23.750" v="95"/>
          <ac:spMkLst>
            <pc:docMk/>
            <pc:sldMk cId="219528012" sldId="266"/>
            <ac:spMk id="2" creationId="{A27B9222-AC94-864F-0B4F-61D9992EFC5C}"/>
          </ac:spMkLst>
        </pc:spChg>
        <pc:spChg chg="del">
          <ac:chgData name="Vincent Straub" userId="S::vstraub@turing.ac.uk::cc81dce8-242d-424d-a3c5-7390e8e80d05" providerId="AD" clId="Web-{00708440-F4FE-6233-7DE5-A4551C94F015}" dt="2023-05-12T08:45:27.485" v="96"/>
          <ac:spMkLst>
            <pc:docMk/>
            <pc:sldMk cId="219528012" sldId="266"/>
            <ac:spMk id="3" creationId="{3DF0D84C-65CB-6185-2097-481105B2747E}"/>
          </ac:spMkLst>
        </pc:spChg>
        <pc:spChg chg="del">
          <ac:chgData name="Vincent Straub" userId="S::vstraub@turing.ac.uk::cc81dce8-242d-424d-a3c5-7390e8e80d05" providerId="AD" clId="Web-{00708440-F4FE-6233-7DE5-A4551C94F015}" dt="2023-05-12T08:45:29.438" v="97"/>
          <ac:spMkLst>
            <pc:docMk/>
            <pc:sldMk cId="219528012" sldId="266"/>
            <ac:spMk id="4" creationId="{73F12398-7850-4947-54D0-A3CC213F425D}"/>
          </ac:spMkLst>
        </pc:spChg>
      </pc:sldChg>
      <pc:sldChg chg="delSp new">
        <pc:chgData name="Vincent Straub" userId="S::vstraub@turing.ac.uk::cc81dce8-242d-424d-a3c5-7390e8e80d05" providerId="AD" clId="Web-{00708440-F4FE-6233-7DE5-A4551C94F015}" dt="2023-05-12T08:45:37.235" v="102"/>
        <pc:sldMkLst>
          <pc:docMk/>
          <pc:sldMk cId="2594450314" sldId="267"/>
        </pc:sldMkLst>
        <pc:spChg chg="del">
          <ac:chgData name="Vincent Straub" userId="S::vstraub@turing.ac.uk::cc81dce8-242d-424d-a3c5-7390e8e80d05" providerId="AD" clId="Web-{00708440-F4FE-6233-7DE5-A4551C94F015}" dt="2023-05-12T08:45:33.376" v="100"/>
          <ac:spMkLst>
            <pc:docMk/>
            <pc:sldMk cId="2594450314" sldId="267"/>
            <ac:spMk id="2" creationId="{EC044FA3-A3C1-64C6-1209-0FEFA01C2CF8}"/>
          </ac:spMkLst>
        </pc:spChg>
        <pc:spChg chg="del">
          <ac:chgData name="Vincent Straub" userId="S::vstraub@turing.ac.uk::cc81dce8-242d-424d-a3c5-7390e8e80d05" providerId="AD" clId="Web-{00708440-F4FE-6233-7DE5-A4551C94F015}" dt="2023-05-12T08:45:37.235" v="102"/>
          <ac:spMkLst>
            <pc:docMk/>
            <pc:sldMk cId="2594450314" sldId="267"/>
            <ac:spMk id="3" creationId="{D80B873B-2DBD-50B0-5982-18221A79EFB4}"/>
          </ac:spMkLst>
        </pc:spChg>
        <pc:spChg chg="del">
          <ac:chgData name="Vincent Straub" userId="S::vstraub@turing.ac.uk::cc81dce8-242d-424d-a3c5-7390e8e80d05" providerId="AD" clId="Web-{00708440-F4FE-6233-7DE5-A4551C94F015}" dt="2023-05-12T08:45:37.235" v="101"/>
          <ac:spMkLst>
            <pc:docMk/>
            <pc:sldMk cId="2594450314" sldId="267"/>
            <ac:spMk id="4" creationId="{14EA87EC-A80C-1A7F-4435-457463707571}"/>
          </ac:spMkLst>
        </pc:spChg>
        <pc:spChg chg="del">
          <ac:chgData name="Vincent Straub" userId="S::vstraub@turing.ac.uk::cc81dce8-242d-424d-a3c5-7390e8e80d05" providerId="AD" clId="Web-{00708440-F4FE-6233-7DE5-A4551C94F015}" dt="2023-05-12T08:45:32.719" v="99"/>
          <ac:spMkLst>
            <pc:docMk/>
            <pc:sldMk cId="2594450314" sldId="267"/>
            <ac:spMk id="5" creationId="{4A4B13CE-7884-F5FF-B8C2-A9C6650A504F}"/>
          </ac:spMkLst>
        </pc:spChg>
      </pc:sldChg>
      <pc:sldChg chg="del">
        <pc:chgData name="Vincent Straub" userId="S::vstraub@turing.ac.uk::cc81dce8-242d-424d-a3c5-7390e8e80d05" providerId="AD" clId="Web-{00708440-F4FE-6233-7DE5-A4551C94F015}" dt="2023-05-12T08:42:17.636" v="10"/>
        <pc:sldMkLst>
          <pc:docMk/>
          <pc:sldMk cId="1451545137" sldId="269"/>
        </pc:sldMkLst>
      </pc:sldChg>
      <pc:sldChg chg="del">
        <pc:chgData name="Vincent Straub" userId="S::vstraub@turing.ac.uk::cc81dce8-242d-424d-a3c5-7390e8e80d05" providerId="AD" clId="Web-{00708440-F4FE-6233-7DE5-A4551C94F015}" dt="2023-05-12T08:42:14.839" v="7"/>
        <pc:sldMkLst>
          <pc:docMk/>
          <pc:sldMk cId="4043667248" sldId="274"/>
        </pc:sldMkLst>
      </pc:sldChg>
      <pc:sldChg chg="del">
        <pc:chgData name="Vincent Straub" userId="S::vstraub@turing.ac.uk::cc81dce8-242d-424d-a3c5-7390e8e80d05" providerId="AD" clId="Web-{00708440-F4FE-6233-7DE5-A4551C94F015}" dt="2023-05-12T08:42:15.667" v="8"/>
        <pc:sldMkLst>
          <pc:docMk/>
          <pc:sldMk cId="2060773684" sldId="275"/>
        </pc:sldMkLst>
      </pc:sldChg>
      <pc:sldChg chg="del">
        <pc:chgData name="Vincent Straub" userId="S::vstraub@turing.ac.uk::cc81dce8-242d-424d-a3c5-7390e8e80d05" providerId="AD" clId="Web-{00708440-F4FE-6233-7DE5-A4551C94F015}" dt="2023-05-12T08:42:06.355" v="1"/>
        <pc:sldMkLst>
          <pc:docMk/>
          <pc:sldMk cId="1869210676" sldId="279"/>
        </pc:sldMkLst>
      </pc:sldChg>
      <pc:sldChg chg="del">
        <pc:chgData name="Vincent Straub" userId="S::vstraub@turing.ac.uk::cc81dce8-242d-424d-a3c5-7390e8e80d05" providerId="AD" clId="Web-{00708440-F4FE-6233-7DE5-A4551C94F015}" dt="2023-05-12T08:42:04.355" v="0"/>
        <pc:sldMkLst>
          <pc:docMk/>
          <pc:sldMk cId="3315820267" sldId="288"/>
        </pc:sldMkLst>
      </pc:sldChg>
      <pc:sldChg chg="del">
        <pc:chgData name="Vincent Straub" userId="S::vstraub@turing.ac.uk::cc81dce8-242d-424d-a3c5-7390e8e80d05" providerId="AD" clId="Web-{00708440-F4FE-6233-7DE5-A4551C94F015}" dt="2023-05-12T08:42:07.433" v="2"/>
        <pc:sldMkLst>
          <pc:docMk/>
          <pc:sldMk cId="892283678" sldId="289"/>
        </pc:sldMkLst>
      </pc:sldChg>
      <pc:sldChg chg="del">
        <pc:chgData name="Vincent Straub" userId="S::vstraub@turing.ac.uk::cc81dce8-242d-424d-a3c5-7390e8e80d05" providerId="AD" clId="Web-{00708440-F4FE-6233-7DE5-A4551C94F015}" dt="2023-05-12T08:42:13.074" v="5"/>
        <pc:sldMkLst>
          <pc:docMk/>
          <pc:sldMk cId="969908894" sldId="290"/>
        </pc:sldMkLst>
      </pc:sldChg>
      <pc:sldChg chg="del">
        <pc:chgData name="Vincent Straub" userId="S::vstraub@turing.ac.uk::cc81dce8-242d-424d-a3c5-7390e8e80d05" providerId="AD" clId="Web-{00708440-F4FE-6233-7DE5-A4551C94F015}" dt="2023-05-12T08:42:16.386" v="9"/>
        <pc:sldMkLst>
          <pc:docMk/>
          <pc:sldMk cId="3071157609" sldId="293"/>
        </pc:sldMkLst>
      </pc:sldChg>
      <pc:sldChg chg="del">
        <pc:chgData name="Vincent Straub" userId="S::vstraub@turing.ac.uk::cc81dce8-242d-424d-a3c5-7390e8e80d05" providerId="AD" clId="Web-{00708440-F4FE-6233-7DE5-A4551C94F015}" dt="2023-05-12T08:42:31.246" v="20"/>
        <pc:sldMkLst>
          <pc:docMk/>
          <pc:sldMk cId="128489767" sldId="299"/>
        </pc:sldMkLst>
      </pc:sldChg>
      <pc:sldChg chg="del">
        <pc:chgData name="Vincent Straub" userId="S::vstraub@turing.ac.uk::cc81dce8-242d-424d-a3c5-7390e8e80d05" providerId="AD" clId="Web-{00708440-F4FE-6233-7DE5-A4551C94F015}" dt="2023-05-12T08:42:14.074" v="6"/>
        <pc:sldMkLst>
          <pc:docMk/>
          <pc:sldMk cId="195354411" sldId="300"/>
        </pc:sldMkLst>
      </pc:sldChg>
      <pc:sldChg chg="del">
        <pc:chgData name="Vincent Straub" userId="S::vstraub@turing.ac.uk::cc81dce8-242d-424d-a3c5-7390e8e80d05" providerId="AD" clId="Web-{00708440-F4FE-6233-7DE5-A4551C94F015}" dt="2023-05-12T08:42:11.292" v="3"/>
        <pc:sldMkLst>
          <pc:docMk/>
          <pc:sldMk cId="1305511189" sldId="302"/>
        </pc:sldMkLst>
      </pc:sldChg>
      <pc:sldChg chg="del">
        <pc:chgData name="Vincent Straub" userId="S::vstraub@turing.ac.uk::cc81dce8-242d-424d-a3c5-7390e8e80d05" providerId="AD" clId="Web-{00708440-F4FE-6233-7DE5-A4551C94F015}" dt="2023-05-12T08:42:23.558" v="14"/>
        <pc:sldMkLst>
          <pc:docMk/>
          <pc:sldMk cId="2476089484" sldId="304"/>
        </pc:sldMkLst>
      </pc:sldChg>
      <pc:sldChg chg="del">
        <pc:chgData name="Vincent Straub" userId="S::vstraub@turing.ac.uk::cc81dce8-242d-424d-a3c5-7390e8e80d05" providerId="AD" clId="Web-{00708440-F4FE-6233-7DE5-A4551C94F015}" dt="2023-05-12T08:42:19.167" v="11"/>
        <pc:sldMkLst>
          <pc:docMk/>
          <pc:sldMk cId="3734122241" sldId="305"/>
        </pc:sldMkLst>
      </pc:sldChg>
      <pc:sldChg chg="del">
        <pc:chgData name="Vincent Straub" userId="S::vstraub@turing.ac.uk::cc81dce8-242d-424d-a3c5-7390e8e80d05" providerId="AD" clId="Web-{00708440-F4FE-6233-7DE5-A4551C94F015}" dt="2023-05-12T08:42:20.324" v="12"/>
        <pc:sldMkLst>
          <pc:docMk/>
          <pc:sldMk cId="2046471512" sldId="306"/>
        </pc:sldMkLst>
      </pc:sldChg>
      <pc:sldChg chg="del">
        <pc:chgData name="Vincent Straub" userId="S::vstraub@turing.ac.uk::cc81dce8-242d-424d-a3c5-7390e8e80d05" providerId="AD" clId="Web-{00708440-F4FE-6233-7DE5-A4551C94F015}" dt="2023-05-12T08:42:21.714" v="13"/>
        <pc:sldMkLst>
          <pc:docMk/>
          <pc:sldMk cId="3204062438" sldId="309"/>
        </pc:sldMkLst>
      </pc:sldChg>
      <pc:sldChg chg="del">
        <pc:chgData name="Vincent Straub" userId="S::vstraub@turing.ac.uk::cc81dce8-242d-424d-a3c5-7390e8e80d05" providerId="AD" clId="Web-{00708440-F4FE-6233-7DE5-A4551C94F015}" dt="2023-05-12T08:42:12.089" v="4"/>
        <pc:sldMkLst>
          <pc:docMk/>
          <pc:sldMk cId="3451192180" sldId="311"/>
        </pc:sldMkLst>
      </pc:sldChg>
      <pc:sldChg chg="del">
        <pc:chgData name="Vincent Straub" userId="S::vstraub@turing.ac.uk::cc81dce8-242d-424d-a3c5-7390e8e80d05" providerId="AD" clId="Web-{00708440-F4FE-6233-7DE5-A4551C94F015}" dt="2023-05-12T08:42:25.136" v="15"/>
        <pc:sldMkLst>
          <pc:docMk/>
          <pc:sldMk cId="1625489498" sldId="313"/>
        </pc:sldMkLst>
      </pc:sldChg>
      <pc:sldChg chg="del">
        <pc:chgData name="Vincent Straub" userId="S::vstraub@turing.ac.uk::cc81dce8-242d-424d-a3c5-7390e8e80d05" providerId="AD" clId="Web-{00708440-F4FE-6233-7DE5-A4551C94F015}" dt="2023-05-12T08:42:30.308" v="19"/>
        <pc:sldMkLst>
          <pc:docMk/>
          <pc:sldMk cId="792760264" sldId="314"/>
        </pc:sldMkLst>
      </pc:sldChg>
      <pc:sldChg chg="del">
        <pc:chgData name="Vincent Straub" userId="S::vstraub@turing.ac.uk::cc81dce8-242d-424d-a3c5-7390e8e80d05" providerId="AD" clId="Web-{00708440-F4FE-6233-7DE5-A4551C94F015}" dt="2023-05-12T08:42:29.558" v="18"/>
        <pc:sldMkLst>
          <pc:docMk/>
          <pc:sldMk cId="3058255167" sldId="315"/>
        </pc:sldMkLst>
      </pc:sldChg>
      <pc:sldChg chg="del">
        <pc:chgData name="Vincent Straub" userId="S::vstraub@turing.ac.uk::cc81dce8-242d-424d-a3c5-7390e8e80d05" providerId="AD" clId="Web-{00708440-F4FE-6233-7DE5-A4551C94F015}" dt="2023-05-12T08:42:32.387" v="21"/>
        <pc:sldMkLst>
          <pc:docMk/>
          <pc:sldMk cId="250490490" sldId="316"/>
        </pc:sldMkLst>
      </pc:sldChg>
      <pc:sldChg chg="del">
        <pc:chgData name="Vincent Straub" userId="S::vstraub@turing.ac.uk::cc81dce8-242d-424d-a3c5-7390e8e80d05" providerId="AD" clId="Web-{00708440-F4FE-6233-7DE5-A4551C94F015}" dt="2023-05-12T08:42:33.215" v="22"/>
        <pc:sldMkLst>
          <pc:docMk/>
          <pc:sldMk cId="3347309993" sldId="317"/>
        </pc:sldMkLst>
      </pc:sldChg>
      <pc:sldChg chg="del">
        <pc:chgData name="Vincent Straub" userId="S::vstraub@turing.ac.uk::cc81dce8-242d-424d-a3c5-7390e8e80d05" providerId="AD" clId="Web-{00708440-F4FE-6233-7DE5-A4551C94F015}" dt="2023-05-12T08:42:34.605" v="23"/>
        <pc:sldMkLst>
          <pc:docMk/>
          <pc:sldMk cId="1323635191" sldId="318"/>
        </pc:sldMkLst>
      </pc:sldChg>
    </pc:docChg>
  </pc:docChgLst>
  <pc:docChgLst>
    <pc:chgData name="Vincent Straub" userId="S::vstraub@turing.ac.uk::cc81dce8-242d-424d-a3c5-7390e8e80d05" providerId="AD" clId="Web-{959F07B4-B1D1-57A2-7B9D-1D2278820AA8}"/>
    <pc:docChg chg="addSld modSld">
      <pc:chgData name="Vincent Straub" userId="S::vstraub@turing.ac.uk::cc81dce8-242d-424d-a3c5-7390e8e80d05" providerId="AD" clId="Web-{959F07B4-B1D1-57A2-7B9D-1D2278820AA8}" dt="2022-07-20T12:08:57.881" v="83" actId="20577"/>
      <pc:docMkLst>
        <pc:docMk/>
      </pc:docMkLst>
      <pc:sldChg chg="addSp delSp modSp">
        <pc:chgData name="Vincent Straub" userId="S::vstraub@turing.ac.uk::cc81dce8-242d-424d-a3c5-7390e8e80d05" providerId="AD" clId="Web-{959F07B4-B1D1-57A2-7B9D-1D2278820AA8}" dt="2022-07-20T11:55:11.552" v="32"/>
        <pc:sldMkLst>
          <pc:docMk/>
          <pc:sldMk cId="250490490" sldId="316"/>
        </pc:sldMkLst>
        <pc:spChg chg="mod">
          <ac:chgData name="Vincent Straub" userId="S::vstraub@turing.ac.uk::cc81dce8-242d-424d-a3c5-7390e8e80d05" providerId="AD" clId="Web-{959F07B4-B1D1-57A2-7B9D-1D2278820AA8}" dt="2022-07-20T11:55:01.598" v="28" actId="20577"/>
          <ac:spMkLst>
            <pc:docMk/>
            <pc:sldMk cId="250490490" sldId="316"/>
            <ac:spMk id="3" creationId="{7B15C4DB-93FC-78CB-F24A-B3DA63E2F29F}"/>
          </ac:spMkLst>
        </pc:spChg>
        <pc:spChg chg="add del">
          <ac:chgData name="Vincent Straub" userId="S::vstraub@turing.ac.uk::cc81dce8-242d-424d-a3c5-7390e8e80d05" providerId="AD" clId="Web-{959F07B4-B1D1-57A2-7B9D-1D2278820AA8}" dt="2022-07-20T11:55:11.552" v="32"/>
          <ac:spMkLst>
            <pc:docMk/>
            <pc:sldMk cId="250490490" sldId="316"/>
            <ac:spMk id="8" creationId="{8BD04BA9-F8D6-C2BD-971B-9CAF8F65AF1D}"/>
          </ac:spMkLst>
        </pc:spChg>
        <pc:spChg chg="add del">
          <ac:chgData name="Vincent Straub" userId="S::vstraub@turing.ac.uk::cc81dce8-242d-424d-a3c5-7390e8e80d05" providerId="AD" clId="Web-{959F07B4-B1D1-57A2-7B9D-1D2278820AA8}" dt="2022-07-20T11:55:11.552" v="31"/>
          <ac:spMkLst>
            <pc:docMk/>
            <pc:sldMk cId="250490490" sldId="316"/>
            <ac:spMk id="10" creationId="{4C23050B-E877-AF1D-F6CE-155E89E20C96}"/>
          </ac:spMkLst>
        </pc:spChg>
      </pc:sldChg>
      <pc:sldChg chg="modSp add replId">
        <pc:chgData name="Vincent Straub" userId="S::vstraub@turing.ac.uk::cc81dce8-242d-424d-a3c5-7390e8e80d05" providerId="AD" clId="Web-{959F07B4-B1D1-57A2-7B9D-1D2278820AA8}" dt="2022-07-20T12:03:01.333" v="69" actId="20577"/>
        <pc:sldMkLst>
          <pc:docMk/>
          <pc:sldMk cId="3347309993" sldId="317"/>
        </pc:sldMkLst>
        <pc:spChg chg="mod">
          <ac:chgData name="Vincent Straub" userId="S::vstraub@turing.ac.uk::cc81dce8-242d-424d-a3c5-7390e8e80d05" providerId="AD" clId="Web-{959F07B4-B1D1-57A2-7B9D-1D2278820AA8}" dt="2022-07-20T12:03:01.333" v="69" actId="20577"/>
          <ac:spMkLst>
            <pc:docMk/>
            <pc:sldMk cId="3347309993" sldId="317"/>
            <ac:spMk id="3" creationId="{7B15C4DB-93FC-78CB-F24A-B3DA63E2F29F}"/>
          </ac:spMkLst>
        </pc:spChg>
      </pc:sldChg>
      <pc:sldChg chg="modSp add replId">
        <pc:chgData name="Vincent Straub" userId="S::vstraub@turing.ac.uk::cc81dce8-242d-424d-a3c5-7390e8e80d05" providerId="AD" clId="Web-{959F07B4-B1D1-57A2-7B9D-1D2278820AA8}" dt="2022-07-20T12:08:57.881" v="83" actId="20577"/>
        <pc:sldMkLst>
          <pc:docMk/>
          <pc:sldMk cId="1323635191" sldId="318"/>
        </pc:sldMkLst>
        <pc:spChg chg="mod">
          <ac:chgData name="Vincent Straub" userId="S::vstraub@turing.ac.uk::cc81dce8-242d-424d-a3c5-7390e8e80d05" providerId="AD" clId="Web-{959F07B4-B1D1-57A2-7B9D-1D2278820AA8}" dt="2022-07-20T12:08:57.881" v="83" actId="20577"/>
          <ac:spMkLst>
            <pc:docMk/>
            <pc:sldMk cId="1323635191" sldId="318"/>
            <ac:spMk id="3" creationId="{7B15C4DB-93FC-78CB-F24A-B3DA63E2F29F}"/>
          </ac:spMkLst>
        </pc:spChg>
      </pc:sldChg>
    </pc:docChg>
  </pc:docChgLst>
  <pc:docChgLst>
    <pc:chgData name="Vincent Straub" userId="cc81dce8-242d-424d-a3c5-7390e8e80d05" providerId="ADAL" clId="{0E96C34D-F066-4D44-8866-B6B98CBDDE83}"/>
    <pc:docChg chg="undo custSel addSld delSld modSld">
      <pc:chgData name="Vincent Straub" userId="cc81dce8-242d-424d-a3c5-7390e8e80d05" providerId="ADAL" clId="{0E96C34D-F066-4D44-8866-B6B98CBDDE83}" dt="2023-05-12T09:33:44.072" v="322" actId="1076"/>
      <pc:docMkLst>
        <pc:docMk/>
      </pc:docMkLst>
      <pc:sldChg chg="addSp delSp modSp mod">
        <pc:chgData name="Vincent Straub" userId="cc81dce8-242d-424d-a3c5-7390e8e80d05" providerId="ADAL" clId="{0E96C34D-F066-4D44-8866-B6B98CBDDE83}" dt="2023-05-12T09:00:10.597" v="167" actId="20577"/>
        <pc:sldMkLst>
          <pc:docMk/>
          <pc:sldMk cId="4099870511" sldId="262"/>
        </pc:sldMkLst>
        <pc:spChg chg="mod">
          <ac:chgData name="Vincent Straub" userId="cc81dce8-242d-424d-a3c5-7390e8e80d05" providerId="ADAL" clId="{0E96C34D-F066-4D44-8866-B6B98CBDDE83}" dt="2023-05-12T09:00:10.597" v="167" actId="20577"/>
          <ac:spMkLst>
            <pc:docMk/>
            <pc:sldMk cId="4099870511" sldId="262"/>
            <ac:spMk id="4" creationId="{00000000-0000-0000-0000-000000000000}"/>
          </ac:spMkLst>
        </pc:spChg>
        <pc:spChg chg="mod">
          <ac:chgData name="Vincent Straub" userId="cc81dce8-242d-424d-a3c5-7390e8e80d05" providerId="ADAL" clId="{0E96C34D-F066-4D44-8866-B6B98CBDDE83}" dt="2023-05-12T08:52:59.001" v="84" actId="1076"/>
          <ac:spMkLst>
            <pc:docMk/>
            <pc:sldMk cId="4099870511" sldId="262"/>
            <ac:spMk id="13" creationId="{00000000-0000-0000-0000-000000000000}"/>
          </ac:spMkLst>
        </pc:spChg>
        <pc:spChg chg="mod">
          <ac:chgData name="Vincent Straub" userId="cc81dce8-242d-424d-a3c5-7390e8e80d05" providerId="ADAL" clId="{0E96C34D-F066-4D44-8866-B6B98CBDDE83}" dt="2023-05-12T08:53:31.620" v="101" actId="113"/>
          <ac:spMkLst>
            <pc:docMk/>
            <pc:sldMk cId="4099870511" sldId="262"/>
            <ac:spMk id="15" creationId="{AFF0EC38-EA29-4994-B3B4-31D28A776EDA}"/>
          </ac:spMkLst>
        </pc:spChg>
        <pc:picChg chg="add del mod">
          <ac:chgData name="Vincent Straub" userId="cc81dce8-242d-424d-a3c5-7390e8e80d05" providerId="ADAL" clId="{0E96C34D-F066-4D44-8866-B6B98CBDDE83}" dt="2023-05-12T08:52:45.990" v="77" actId="478"/>
          <ac:picMkLst>
            <pc:docMk/>
            <pc:sldMk cId="4099870511" sldId="262"/>
            <ac:picMk id="2" creationId="{C9442263-CA9E-A684-1C60-C59E1499B214}"/>
          </ac:picMkLst>
        </pc:picChg>
        <pc:picChg chg="add mod">
          <ac:chgData name="Vincent Straub" userId="cc81dce8-242d-424d-a3c5-7390e8e80d05" providerId="ADAL" clId="{0E96C34D-F066-4D44-8866-B6B98CBDDE83}" dt="2023-05-12T08:52:57.473" v="82" actId="1076"/>
          <ac:picMkLst>
            <pc:docMk/>
            <pc:sldMk cId="4099870511" sldId="262"/>
            <ac:picMk id="3" creationId="{BB63702F-50FB-134D-FAC3-07A9819927A4}"/>
          </ac:picMkLst>
        </pc:picChg>
      </pc:sldChg>
      <pc:sldChg chg="add del">
        <pc:chgData name="Vincent Straub" userId="cc81dce8-242d-424d-a3c5-7390e8e80d05" providerId="ADAL" clId="{0E96C34D-F066-4D44-8866-B6B98CBDDE83}" dt="2023-05-12T09:01:41.496" v="178" actId="2696"/>
        <pc:sldMkLst>
          <pc:docMk/>
          <pc:sldMk cId="2513214501" sldId="263"/>
        </pc:sldMkLst>
      </pc:sldChg>
      <pc:sldChg chg="addSp delSp modSp mod">
        <pc:chgData name="Vincent Straub" userId="cc81dce8-242d-424d-a3c5-7390e8e80d05" providerId="ADAL" clId="{0E96C34D-F066-4D44-8866-B6B98CBDDE83}" dt="2023-05-12T08:52:27.240" v="69" actId="1076"/>
        <pc:sldMkLst>
          <pc:docMk/>
          <pc:sldMk cId="773294712" sldId="264"/>
        </pc:sldMkLst>
        <pc:spChg chg="add del mod">
          <ac:chgData name="Vincent Straub" userId="cc81dce8-242d-424d-a3c5-7390e8e80d05" providerId="ADAL" clId="{0E96C34D-F066-4D44-8866-B6B98CBDDE83}" dt="2023-05-12T08:49:27.712" v="42"/>
          <ac:spMkLst>
            <pc:docMk/>
            <pc:sldMk cId="773294712" sldId="264"/>
            <ac:spMk id="3" creationId="{AA67B165-9F59-0D2C-3C89-AF745AC8B11A}"/>
          </ac:spMkLst>
        </pc:spChg>
        <pc:spChg chg="add mod">
          <ac:chgData name="Vincent Straub" userId="cc81dce8-242d-424d-a3c5-7390e8e80d05" providerId="ADAL" clId="{0E96C34D-F066-4D44-8866-B6B98CBDDE83}" dt="2023-05-12T08:50:05.761" v="57"/>
          <ac:spMkLst>
            <pc:docMk/>
            <pc:sldMk cId="773294712" sldId="264"/>
            <ac:spMk id="4" creationId="{639FCC01-5DCC-9555-28F3-9BDD74AE84EC}"/>
          </ac:spMkLst>
        </pc:spChg>
        <pc:spChg chg="del mod">
          <ac:chgData name="Vincent Straub" userId="cc81dce8-242d-424d-a3c5-7390e8e80d05" providerId="ADAL" clId="{0E96C34D-F066-4D44-8866-B6B98CBDDE83}" dt="2023-05-12T08:50:05.571" v="56" actId="478"/>
          <ac:spMkLst>
            <pc:docMk/>
            <pc:sldMk cId="773294712" sldId="264"/>
            <ac:spMk id="8" creationId="{16403544-5A93-06CE-42AB-FF9887778C28}"/>
          </ac:spMkLst>
        </pc:spChg>
        <pc:picChg chg="add mod">
          <ac:chgData name="Vincent Straub" userId="cc81dce8-242d-424d-a3c5-7390e8e80d05" providerId="ADAL" clId="{0E96C34D-F066-4D44-8866-B6B98CBDDE83}" dt="2023-05-12T08:52:27.240" v="69" actId="1076"/>
          <ac:picMkLst>
            <pc:docMk/>
            <pc:sldMk cId="773294712" sldId="264"/>
            <ac:picMk id="9" creationId="{702D7060-39F3-C223-267F-5916271CBD96}"/>
          </ac:picMkLst>
        </pc:picChg>
        <pc:picChg chg="add del mod">
          <ac:chgData name="Vincent Straub" userId="cc81dce8-242d-424d-a3c5-7390e8e80d05" providerId="ADAL" clId="{0E96C34D-F066-4D44-8866-B6B98CBDDE83}" dt="2023-05-12T08:52:00.938" v="65"/>
          <ac:picMkLst>
            <pc:docMk/>
            <pc:sldMk cId="773294712" sldId="264"/>
            <ac:picMk id="10" creationId="{8B6B5150-48E5-AE12-D17C-EEC4A02690C2}"/>
          </ac:picMkLst>
        </pc:picChg>
      </pc:sldChg>
      <pc:sldChg chg="addSp delSp modSp mod">
        <pc:chgData name="Vincent Straub" userId="cc81dce8-242d-424d-a3c5-7390e8e80d05" providerId="ADAL" clId="{0E96C34D-F066-4D44-8866-B6B98CBDDE83}" dt="2023-05-12T08:59:57.489" v="157" actId="114"/>
        <pc:sldMkLst>
          <pc:docMk/>
          <pc:sldMk cId="1063637140" sldId="265"/>
        </pc:sldMkLst>
        <pc:spChg chg="add del mod">
          <ac:chgData name="Vincent Straub" userId="cc81dce8-242d-424d-a3c5-7390e8e80d05" providerId="ADAL" clId="{0E96C34D-F066-4D44-8866-B6B98CBDDE83}" dt="2023-05-12T08:49:29.504" v="44"/>
          <ac:spMkLst>
            <pc:docMk/>
            <pc:sldMk cId="1063637140" sldId="265"/>
            <ac:spMk id="2" creationId="{0F4FDDEE-CF8B-D659-8488-FEC7A24241E2}"/>
          </ac:spMkLst>
        </pc:spChg>
        <pc:spChg chg="add mod">
          <ac:chgData name="Vincent Straub" userId="cc81dce8-242d-424d-a3c5-7390e8e80d05" providerId="ADAL" clId="{0E96C34D-F066-4D44-8866-B6B98CBDDE83}" dt="2023-05-12T08:50:11.450" v="59"/>
          <ac:spMkLst>
            <pc:docMk/>
            <pc:sldMk cId="1063637140" sldId="265"/>
            <ac:spMk id="3" creationId="{1370875B-CE14-99AD-5A33-3E12F9B848F2}"/>
          </ac:spMkLst>
        </pc:spChg>
        <pc:spChg chg="add mod">
          <ac:chgData name="Vincent Straub" userId="cc81dce8-242d-424d-a3c5-7390e8e80d05" providerId="ADAL" clId="{0E96C34D-F066-4D44-8866-B6B98CBDDE83}" dt="2023-05-12T08:53:41.702" v="102"/>
          <ac:spMkLst>
            <pc:docMk/>
            <pc:sldMk cId="1063637140" sldId="265"/>
            <ac:spMk id="6" creationId="{A6B3ABAC-5CC9-33B2-158C-982FA3AB1756}"/>
          </ac:spMkLst>
        </pc:spChg>
        <pc:spChg chg="add mod">
          <ac:chgData name="Vincent Straub" userId="cc81dce8-242d-424d-a3c5-7390e8e80d05" providerId="ADAL" clId="{0E96C34D-F066-4D44-8866-B6B98CBDDE83}" dt="2023-05-12T08:59:57.489" v="157" actId="114"/>
          <ac:spMkLst>
            <pc:docMk/>
            <pc:sldMk cId="1063637140" sldId="265"/>
            <ac:spMk id="8" creationId="{86552BC4-7A28-C7F8-F859-C2E52167A352}"/>
          </ac:spMkLst>
        </pc:spChg>
        <pc:picChg chg="add del mod">
          <ac:chgData name="Vincent Straub" userId="cc81dce8-242d-424d-a3c5-7390e8e80d05" providerId="ADAL" clId="{0E96C34D-F066-4D44-8866-B6B98CBDDE83}" dt="2023-05-12T08:52:03.911" v="66" actId="478"/>
          <ac:picMkLst>
            <pc:docMk/>
            <pc:sldMk cId="1063637140" sldId="265"/>
            <ac:picMk id="5" creationId="{B6945E5C-2C22-8916-605D-4F9C4456E25C}"/>
          </ac:picMkLst>
        </pc:picChg>
      </pc:sldChg>
      <pc:sldChg chg="addSp delSp modSp mod">
        <pc:chgData name="Vincent Straub" userId="cc81dce8-242d-424d-a3c5-7390e8e80d05" providerId="ADAL" clId="{0E96C34D-F066-4D44-8866-B6B98CBDDE83}" dt="2023-05-12T09:33:44.072" v="322" actId="1076"/>
        <pc:sldMkLst>
          <pc:docMk/>
          <pc:sldMk cId="219528012" sldId="266"/>
        </pc:sldMkLst>
        <pc:spChg chg="add mod">
          <ac:chgData name="Vincent Straub" userId="cc81dce8-242d-424d-a3c5-7390e8e80d05" providerId="ADAL" clId="{0E96C34D-F066-4D44-8866-B6B98CBDDE83}" dt="2023-05-12T08:50:09.973" v="58"/>
          <ac:spMkLst>
            <pc:docMk/>
            <pc:sldMk cId="219528012" sldId="266"/>
            <ac:spMk id="2" creationId="{C17E4D39-5608-45EF-917A-527BF7C947EE}"/>
          </ac:spMkLst>
        </pc:spChg>
        <pc:spChg chg="add mod">
          <ac:chgData name="Vincent Straub" userId="cc81dce8-242d-424d-a3c5-7390e8e80d05" providerId="ADAL" clId="{0E96C34D-F066-4D44-8866-B6B98CBDDE83}" dt="2023-05-12T08:53:42.807" v="103"/>
          <ac:spMkLst>
            <pc:docMk/>
            <pc:sldMk cId="219528012" sldId="266"/>
            <ac:spMk id="3" creationId="{CBD99C90-62E3-4C11-2754-FABC563AC21C}"/>
          </ac:spMkLst>
        </pc:spChg>
        <pc:spChg chg="del">
          <ac:chgData name="Vincent Straub" userId="cc81dce8-242d-424d-a3c5-7390e8e80d05" providerId="ADAL" clId="{0E96C34D-F066-4D44-8866-B6B98CBDDE83}" dt="2023-05-12T08:53:07.655" v="85" actId="478"/>
          <ac:spMkLst>
            <pc:docMk/>
            <pc:sldMk cId="219528012" sldId="266"/>
            <ac:spMk id="5" creationId="{C4B48C22-FDAC-C3C7-E74B-4341C5F84688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47" creationId="{6774A49E-A5FF-6E55-415C-8EF70996394C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48" creationId="{ED2321CF-08F6-397A-4495-CF7993EBD733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50" creationId="{9BC584DE-DF82-54C8-F636-5E39141EF66B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51" creationId="{0439AB2F-7772-5AF2-5CFC-9B37FC85CBCC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52" creationId="{DA9E7DBA-F959-0274-AFAB-85BD4D0CEC1E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53" creationId="{65CF4E20-8041-57D0-EEC0-2FEF550A699C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54" creationId="{55D96EE9-0242-2E33-A7F9-1D1468CDB1AC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55" creationId="{4F179786-42C0-7AEA-2521-A94371515A4C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56" creationId="{9BBDCF18-DB0D-11DF-1C28-8D0266E2B99A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57" creationId="{AC612A21-377C-4E76-46F5-C21BE75425B8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58" creationId="{445937DC-4E21-74AF-88BE-5595E1E8472C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59" creationId="{F90B0ECD-AAC3-DB4E-B66B-67D0F9903B93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60" creationId="{E8E86855-56B8-3D2C-CC9F-9D43F5A48BA4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72" creationId="{A4F0771C-41DD-B937-7150-939CDE82A73F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74" creationId="{CF8B95FA-ACC7-1376-3B4E-8A95D2CE76A8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75" creationId="{1A663414-9716-39AC-95E5-45ABE0B7BC59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76" creationId="{42AC10EC-9172-5978-6775-1A3EBC4560BE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77" creationId="{51BAA4D3-83BA-C91E-03D8-51A71D53F8A1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78" creationId="{EEF45E0E-3224-260A-2E19-1B560A77158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79" creationId="{CF0F5474-C4DF-473E-10DE-E435D9595A3C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80" creationId="{74F0252A-A8CD-F8BD-85B2-7CD0246BA613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88" creationId="{2A63CF03-E38A-B8CD-0057-3B879497CEF9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90" creationId="{6BEB24FD-9FEF-33AA-F5FC-A609F82D61EE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91" creationId="{959743A9-E0B5-1B2C-5253-574D29EE0F5B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92" creationId="{1B822DE3-0ED6-7B18-C767-0880AB80E933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93" creationId="{29DBC9C9-3A80-591A-3C66-FB09134816F9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94" creationId="{877920FB-15F9-9C1B-DB15-E932C85CC5A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95" creationId="{DD458076-B876-02C9-1086-CFBBD7E86AE0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96" creationId="{418D13A3-19AA-5D00-5846-F3BEDFE1757A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99" creationId="{1702E6EB-056E-DC56-C7F6-0E9821FB7963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00" creationId="{25E2970A-C8BD-5DCD-A4F7-468487AAE61A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127" creationId="{97875E17-9188-8783-90C6-3FA4FF252E22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128" creationId="{649FD25D-BB04-6A4B-90AE-76230C330745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129" creationId="{31E7C87E-23C1-3B83-9A6E-C3153A6285A2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133" creationId="{C1AE6318-46E5-F95B-B730-EB68EA1BC9D7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47" creationId="{1D25F528-4E0E-E4BE-8A69-6769DF1D61D8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48" creationId="{AA350AE8-E5D9-7A65-E69C-4CEC15C5A6D0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49" creationId="{8AE212DE-D543-1551-1C1F-F4BA3F2F5FC2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50" creationId="{157D3A7D-BEB0-954B-A516-5A59AABCE97E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51" creationId="{85D4615D-5BAF-3D9D-01F0-898812A30AA6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52" creationId="{AF6F576A-7A32-7C71-052F-219E7E77CF7D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53" creationId="{B72512B1-50CE-236A-5D49-AA6613B068D7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54" creationId="{B51CD073-AA75-16C3-4DF8-F6B004D383A9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55" creationId="{3859C7A2-0A26-28E4-CE5D-79069F3881F1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56" creationId="{8F02E6E1-D99D-AAA7-A366-2CEFC30C2BC0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57" creationId="{03A9DA1B-1A01-4F11-6C5D-72A1ABA337FF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58" creationId="{26B2C1FD-BB3C-0C14-EA7D-079A9112FFC8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59" creationId="{0E8326D3-EF5E-C09E-D2CB-CF835F76C81A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60" creationId="{E7337BC9-DC63-4724-7397-3F1E5A18035F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61" creationId="{0306B3DB-A552-FC77-711D-BFFD226F12DE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62" creationId="{DA5D93D2-7391-2F14-B8AC-15726B533E32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63" creationId="{65A1570C-2DE7-0C3F-9AAD-6C871F744F96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64" creationId="{F3DC9FD6-1355-4DAA-8373-6B9C05B21349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65" creationId="{40A36998-5394-A8CA-6AD8-6E2CE1AA88A7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66" creationId="{01A74795-4A70-3C78-04E7-709E2D722A06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67" creationId="{7AF6A744-B0BC-094E-7DA2-8B281691AE68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68" creationId="{7E839EAB-8399-9F3B-0ED1-88BC55A1577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69" creationId="{A9B46942-D63B-C902-DE53-BA158F23D059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171" creationId="{FF79EABE-6585-C1C2-7A13-6DB3D7B60488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172" creationId="{5CA8A650-95DE-3243-9EAA-55C7FC59F79E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174" creationId="{F9B1C374-95AD-9EA7-9ED3-BF0F358683EF}"/>
          </ac:spMkLst>
        </pc:spChg>
        <pc:spChg chg="mod">
          <ac:chgData name="Vincent Straub" userId="cc81dce8-242d-424d-a3c5-7390e8e80d05" providerId="ADAL" clId="{0E96C34D-F066-4D44-8866-B6B98CBDDE83}" dt="2023-05-12T08:54:21.755" v="105"/>
          <ac:spMkLst>
            <pc:docMk/>
            <pc:sldMk cId="219528012" sldId="266"/>
            <ac:spMk id="175" creationId="{856857D8-1EBE-70D4-EC86-E195A682B2C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76" creationId="{3D0B91BB-F1A4-F2C1-D5CA-33BF901B7D1F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77" creationId="{6ED72DE3-99C4-1C29-A2BF-ACBB6D9BE5BF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78" creationId="{3229DF44-DF71-EB78-5369-08EF50F9D51E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79" creationId="{03140685-1452-F684-4075-64A27A4B29DB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80" creationId="{FCF35B24-D9F3-5239-5570-12297F199A9D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81" creationId="{D3F93F0B-D597-0962-7E34-F414390B2262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82" creationId="{39573D53-FF7D-0DAA-F804-09A956F9AB62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83" creationId="{98816340-982B-9A19-9F9A-1AE85912E0E3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84" creationId="{3826D5A0-96A0-697E-61A3-755401FD103F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85" creationId="{2517DFAF-86D0-D1D9-87AA-CA2AA03F1988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86" creationId="{8546519F-1D2F-007B-8DE5-F2FC8A2CE64A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87" creationId="{E393220B-F127-23B3-C3CB-16027CDEF74D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88" creationId="{3C7FFF27-CE22-C7B9-482D-3E0A8F9ED52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89" creationId="{B66A0A11-C184-E84D-44B6-68BEFE5A4012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90" creationId="{3B2248CF-00B3-2651-6824-CC6DAB327097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91" creationId="{14C3045D-56DF-7517-2580-C57673AF354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92" creationId="{79BACBD7-A7C9-BC78-BEEE-D992A8E23E2C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93" creationId="{9A03C5BF-0C4C-90AB-C6C7-9BF43C4108AD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94" creationId="{7D8CBBBD-50AC-3E60-C2E4-BB1D85AB8CE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95" creationId="{DCE10AD6-06D0-E562-BE3C-E352ECB33632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96" creationId="{0D048DC4-A9B2-88F6-F7A4-27AADB8ABDA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97" creationId="{6CC99686-A6B6-FDA4-35BC-4C6A9EBBD09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98" creationId="{8E8383FC-9D1A-B9F5-977D-E78E95F17B7B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199" creationId="{A583BC7B-3BAA-B748-BA9C-C3A60697094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00" creationId="{9E418AB0-EA33-AD3F-56C5-BA453FE29E9C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01" creationId="{86BD2FD2-A136-01EC-3077-957CAFA4C70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02" creationId="{6CADCB5C-B7E8-618C-06A3-33FFAD605D16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03" creationId="{025BD129-46DE-BCCB-7739-37BAE6B13E6C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04" creationId="{312FB128-1912-ECEC-99FB-D156F270B098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05" creationId="{C9D16986-6371-435A-E82B-5A30683029A4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06" creationId="{2945C099-78DC-221D-E48C-DF8B5F588C58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07" creationId="{E469A183-2D4D-780B-43EC-6E3FBC3EF0AC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08" creationId="{9217B0E0-AE19-5798-FFF5-9EF389035D31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09" creationId="{83029DA0-42D1-FD88-36F4-28739AACD2F8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10" creationId="{34AF2C59-83E4-0D18-F95A-E71B48847A9F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11" creationId="{BC36CCCE-3225-580B-F533-BA868AC2B3C6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12" creationId="{608F1BF4-E2DA-5D1A-CA4A-41EE7BFFF40E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13" creationId="{279EFF8E-C04A-19C6-DE3A-E6FC2D3E57BC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14" creationId="{13A370EE-9981-F08A-6414-0F44D2128ED9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15" creationId="{0364AF2F-5B11-19B2-65C5-06FB9E1D5DF8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16" creationId="{1404DA9C-68E7-C030-0506-E495D741D284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17" creationId="{74AB2BAC-45B6-CCFE-E1F3-EADCBDD7EC3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18" creationId="{01408AAA-A2CA-A3D7-2625-A852711499D7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19" creationId="{9EBEA74B-7218-ECA0-CF89-85C663FCE84D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20" creationId="{EF6733F3-920C-347E-EA7F-D05226DEAB4F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21" creationId="{94F0BD3C-6F34-145F-813E-FE18EDD32974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23" creationId="{E93AD954-AB2D-108F-F1B4-BE387E15C8B3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24" creationId="{E1B0AD37-44FD-6CC0-FBF8-67A40B4C0404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25" creationId="{0D918640-E296-6C47-1F7E-70089919832F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26" creationId="{07A2827D-FC8B-716D-9FD6-D30F0A282C07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27" creationId="{5638BF22-9ED4-F9C8-0BCC-FFF7AF5C406D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28" creationId="{F5C84E8A-917B-0483-EA49-5497C89C37CB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29" creationId="{EAC8968A-0C37-6A6F-1709-AC3A81B6E7A7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30" creationId="{E54125C8-698E-B698-B5B3-649AECF521A3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31" creationId="{CAFBBE1B-D931-FB65-272E-B202D3987C47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34" creationId="{CF95E1AF-FF0F-824E-743F-DB10BBCF6D72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36" creationId="{21DF0ECF-5A41-FF3F-3843-514C5CE3E6B9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37" creationId="{472FAA1D-F51A-6ACC-22F7-0963358A3FF2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38" creationId="{AF6EC4EA-AE70-5097-63B0-7832BD343AA4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39" creationId="{38821058-D312-BE2F-BDE1-2C5BAAF8CA2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40" creationId="{DCCB5B78-637A-A7D2-7492-BC27FC676C97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41" creationId="{78D5A566-2A82-303E-53CA-5061A5CDC3E3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42" creationId="{7F496A58-DDFA-28A8-F710-55DB567FCDF2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43" creationId="{D5994C2C-D500-960F-70FC-F4CBDDDE4FBE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44" creationId="{1EFF1CE5-881D-796B-AEBE-6A0F58465D60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45" creationId="{1FD2FD69-6D14-7F8F-1EB6-A9224C0719A2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46" creationId="{3E201050-99D3-730A-DA0C-D43706C0434E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47" creationId="{CE999790-551A-456F-4E72-4FD6E400DD9E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48" creationId="{04EEFCE7-CC9C-1A92-3104-E2A3176DE128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49" creationId="{061B9987-F33F-C2DD-BCE8-29705E4C883C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50" creationId="{BBC7E298-70C1-2B90-0932-A928BC9C2778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51" creationId="{4CF777FE-C2E6-A4A6-9840-53089AC5BB6A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52" creationId="{5F608EAB-6B37-EBC3-D997-08DAB42C6F9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53" creationId="{3CDD8821-0252-C3B5-D8C4-5666C1D2E8F9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54" creationId="{22457270-F19D-5C3B-4456-FF149DB5BA9F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55" creationId="{92580E52-B001-CCD6-DEFD-FB8A41C6D5B9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56" creationId="{138C7FB8-B4FF-8133-40F5-5C66C2C1131E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57" creationId="{EA21D09D-DDD0-6BA3-0F48-F65122723E14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58" creationId="{8449CDCD-13AC-F1FE-B23B-1AC8957BF946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59" creationId="{7417B726-A239-2F5B-15AE-90AB0F76444F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60" creationId="{F67529B8-6138-FED4-DF18-BEAC69A4061F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61" creationId="{1F878B92-7373-5E3F-66C5-593822DFA3FD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62" creationId="{AC0996E5-3751-A25A-9DC7-BC44BA5ABC83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63" creationId="{A7660962-C886-5F18-4044-3DA690C778DD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64" creationId="{B68788A7-ECDB-0279-5807-A2438A1775E3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65" creationId="{A7BAB8D3-CA1E-1537-F241-45FD0DEB0989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66" creationId="{FA1A1C93-CEDB-C5A6-5455-4B9E586DAA5A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67" creationId="{3374F483-56AB-F525-1588-A6881127D199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68" creationId="{95AA2259-89D9-8FA8-EFBF-12C0F198935C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69" creationId="{AD4EC1B2-E12C-1634-DBF8-72C64E971ECF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70" creationId="{ECABDD31-50D0-2500-75DA-AEC555E04674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71" creationId="{5239CEF3-77AA-A78D-8216-DAC618DD7FF1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72" creationId="{DDA9245D-6A2A-AEC5-449D-375608368AF0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73" creationId="{9B06EB11-47DE-338D-EAE8-D89D413FA82C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74" creationId="{A6219DB1-CA60-AD51-A341-F3ABE6ADB962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75" creationId="{1857C9CF-2E91-7738-AEFA-0E64DF4F9471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76" creationId="{AE169D5A-33ED-1D00-70DA-700531E75030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77" creationId="{6372819E-4F8D-585E-2840-E4044FED26CB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78" creationId="{629C8D64-19B1-5C3C-3D0F-7AF5DCBFA417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79" creationId="{4C8BB6D6-E291-767D-0906-9886DDBAAC94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80" creationId="{BB56466A-876E-A476-B79B-BB648582834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81" creationId="{2554113C-3078-E70F-A86F-EA73444BDE1D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82" creationId="{109A137F-D969-6360-F984-D5DDB100AF40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83" creationId="{499A407D-026E-6870-D678-431E2F1DE55A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84" creationId="{992836B4-EEF5-8908-4F19-10D48DDD813C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85" creationId="{6C3E650D-27BA-86EC-04B3-1DFEF6DDC3FB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86" creationId="{1236F3CA-EC58-8318-4095-28B7EE8B40CC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87" creationId="{597AA0F5-EFA5-2DA3-5F40-C39A17D0B4E7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88" creationId="{03690DD3-5459-A4CD-A952-5CFEEB2494C3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89" creationId="{7DF6BA30-646C-79CD-B00C-3E02DD9ED5E4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90" creationId="{2814ABD2-A3EB-7F19-EB57-A6062E475B7B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91" creationId="{9A6D0B2A-4C3A-EC6A-59DC-2C8EA83E71BB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92" creationId="{7261D379-1032-21E9-82BC-F64D6E78DE61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93" creationId="{FFC2F34A-7150-3F23-F6A5-F793E2C52BA8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95" creationId="{D85C9911-072E-2096-8835-4B6A15432008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96" creationId="{24C1F8CA-BDCD-D936-5BD5-3D82DBE70B09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97" creationId="{F27104D4-BBAD-4A0E-434D-33CC6A614783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98" creationId="{1B566318-B21A-C84B-6AD0-00FF2BC3F7B3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299" creationId="{6113C1CC-7693-4F2F-805B-F609EA8D226E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00" creationId="{C1598907-1F35-E67C-2B7C-AC76B717D962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01" creationId="{34D7B3B3-D407-1507-F7A5-61416C2B5DCD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02" creationId="{279C8719-B0C8-AE71-C0A6-6BD3D3DA218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03" creationId="{607E48CE-FDCC-9B14-D83A-5DA8D38C3B64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04" creationId="{6C320620-D312-835F-61CD-8EF97C7D3CB9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05" creationId="{F28E2D66-ADF2-2D1F-0862-0E8BF096CFDA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06" creationId="{7842EF27-12C5-7E30-00C3-45CF607964E1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07" creationId="{B702F914-C76B-0C2D-9820-140D4325132E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08" creationId="{C111873E-6B4B-4CF7-25E0-9A30D93EAE1D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09" creationId="{19856145-A11B-943D-BA23-2D844ECA8E09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10" creationId="{B2CE6BD1-E1CE-A89F-D16E-BF74C247F801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11" creationId="{CDF02CD7-D42F-63A3-D51B-0C03181D57B6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12" creationId="{F067019C-006B-FE9B-7F62-AB5262946500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13" creationId="{A633BCBF-8B07-B871-D16E-2319BD118BB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14" creationId="{9C26939B-9594-85F1-BF59-824FBA3CAC4A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15" creationId="{743A0E5E-A0FB-987C-2C2C-540F50A981BE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16" creationId="{AA05BEB5-BEF0-ED9A-1B65-BA877331FA39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17" creationId="{631629D8-86D9-3070-FD28-8956FB4A475C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18" creationId="{F1792AD2-37C1-203F-B586-74D1A4959016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19" creationId="{01082807-5E41-7D6B-C2D0-515E3A8A4E22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20" creationId="{414F5317-024E-FA04-124F-E9B657515ECF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21" creationId="{460B3266-6525-618C-1540-DDD05897C004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22" creationId="{E96F31A7-E968-3054-2643-EFFE62BEC992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23" creationId="{5188402D-EDF0-E35C-5FC6-59CCB55DD4D0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24" creationId="{D39774B9-4238-E4DC-E2BF-191CAB3D5093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25" creationId="{930EF98E-FA92-15DD-FF2B-FD1F9D98B920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26" creationId="{EDD3E051-5AE6-ED76-A886-008D691FF68A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27" creationId="{32D0B1B4-9B17-B341-D9B4-922DBCAD9D64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29" creationId="{DF1CE80D-6855-3351-DBA4-065C6640CEC9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30" creationId="{A563301F-CD47-4B4A-C1F0-0A23D458CDB7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32" creationId="{C9895C8C-6FE4-57D2-3549-99A76E108207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33" creationId="{0783BBE1-FC42-C988-8725-AFDE3D6C234C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34" creationId="{DAC58861-0292-2942-FEFA-1331D547196F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35" creationId="{A2860CA3-5F76-9AB6-5F12-AE6F838E85F5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36" creationId="{D0971233-53BA-A796-5A8D-3B2B146868A0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37" creationId="{A45262E3-00B7-85D9-5175-56100C742CB6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38" creationId="{BD427BFF-0BF7-BF00-176E-24029E61F13A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39" creationId="{B1B8C643-FFE0-23E9-99A2-2460798AE050}"/>
          </ac:spMkLst>
        </pc:spChg>
        <pc:spChg chg="add del mod">
          <ac:chgData name="Vincent Straub" userId="cc81dce8-242d-424d-a3c5-7390e8e80d05" providerId="ADAL" clId="{0E96C34D-F066-4D44-8866-B6B98CBDDE83}" dt="2023-05-12T08:54:28.072" v="106"/>
          <ac:spMkLst>
            <pc:docMk/>
            <pc:sldMk cId="219528012" sldId="266"/>
            <ac:spMk id="340" creationId="{56448190-9A4D-9905-5400-656F8382DEF6}"/>
          </ac:spMkLst>
        </pc:spChg>
        <pc:spChg chg="add del mod">
          <ac:chgData name="Vincent Straub" userId="cc81dce8-242d-424d-a3c5-7390e8e80d05" providerId="ADAL" clId="{0E96C34D-F066-4D44-8866-B6B98CBDDE83}" dt="2023-05-12T09:02:04.900" v="180"/>
          <ac:spMkLst>
            <pc:docMk/>
            <pc:sldMk cId="219528012" sldId="266"/>
            <ac:spMk id="341" creationId="{C3C8ACED-5665-5837-B1E8-723B319E2495}"/>
          </ac:spMkLst>
        </pc:spChg>
        <pc:spChg chg="add del mod">
          <ac:chgData name="Vincent Straub" userId="cc81dce8-242d-424d-a3c5-7390e8e80d05" providerId="ADAL" clId="{0E96C34D-F066-4D44-8866-B6B98CBDDE83}" dt="2023-05-12T09:02:04.900" v="180"/>
          <ac:spMkLst>
            <pc:docMk/>
            <pc:sldMk cId="219528012" sldId="266"/>
            <ac:spMk id="342" creationId="{87C49E0F-F332-41D7-12D0-E30D73243AD7}"/>
          </ac:spMkLst>
        </pc:spChg>
        <pc:spChg chg="add del mod">
          <ac:chgData name="Vincent Straub" userId="cc81dce8-242d-424d-a3c5-7390e8e80d05" providerId="ADAL" clId="{0E96C34D-F066-4D44-8866-B6B98CBDDE83}" dt="2023-05-12T09:02:04.900" v="180"/>
          <ac:spMkLst>
            <pc:docMk/>
            <pc:sldMk cId="219528012" sldId="266"/>
            <ac:spMk id="344" creationId="{1A2B54DD-98C5-6991-7E0F-2175023ED89C}"/>
          </ac:spMkLst>
        </pc:spChg>
        <pc:spChg chg="add del mod">
          <ac:chgData name="Vincent Straub" userId="cc81dce8-242d-424d-a3c5-7390e8e80d05" providerId="ADAL" clId="{0E96C34D-F066-4D44-8866-B6B98CBDDE83}" dt="2023-05-12T09:02:04.900" v="180"/>
          <ac:spMkLst>
            <pc:docMk/>
            <pc:sldMk cId="219528012" sldId="266"/>
            <ac:spMk id="347" creationId="{6A8DB441-C81A-C3B3-4953-B9499913441E}"/>
          </ac:spMkLst>
        </pc:spChg>
        <pc:spChg chg="add del mod">
          <ac:chgData name="Vincent Straub" userId="cc81dce8-242d-424d-a3c5-7390e8e80d05" providerId="ADAL" clId="{0E96C34D-F066-4D44-8866-B6B98CBDDE83}" dt="2023-05-12T09:02:10.315" v="182"/>
          <ac:spMkLst>
            <pc:docMk/>
            <pc:sldMk cId="219528012" sldId="266"/>
            <ac:spMk id="348" creationId="{1DD6138F-0EB9-39C4-002B-10F6CFC422FA}"/>
          </ac:spMkLst>
        </pc:spChg>
        <pc:spChg chg="add del mod">
          <ac:chgData name="Vincent Straub" userId="cc81dce8-242d-424d-a3c5-7390e8e80d05" providerId="ADAL" clId="{0E96C34D-F066-4D44-8866-B6B98CBDDE83}" dt="2023-05-12T09:02:10.315" v="182"/>
          <ac:spMkLst>
            <pc:docMk/>
            <pc:sldMk cId="219528012" sldId="266"/>
            <ac:spMk id="349" creationId="{D62B682B-6A8D-11C7-6F49-1F6CF8291094}"/>
          </ac:spMkLst>
        </pc:spChg>
        <pc:spChg chg="add del mod">
          <ac:chgData name="Vincent Straub" userId="cc81dce8-242d-424d-a3c5-7390e8e80d05" providerId="ADAL" clId="{0E96C34D-F066-4D44-8866-B6B98CBDDE83}" dt="2023-05-12T09:02:10.315" v="182"/>
          <ac:spMkLst>
            <pc:docMk/>
            <pc:sldMk cId="219528012" sldId="266"/>
            <ac:spMk id="351" creationId="{7B45BA42-1008-1730-5BDE-619F56030049}"/>
          </ac:spMkLst>
        </pc:spChg>
        <pc:spChg chg="add del mod">
          <ac:chgData name="Vincent Straub" userId="cc81dce8-242d-424d-a3c5-7390e8e80d05" providerId="ADAL" clId="{0E96C34D-F066-4D44-8866-B6B98CBDDE83}" dt="2023-05-12T09:02:10.315" v="182"/>
          <ac:spMkLst>
            <pc:docMk/>
            <pc:sldMk cId="219528012" sldId="266"/>
            <ac:spMk id="354" creationId="{96EA376D-89F9-CB6E-544A-61C83C14E84D}"/>
          </ac:spMkLst>
        </pc:spChg>
        <pc:spChg chg="add del mod">
          <ac:chgData name="Vincent Straub" userId="cc81dce8-242d-424d-a3c5-7390e8e80d05" providerId="ADAL" clId="{0E96C34D-F066-4D44-8866-B6B98CBDDE83}" dt="2023-05-12T09:02:10.315" v="182"/>
          <ac:spMkLst>
            <pc:docMk/>
            <pc:sldMk cId="219528012" sldId="266"/>
            <ac:spMk id="355" creationId="{B4822B18-EF57-91BA-2B4E-D6B4F544C615}"/>
          </ac:spMkLst>
        </pc:spChg>
        <pc:spChg chg="add mod">
          <ac:chgData name="Vincent Straub" userId="cc81dce8-242d-424d-a3c5-7390e8e80d05" providerId="ADAL" clId="{0E96C34D-F066-4D44-8866-B6B98CBDDE83}" dt="2023-05-12T09:32:50.716" v="309" actId="1076"/>
          <ac:spMkLst>
            <pc:docMk/>
            <pc:sldMk cId="219528012" sldId="266"/>
            <ac:spMk id="356" creationId="{6979FB91-625C-CA39-1402-C5AB3800320A}"/>
          </ac:spMkLst>
        </pc:spChg>
        <pc:spChg chg="add mod">
          <ac:chgData name="Vincent Straub" userId="cc81dce8-242d-424d-a3c5-7390e8e80d05" providerId="ADAL" clId="{0E96C34D-F066-4D44-8866-B6B98CBDDE83}" dt="2023-05-12T09:32:50.716" v="309" actId="1076"/>
          <ac:spMkLst>
            <pc:docMk/>
            <pc:sldMk cId="219528012" sldId="266"/>
            <ac:spMk id="357" creationId="{DE944755-E81D-2BC7-8EF8-6FDFA312F644}"/>
          </ac:spMkLst>
        </pc:spChg>
        <pc:spChg chg="add mod">
          <ac:chgData name="Vincent Straub" userId="cc81dce8-242d-424d-a3c5-7390e8e80d05" providerId="ADAL" clId="{0E96C34D-F066-4D44-8866-B6B98CBDDE83}" dt="2023-05-12T09:32:50.716" v="309" actId="1076"/>
          <ac:spMkLst>
            <pc:docMk/>
            <pc:sldMk cId="219528012" sldId="266"/>
            <ac:spMk id="358" creationId="{6BFBFC91-41D4-341B-051D-4F8781B10122}"/>
          </ac:spMkLst>
        </pc:spChg>
        <pc:spChg chg="add mod">
          <ac:chgData name="Vincent Straub" userId="cc81dce8-242d-424d-a3c5-7390e8e80d05" providerId="ADAL" clId="{0E96C34D-F066-4D44-8866-B6B98CBDDE83}" dt="2023-05-12T09:32:50.716" v="309" actId="1076"/>
          <ac:spMkLst>
            <pc:docMk/>
            <pc:sldMk cId="219528012" sldId="266"/>
            <ac:spMk id="360" creationId="{796AC81D-C20F-E4AB-FF4E-11EEA85039B1}"/>
          </ac:spMkLst>
        </pc:spChg>
        <pc:spChg chg="add mod">
          <ac:chgData name="Vincent Straub" userId="cc81dce8-242d-424d-a3c5-7390e8e80d05" providerId="ADAL" clId="{0E96C34D-F066-4D44-8866-B6B98CBDDE83}" dt="2023-05-12T09:32:50.716" v="309" actId="1076"/>
          <ac:spMkLst>
            <pc:docMk/>
            <pc:sldMk cId="219528012" sldId="266"/>
            <ac:spMk id="363" creationId="{07A6C837-8019-2272-8960-79B46B773CE5}"/>
          </ac:spMkLst>
        </pc:spChg>
        <pc:spChg chg="add del mod">
          <ac:chgData name="Vincent Straub" userId="cc81dce8-242d-424d-a3c5-7390e8e80d05" providerId="ADAL" clId="{0E96C34D-F066-4D44-8866-B6B98CBDDE83}" dt="2023-05-12T09:02:22.708" v="186" actId="478"/>
          <ac:spMkLst>
            <pc:docMk/>
            <pc:sldMk cId="219528012" sldId="266"/>
            <ac:spMk id="364" creationId="{BF97C1CB-0971-E7ED-22CC-C45A9D3136E9}"/>
          </ac:spMkLst>
        </pc:spChg>
        <pc:spChg chg="add del mod">
          <ac:chgData name="Vincent Straub" userId="cc81dce8-242d-424d-a3c5-7390e8e80d05" providerId="ADAL" clId="{0E96C34D-F066-4D44-8866-B6B98CBDDE83}" dt="2023-05-12T09:02:20.185" v="185" actId="478"/>
          <ac:spMkLst>
            <pc:docMk/>
            <pc:sldMk cId="219528012" sldId="266"/>
            <ac:spMk id="365" creationId="{8EA7C02D-E2F5-90EA-4CB1-681DC83D8B72}"/>
          </ac:spMkLst>
        </pc:spChg>
        <pc:spChg chg="add mod">
          <ac:chgData name="Vincent Straub" userId="cc81dce8-242d-424d-a3c5-7390e8e80d05" providerId="ADAL" clId="{0E96C34D-F066-4D44-8866-B6B98CBDDE83}" dt="2023-05-12T09:33:02.054" v="314" actId="14100"/>
          <ac:spMkLst>
            <pc:docMk/>
            <pc:sldMk cId="219528012" sldId="266"/>
            <ac:spMk id="366" creationId="{AF8968E7-E49A-D5AB-5CE5-FDE27CCA13BC}"/>
          </ac:spMkLst>
        </pc:spChg>
        <pc:spChg chg="add mod">
          <ac:chgData name="Vincent Straub" userId="cc81dce8-242d-424d-a3c5-7390e8e80d05" providerId="ADAL" clId="{0E96C34D-F066-4D44-8866-B6B98CBDDE83}" dt="2023-05-12T09:33:04.223" v="315" actId="14100"/>
          <ac:spMkLst>
            <pc:docMk/>
            <pc:sldMk cId="219528012" sldId="266"/>
            <ac:spMk id="367" creationId="{35F29B56-F55C-0732-A21B-0E0960E53C47}"/>
          </ac:spMkLst>
        </pc:spChg>
        <pc:spChg chg="add mod">
          <ac:chgData name="Vincent Straub" userId="cc81dce8-242d-424d-a3c5-7390e8e80d05" providerId="ADAL" clId="{0E96C34D-F066-4D44-8866-B6B98CBDDE83}" dt="2023-05-12T09:32:56.279" v="312" actId="14100"/>
          <ac:spMkLst>
            <pc:docMk/>
            <pc:sldMk cId="219528012" sldId="266"/>
            <ac:spMk id="368" creationId="{120828B6-0C81-C89A-0019-8E451F86C9D3}"/>
          </ac:spMkLst>
        </pc:spChg>
        <pc:spChg chg="add del mod">
          <ac:chgData name="Vincent Straub" userId="cc81dce8-242d-424d-a3c5-7390e8e80d05" providerId="ADAL" clId="{0E96C34D-F066-4D44-8866-B6B98CBDDE83}" dt="2023-05-12T09:31:00.690" v="291"/>
          <ac:spMkLst>
            <pc:docMk/>
            <pc:sldMk cId="219528012" sldId="266"/>
            <ac:spMk id="370" creationId="{E0471F74-1DCB-393E-719C-BFBAA321E3FF}"/>
          </ac:spMkLst>
        </pc:spChg>
        <pc:spChg chg="add del mod">
          <ac:chgData name="Vincent Straub" userId="cc81dce8-242d-424d-a3c5-7390e8e80d05" providerId="ADAL" clId="{0E96C34D-F066-4D44-8866-B6B98CBDDE83}" dt="2023-05-12T09:32:51.114" v="311"/>
          <ac:spMkLst>
            <pc:docMk/>
            <pc:sldMk cId="219528012" sldId="266"/>
            <ac:spMk id="372" creationId="{9071D7EF-9BC7-7BDF-C9F9-ED1DBB5B2640}"/>
          </ac:spMkLst>
        </pc:spChg>
        <pc:spChg chg="add del mod">
          <ac:chgData name="Vincent Straub" userId="cc81dce8-242d-424d-a3c5-7390e8e80d05" providerId="ADAL" clId="{0E96C34D-F066-4D44-8866-B6B98CBDDE83}" dt="2023-05-12T09:32:39.606" v="307" actId="478"/>
          <ac:spMkLst>
            <pc:docMk/>
            <pc:sldMk cId="219528012" sldId="266"/>
            <ac:spMk id="373" creationId="{EAE7655A-D6A0-6645-2AA3-76EA51225C22}"/>
          </ac:spMkLst>
        </pc:spChg>
        <pc:spChg chg="add mod">
          <ac:chgData name="Vincent Straub" userId="cc81dce8-242d-424d-a3c5-7390e8e80d05" providerId="ADAL" clId="{0E96C34D-F066-4D44-8866-B6B98CBDDE83}" dt="2023-05-12T09:33:44.072" v="322" actId="1076"/>
          <ac:spMkLst>
            <pc:docMk/>
            <pc:sldMk cId="219528012" sldId="266"/>
            <ac:spMk id="374" creationId="{C6B5D7E2-0151-7ED8-5682-BFFCC527E351}"/>
          </ac:spMkLst>
        </pc:spChg>
        <pc:grpChg chg="add del mod">
          <ac:chgData name="Vincent Straub" userId="cc81dce8-242d-424d-a3c5-7390e8e80d05" providerId="ADAL" clId="{0E96C34D-F066-4D44-8866-B6B98CBDDE83}" dt="2023-05-12T08:54:28.072" v="106"/>
          <ac:grpSpMkLst>
            <pc:docMk/>
            <pc:sldMk cId="219528012" sldId="266"/>
            <ac:grpSpMk id="49" creationId="{86B35B89-9316-7CD2-825A-9574DB749F50}"/>
          </ac:grpSpMkLst>
        </pc:grpChg>
        <pc:grpChg chg="add del mod">
          <ac:chgData name="Vincent Straub" userId="cc81dce8-242d-424d-a3c5-7390e8e80d05" providerId="ADAL" clId="{0E96C34D-F066-4D44-8866-B6B98CBDDE83}" dt="2023-05-12T08:54:28.072" v="106"/>
          <ac:grpSpMkLst>
            <pc:docMk/>
            <pc:sldMk cId="219528012" sldId="266"/>
            <ac:grpSpMk id="126" creationId="{46EAC5F6-715F-4C3E-323F-13FCFFEA7B43}"/>
          </ac:grpSpMkLst>
        </pc:grpChg>
        <pc:grpChg chg="add del mod">
          <ac:chgData name="Vincent Straub" userId="cc81dce8-242d-424d-a3c5-7390e8e80d05" providerId="ADAL" clId="{0E96C34D-F066-4D44-8866-B6B98CBDDE83}" dt="2023-05-12T08:54:28.072" v="106"/>
          <ac:grpSpMkLst>
            <pc:docMk/>
            <pc:sldMk cId="219528012" sldId="266"/>
            <ac:grpSpMk id="170" creationId="{CF91A815-770F-19EB-E48D-25B3BCAE78A6}"/>
          </ac:grpSpMkLst>
        </pc:grpChg>
        <pc:grpChg chg="add del mod">
          <ac:chgData name="Vincent Straub" userId="cc81dce8-242d-424d-a3c5-7390e8e80d05" providerId="ADAL" clId="{0E96C34D-F066-4D44-8866-B6B98CBDDE83}" dt="2023-05-12T08:54:28.072" v="106"/>
          <ac:grpSpMkLst>
            <pc:docMk/>
            <pc:sldMk cId="219528012" sldId="266"/>
            <ac:grpSpMk id="173" creationId="{2BBBF6FB-8568-43CC-CCC4-62294248F914}"/>
          </ac:grpSpMkLst>
        </pc:grpChg>
        <pc:grpChg chg="add mod">
          <ac:chgData name="Vincent Straub" userId="cc81dce8-242d-424d-a3c5-7390e8e80d05" providerId="ADAL" clId="{0E96C34D-F066-4D44-8866-B6B98CBDDE83}" dt="2023-05-12T09:32:50.716" v="309" actId="1076"/>
          <ac:grpSpMkLst>
            <pc:docMk/>
            <pc:sldMk cId="219528012" sldId="266"/>
            <ac:grpSpMk id="369" creationId="{8FAD4DF8-D006-8157-4105-6C4A9D865E72}"/>
          </ac:grpSpMkLst>
        </pc:grpChg>
        <pc:picChg chg="add del mod">
          <ac:chgData name="Vincent Straub" userId="cc81dce8-242d-424d-a3c5-7390e8e80d05" providerId="ADAL" clId="{0E96C34D-F066-4D44-8866-B6B98CBDDE83}" dt="2023-05-12T09:02:04.900" v="180"/>
          <ac:picMkLst>
            <pc:docMk/>
            <pc:sldMk cId="219528012" sldId="266"/>
            <ac:picMk id="343" creationId="{2E606A20-5E91-86E9-BD25-AED580F2A59E}"/>
          </ac:picMkLst>
        </pc:picChg>
        <pc:picChg chg="add del mod">
          <ac:chgData name="Vincent Straub" userId="cc81dce8-242d-424d-a3c5-7390e8e80d05" providerId="ADAL" clId="{0E96C34D-F066-4D44-8866-B6B98CBDDE83}" dt="2023-05-12T09:02:04.900" v="180"/>
          <ac:picMkLst>
            <pc:docMk/>
            <pc:sldMk cId="219528012" sldId="266"/>
            <ac:picMk id="345" creationId="{724254D4-5C65-302E-1565-1BF9CCA90547}"/>
          </ac:picMkLst>
        </pc:picChg>
        <pc:picChg chg="add del mod">
          <ac:chgData name="Vincent Straub" userId="cc81dce8-242d-424d-a3c5-7390e8e80d05" providerId="ADAL" clId="{0E96C34D-F066-4D44-8866-B6B98CBDDE83}" dt="2023-05-12T09:02:04.900" v="180"/>
          <ac:picMkLst>
            <pc:docMk/>
            <pc:sldMk cId="219528012" sldId="266"/>
            <ac:picMk id="346" creationId="{55D5BD4F-D8DE-BA38-FFC7-27B597B26AEC}"/>
          </ac:picMkLst>
        </pc:picChg>
        <pc:picChg chg="add del mod">
          <ac:chgData name="Vincent Straub" userId="cc81dce8-242d-424d-a3c5-7390e8e80d05" providerId="ADAL" clId="{0E96C34D-F066-4D44-8866-B6B98CBDDE83}" dt="2023-05-12T09:02:10.315" v="182"/>
          <ac:picMkLst>
            <pc:docMk/>
            <pc:sldMk cId="219528012" sldId="266"/>
            <ac:picMk id="350" creationId="{A3A4EA19-2C66-C85F-B409-5E85D6485E5F}"/>
          </ac:picMkLst>
        </pc:picChg>
        <pc:picChg chg="add del mod">
          <ac:chgData name="Vincent Straub" userId="cc81dce8-242d-424d-a3c5-7390e8e80d05" providerId="ADAL" clId="{0E96C34D-F066-4D44-8866-B6B98CBDDE83}" dt="2023-05-12T09:02:10.315" v="182"/>
          <ac:picMkLst>
            <pc:docMk/>
            <pc:sldMk cId="219528012" sldId="266"/>
            <ac:picMk id="352" creationId="{492BCD3D-FA79-B4DE-12BB-7B4FDFD7B503}"/>
          </ac:picMkLst>
        </pc:picChg>
        <pc:picChg chg="add del mod">
          <ac:chgData name="Vincent Straub" userId="cc81dce8-242d-424d-a3c5-7390e8e80d05" providerId="ADAL" clId="{0E96C34D-F066-4D44-8866-B6B98CBDDE83}" dt="2023-05-12T09:02:10.315" v="182"/>
          <ac:picMkLst>
            <pc:docMk/>
            <pc:sldMk cId="219528012" sldId="266"/>
            <ac:picMk id="353" creationId="{1D0ECE8A-15BA-E579-78E5-F99130750931}"/>
          </ac:picMkLst>
        </pc:picChg>
        <pc:picChg chg="add mod">
          <ac:chgData name="Vincent Straub" userId="cc81dce8-242d-424d-a3c5-7390e8e80d05" providerId="ADAL" clId="{0E96C34D-F066-4D44-8866-B6B98CBDDE83}" dt="2023-05-12T09:32:50.716" v="309" actId="1076"/>
          <ac:picMkLst>
            <pc:docMk/>
            <pc:sldMk cId="219528012" sldId="266"/>
            <ac:picMk id="359" creationId="{549957C9-5C99-441B-910F-EDDE87852EF4}"/>
          </ac:picMkLst>
        </pc:picChg>
        <pc:picChg chg="add mod">
          <ac:chgData name="Vincent Straub" userId="cc81dce8-242d-424d-a3c5-7390e8e80d05" providerId="ADAL" clId="{0E96C34D-F066-4D44-8866-B6B98CBDDE83}" dt="2023-05-12T09:32:50.716" v="309" actId="1076"/>
          <ac:picMkLst>
            <pc:docMk/>
            <pc:sldMk cId="219528012" sldId="266"/>
            <ac:picMk id="361" creationId="{FDE0DE00-05EB-73C9-2036-5FBB5E13B475}"/>
          </ac:picMkLst>
        </pc:picChg>
        <pc:picChg chg="add mod">
          <ac:chgData name="Vincent Straub" userId="cc81dce8-242d-424d-a3c5-7390e8e80d05" providerId="ADAL" clId="{0E96C34D-F066-4D44-8866-B6B98CBDDE83}" dt="2023-05-12T09:32:50.716" v="309" actId="1076"/>
          <ac:picMkLst>
            <pc:docMk/>
            <pc:sldMk cId="219528012" sldId="266"/>
            <ac:picMk id="362" creationId="{DBFC21C3-F63A-7079-2612-C611C43CA1C7}"/>
          </ac:picMkLst>
        </pc:picChg>
        <pc:picChg chg="add mod modCrop">
          <ac:chgData name="Vincent Straub" userId="cc81dce8-242d-424d-a3c5-7390e8e80d05" providerId="ADAL" clId="{0E96C34D-F066-4D44-8866-B6B98CBDDE83}" dt="2023-05-12T09:33:06.285" v="316" actId="1076"/>
          <ac:picMkLst>
            <pc:docMk/>
            <pc:sldMk cId="219528012" sldId="266"/>
            <ac:picMk id="371" creationId="{8A5E28F6-BD74-2A2B-F837-8B8908D4F4A8}"/>
          </ac:picMkLst>
        </pc:pic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4" creationId="{DD6E94D9-4DF6-4A12-1C99-CA3978569857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6" creationId="{D0696939-D3C6-E9AE-F4D8-F137E6BB6FF9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7" creationId="{A404B2F4-8E1A-CA8E-947A-45491A87AE0D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8" creationId="{15BF1696-3B0D-F19D-1F9D-C8780CA92719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9" creationId="{FA33357F-314E-6F0D-1E6F-F124C8E3054C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0" creationId="{E2528893-D9DB-0F10-650C-6C0AA80CC4AE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1" creationId="{011D5944-B048-9019-5EE9-97D48456FD1E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2" creationId="{BFF79C82-A738-8BD4-9CF1-12548CB1D521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3" creationId="{7FD4FE59-7888-4BCF-009D-85CCBCD17530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4" creationId="{1B382F9D-6D75-E830-6D62-B78944B2E43B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5" creationId="{CC8988DB-3273-120F-AF76-8EACA6E068F6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6" creationId="{EE292A9F-10DF-CEE9-32FE-E57EFE2CDA54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7" creationId="{6A3DD658-1573-75F1-6CAB-7EFA76BFED92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8" creationId="{042DB988-DC12-7892-145C-F02860929C5C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9" creationId="{82B6E654-895D-5A02-16B3-6E0C675B4D09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20" creationId="{0FE54A2E-2DC0-7DC8-F836-7B39369DE8F2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21" creationId="{B71E2E49-14BD-80A5-2C2F-E292B0A39799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22" creationId="{2C2A5CB9-120C-E8B7-1611-B77D09095052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23" creationId="{7BB4C6AD-8047-6B05-AF00-457F1EA60204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24" creationId="{7E49BE15-DB7F-7541-BC4B-55F3357C148D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25" creationId="{C8A1C271-6561-9488-5FE6-DC0A75C969C6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26" creationId="{B56823D0-2A27-3D97-6886-CF1CE5F0760C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27" creationId="{B71A61DB-A8A7-B0FB-ABC1-A99ED6C1A5D3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28" creationId="{5D2DD5CA-AC89-3CC6-2588-176F91298814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29" creationId="{32D7C41B-F703-3453-2286-35923AC938B1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30" creationId="{1B1108E1-AF3E-A872-CB54-42BDDFEF4103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31" creationId="{38C9EFC7-DDFF-51D4-21D6-F81072525EFB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32" creationId="{00E1E1D9-A78F-BB3D-AFF0-1927FF4C38EC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33" creationId="{6CAB6D64-875C-0E97-3FAB-9FBD7F03DD9A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34" creationId="{026B33F1-E60F-B588-ABF0-335226AB13DA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35" creationId="{8DF8EA10-BAC1-004F-2FB8-851FD938FF46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36" creationId="{58D00CB3-67E9-5448-CF31-1BFF9376562C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37" creationId="{EC0ACF14-C9DB-8925-AABC-0D765A673609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38" creationId="{E1E0C6C7-B0FC-DA8F-7B91-13E8E23AD8C8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39" creationId="{0DBDF345-C573-117A-E1B3-CF3207766329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40" creationId="{EBFD2A7F-40DE-3E3E-5531-C64A5560738D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41" creationId="{9FBD3005-7321-810F-0DBE-AA67629465B7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42" creationId="{A711BD22-0104-46B6-4942-1B0E5156A556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43" creationId="{952D0AC4-4C82-E471-E433-1E1049764346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44" creationId="{A2937B01-2729-2750-8443-9F48E9DA4467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45" creationId="{C1375EFD-C5F5-CD69-798F-BB17EEF1810D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46" creationId="{939F53D6-B243-5C06-4430-D37C8303A59B}"/>
          </ac:cxnSpMkLst>
        </pc:cxnChg>
        <pc:cxnChg chg="mod">
          <ac:chgData name="Vincent Straub" userId="cc81dce8-242d-424d-a3c5-7390e8e80d05" providerId="ADAL" clId="{0E96C34D-F066-4D44-8866-B6B98CBDDE83}" dt="2023-05-12T08:54:21.755" v="105"/>
          <ac:cxnSpMkLst>
            <pc:docMk/>
            <pc:sldMk cId="219528012" sldId="266"/>
            <ac:cxnSpMk id="61" creationId="{72A068F1-114B-4352-4888-5CD62158762D}"/>
          </ac:cxnSpMkLst>
        </pc:cxnChg>
        <pc:cxnChg chg="mod">
          <ac:chgData name="Vincent Straub" userId="cc81dce8-242d-424d-a3c5-7390e8e80d05" providerId="ADAL" clId="{0E96C34D-F066-4D44-8866-B6B98CBDDE83}" dt="2023-05-12T08:54:21.755" v="105"/>
          <ac:cxnSpMkLst>
            <pc:docMk/>
            <pc:sldMk cId="219528012" sldId="266"/>
            <ac:cxnSpMk id="62" creationId="{8F3F149C-4B93-5EDB-ABFF-9E5E5083DB14}"/>
          </ac:cxnSpMkLst>
        </pc:cxnChg>
        <pc:cxnChg chg="mod">
          <ac:chgData name="Vincent Straub" userId="cc81dce8-242d-424d-a3c5-7390e8e80d05" providerId="ADAL" clId="{0E96C34D-F066-4D44-8866-B6B98CBDDE83}" dt="2023-05-12T08:54:21.755" v="105"/>
          <ac:cxnSpMkLst>
            <pc:docMk/>
            <pc:sldMk cId="219528012" sldId="266"/>
            <ac:cxnSpMk id="63" creationId="{33238726-3237-7EFC-6759-3B484944C233}"/>
          </ac:cxnSpMkLst>
        </pc:cxnChg>
        <pc:cxnChg chg="mod">
          <ac:chgData name="Vincent Straub" userId="cc81dce8-242d-424d-a3c5-7390e8e80d05" providerId="ADAL" clId="{0E96C34D-F066-4D44-8866-B6B98CBDDE83}" dt="2023-05-12T08:54:21.755" v="105"/>
          <ac:cxnSpMkLst>
            <pc:docMk/>
            <pc:sldMk cId="219528012" sldId="266"/>
            <ac:cxnSpMk id="64" creationId="{40BE4E1E-3AEC-3D72-6489-0EA7F095FF5B}"/>
          </ac:cxnSpMkLst>
        </pc:cxnChg>
        <pc:cxnChg chg="mod">
          <ac:chgData name="Vincent Straub" userId="cc81dce8-242d-424d-a3c5-7390e8e80d05" providerId="ADAL" clId="{0E96C34D-F066-4D44-8866-B6B98CBDDE83}" dt="2023-05-12T08:54:21.755" v="105"/>
          <ac:cxnSpMkLst>
            <pc:docMk/>
            <pc:sldMk cId="219528012" sldId="266"/>
            <ac:cxnSpMk id="65" creationId="{64F4AAB3-B7E6-820A-D043-139100214C44}"/>
          </ac:cxnSpMkLst>
        </pc:cxnChg>
        <pc:cxnChg chg="mod">
          <ac:chgData name="Vincent Straub" userId="cc81dce8-242d-424d-a3c5-7390e8e80d05" providerId="ADAL" clId="{0E96C34D-F066-4D44-8866-B6B98CBDDE83}" dt="2023-05-12T08:54:21.755" v="105"/>
          <ac:cxnSpMkLst>
            <pc:docMk/>
            <pc:sldMk cId="219528012" sldId="266"/>
            <ac:cxnSpMk id="66" creationId="{6474E607-9A88-BE38-0CC9-830FF028C2C8}"/>
          </ac:cxnSpMkLst>
        </pc:cxnChg>
        <pc:cxnChg chg="mod">
          <ac:chgData name="Vincent Straub" userId="cc81dce8-242d-424d-a3c5-7390e8e80d05" providerId="ADAL" clId="{0E96C34D-F066-4D44-8866-B6B98CBDDE83}" dt="2023-05-12T08:54:21.755" v="105"/>
          <ac:cxnSpMkLst>
            <pc:docMk/>
            <pc:sldMk cId="219528012" sldId="266"/>
            <ac:cxnSpMk id="67" creationId="{6E25727E-D3BF-B9FC-0FFB-CF6779999C31}"/>
          </ac:cxnSpMkLst>
        </pc:cxnChg>
        <pc:cxnChg chg="mod">
          <ac:chgData name="Vincent Straub" userId="cc81dce8-242d-424d-a3c5-7390e8e80d05" providerId="ADAL" clId="{0E96C34D-F066-4D44-8866-B6B98CBDDE83}" dt="2023-05-12T08:54:21.755" v="105"/>
          <ac:cxnSpMkLst>
            <pc:docMk/>
            <pc:sldMk cId="219528012" sldId="266"/>
            <ac:cxnSpMk id="68" creationId="{B25BC876-0F56-9C67-1511-4C9D396C146E}"/>
          </ac:cxnSpMkLst>
        </pc:cxnChg>
        <pc:cxnChg chg="mod">
          <ac:chgData name="Vincent Straub" userId="cc81dce8-242d-424d-a3c5-7390e8e80d05" providerId="ADAL" clId="{0E96C34D-F066-4D44-8866-B6B98CBDDE83}" dt="2023-05-12T08:54:21.755" v="105"/>
          <ac:cxnSpMkLst>
            <pc:docMk/>
            <pc:sldMk cId="219528012" sldId="266"/>
            <ac:cxnSpMk id="69" creationId="{CD8C3108-1363-1E95-252A-BFEDC272C32B}"/>
          </ac:cxnSpMkLst>
        </pc:cxnChg>
        <pc:cxnChg chg="mod">
          <ac:chgData name="Vincent Straub" userId="cc81dce8-242d-424d-a3c5-7390e8e80d05" providerId="ADAL" clId="{0E96C34D-F066-4D44-8866-B6B98CBDDE83}" dt="2023-05-12T08:54:21.755" v="105"/>
          <ac:cxnSpMkLst>
            <pc:docMk/>
            <pc:sldMk cId="219528012" sldId="266"/>
            <ac:cxnSpMk id="70" creationId="{A9677F97-E08A-A021-FDE1-F414B3E63BA6}"/>
          </ac:cxnSpMkLst>
        </pc:cxnChg>
        <pc:cxnChg chg="mod">
          <ac:chgData name="Vincent Straub" userId="cc81dce8-242d-424d-a3c5-7390e8e80d05" providerId="ADAL" clId="{0E96C34D-F066-4D44-8866-B6B98CBDDE83}" dt="2023-05-12T08:54:21.755" v="105"/>
          <ac:cxnSpMkLst>
            <pc:docMk/>
            <pc:sldMk cId="219528012" sldId="266"/>
            <ac:cxnSpMk id="71" creationId="{83E9E9C8-DBEB-29A2-BC02-4BC33E31CB20}"/>
          </ac:cxnSpMkLst>
        </pc:cxnChg>
        <pc:cxnChg chg="mod">
          <ac:chgData name="Vincent Straub" userId="cc81dce8-242d-424d-a3c5-7390e8e80d05" providerId="ADAL" clId="{0E96C34D-F066-4D44-8866-B6B98CBDDE83}" dt="2023-05-12T08:54:21.755" v="105"/>
          <ac:cxnSpMkLst>
            <pc:docMk/>
            <pc:sldMk cId="219528012" sldId="266"/>
            <ac:cxnSpMk id="73" creationId="{3D811824-6294-B323-83A2-A547E247DDC8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81" creationId="{3778E0CC-A41F-9EB6-203D-6497817A50EC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82" creationId="{561F6D32-7C0E-DF39-090A-C862AC9A55CD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83" creationId="{A92D69DB-6DF9-D1C5-DDEF-67DC5C71E5C2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84" creationId="{F113F85D-8369-41D7-183C-F8A253202508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85" creationId="{2B26CD55-166F-C476-EAE1-5068C010497E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86" creationId="{591B66BE-B51F-E073-120D-38FE37C399EA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87" creationId="{C1D53E92-2F51-9EE9-0A84-483553F4C069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89" creationId="{AB70170D-58C9-5697-F403-2F81CF6F9D59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97" creationId="{956BFFCD-5F82-5F62-4319-93AE8AD592ED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98" creationId="{04EE3A20-6884-1FB7-9DF1-1135CB919247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01" creationId="{240079A2-E30F-B6B7-45CE-98D71F7F23DD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02" creationId="{0EB185A7-8712-63E8-35C5-A70AB6356019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03" creationId="{86E55E4B-217F-18EC-47F9-0BFB6F2F5A27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04" creationId="{378DA914-8A7C-4F27-50E6-4277E4247D6E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05" creationId="{19DF049B-32DE-6D00-D8DB-45DDDA855453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06" creationId="{CC6F610C-0972-2E9D-CD82-3D8220CA7AC0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07" creationId="{559E281D-B688-506B-97EF-67119614E961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08" creationId="{3B32D0A9-7A51-3579-58BE-E928797CFA0D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09" creationId="{FCACEE2A-CFF7-27CB-1611-012DD18E7784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10" creationId="{DFD882D7-9EF9-6E89-2131-E5B7C855210D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11" creationId="{2D862147-8324-32DA-6E80-D34F8A9C4C79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12" creationId="{0F57A009-5F2A-45D9-FEF5-F82AAC8A4A3C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13" creationId="{3FF252F3-C72E-BB33-F466-C7DEF6B61304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14" creationId="{7358A02C-197C-6BDB-80DA-A987E78F8609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15" creationId="{C30FC6C5-B0DA-6944-8700-FA697AB927B3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16" creationId="{70CB66EC-6972-881D-7BE8-277024B45E46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17" creationId="{4B3FFE7E-352C-C5E4-936E-5CCBFF4428C4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18" creationId="{AACAB9B1-ABAB-A7C6-38DB-FE9FDBA5723A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19" creationId="{4409FC44-D0F8-4DB5-771B-9ED53DF5A029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20" creationId="{1C733EEF-B316-A466-ECA8-49D466A0ADA1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21" creationId="{BF6307AA-0E03-DB55-65CB-582CBDB8D827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22" creationId="{FDF42526-0A47-9877-1620-6A45865C7894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23" creationId="{2A2FBC4E-2CB5-D842-D9C8-6BFF45B7CBC3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24" creationId="{29FDEBF8-3790-2C99-24DB-6BC8BA29E7EF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25" creationId="{A737DCA7-24C9-76A0-DCD9-449B0C45B576}"/>
          </ac:cxnSpMkLst>
        </pc:cxnChg>
        <pc:cxnChg chg="mod">
          <ac:chgData name="Vincent Straub" userId="cc81dce8-242d-424d-a3c5-7390e8e80d05" providerId="ADAL" clId="{0E96C34D-F066-4D44-8866-B6B98CBDDE83}" dt="2023-05-12T08:54:21.755" v="105"/>
          <ac:cxnSpMkLst>
            <pc:docMk/>
            <pc:sldMk cId="219528012" sldId="266"/>
            <ac:cxnSpMk id="130" creationId="{48515DAB-88AE-A1AB-484F-FD77FB3F9072}"/>
          </ac:cxnSpMkLst>
        </pc:cxnChg>
        <pc:cxnChg chg="mod">
          <ac:chgData name="Vincent Straub" userId="cc81dce8-242d-424d-a3c5-7390e8e80d05" providerId="ADAL" clId="{0E96C34D-F066-4D44-8866-B6B98CBDDE83}" dt="2023-05-12T08:54:21.755" v="105"/>
          <ac:cxnSpMkLst>
            <pc:docMk/>
            <pc:sldMk cId="219528012" sldId="266"/>
            <ac:cxnSpMk id="131" creationId="{09C8D88A-3D49-8627-9D99-B275EA1D78D8}"/>
          </ac:cxnSpMkLst>
        </pc:cxnChg>
        <pc:cxnChg chg="mod">
          <ac:chgData name="Vincent Straub" userId="cc81dce8-242d-424d-a3c5-7390e8e80d05" providerId="ADAL" clId="{0E96C34D-F066-4D44-8866-B6B98CBDDE83}" dt="2023-05-12T08:54:21.755" v="105"/>
          <ac:cxnSpMkLst>
            <pc:docMk/>
            <pc:sldMk cId="219528012" sldId="266"/>
            <ac:cxnSpMk id="132" creationId="{3036B0E4-44FA-6D81-D0C4-280E5A0195A4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34" creationId="{C70811B0-895E-7E1D-AB70-706DC9FDD15D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35" creationId="{201D7622-14AC-CDA0-D6FB-095BF2E08DE4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36" creationId="{1C490DAE-63D0-3DDF-5CE6-AAB35D7E2CB9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37" creationId="{167FB82D-90D8-D848-27B8-1019CDA07983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38" creationId="{54796E8F-64D3-EC25-4F80-5FA61196E421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39" creationId="{A26F50BC-A8DD-46E7-EB1A-EE604A3E9636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40" creationId="{3D0F298B-0076-FEF8-95FA-936F552EBAE9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41" creationId="{EBD30453-474A-A160-4F5A-FD30A8EDD9BA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42" creationId="{CBD1E20B-13C9-2306-221D-706F4CD9F030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43" creationId="{02F1022E-3EC5-63F2-06D1-7C05FAFB6264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44" creationId="{253528A4-A53A-EAA9-913D-9725199B5BC0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45" creationId="{C0D88400-D020-94F0-225D-915240EBB8C3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146" creationId="{ED5A6434-6D8C-06DA-ED58-FE409CF0E6B9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222" creationId="{E8FDC631-23D9-EC4E-FD85-856E65500F52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232" creationId="{9AC5AE37-D4E1-0B93-1F9F-5620D285D580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233" creationId="{220F5F4C-6ADD-688B-CCF1-9F9457326E30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235" creationId="{DE53F5CF-BCEE-C6ED-6E8C-D5095BFD99A1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294" creationId="{796C0037-BCB4-EFB4-1FEB-CE2C3BBCE2DE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328" creationId="{9FCE3B47-B244-D4BD-8D43-7DB3054AC86B}"/>
          </ac:cxnSpMkLst>
        </pc:cxnChg>
        <pc:cxnChg chg="add del mod">
          <ac:chgData name="Vincent Straub" userId="cc81dce8-242d-424d-a3c5-7390e8e80d05" providerId="ADAL" clId="{0E96C34D-F066-4D44-8866-B6B98CBDDE83}" dt="2023-05-12T08:54:28.072" v="106"/>
          <ac:cxnSpMkLst>
            <pc:docMk/>
            <pc:sldMk cId="219528012" sldId="266"/>
            <ac:cxnSpMk id="331" creationId="{BB0279ED-CEEE-1263-6D4C-82FA800E71E4}"/>
          </ac:cxnSpMkLst>
        </pc:cxnChg>
      </pc:sldChg>
      <pc:sldChg chg="addSp delSp modSp mod">
        <pc:chgData name="Vincent Straub" userId="cc81dce8-242d-424d-a3c5-7390e8e80d05" providerId="ADAL" clId="{0E96C34D-F066-4D44-8866-B6B98CBDDE83}" dt="2023-05-12T09:05:21.230" v="251" actId="14100"/>
        <pc:sldMkLst>
          <pc:docMk/>
          <pc:sldMk cId="2594450314" sldId="267"/>
        </pc:sldMkLst>
        <pc:spChg chg="add mod">
          <ac:chgData name="Vincent Straub" userId="cc81dce8-242d-424d-a3c5-7390e8e80d05" providerId="ADAL" clId="{0E96C34D-F066-4D44-8866-B6B98CBDDE83}" dt="2023-05-12T08:50:00.629" v="55" actId="255"/>
          <ac:spMkLst>
            <pc:docMk/>
            <pc:sldMk cId="2594450314" sldId="267"/>
            <ac:spMk id="2" creationId="{8ED0EF8C-939F-D4B9-6FAA-77B449A1946E}"/>
          </ac:spMkLst>
        </pc:spChg>
        <pc:spChg chg="add mod">
          <ac:chgData name="Vincent Straub" userId="cc81dce8-242d-424d-a3c5-7390e8e80d05" providerId="ADAL" clId="{0E96C34D-F066-4D44-8866-B6B98CBDDE83}" dt="2023-05-12T08:53:43.814" v="104"/>
          <ac:spMkLst>
            <pc:docMk/>
            <pc:sldMk cId="2594450314" sldId="267"/>
            <ac:spMk id="3" creationId="{7E679D9A-A710-F2BD-2B92-8AF4A84F4C73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4" creationId="{62F7B750-C6E6-3F06-091F-C85793298F28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5" creationId="{03AA0B31-299C-2997-AAFA-FE4DE515A4BB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6" creationId="{267E866E-C255-A90F-6523-8B17C8E36D6C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7" creationId="{B4CC0CF9-F12E-77D6-396C-68BA1414322D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8" creationId="{A6B83561-4A03-8223-FE37-ED6573971301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9" creationId="{ABC2B800-50EF-7B9E-C162-26235151736A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11" creationId="{1436EC69-09A5-66C3-B648-5B703181F6DA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12" creationId="{FBF40950-0850-A340-CEB6-D1EDD0B93D8C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13" creationId="{A529F250-034C-3D7B-721C-9378562F2B82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14" creationId="{8815D121-F37E-6A9E-3CAB-1F02A459D626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15" creationId="{92DD497E-1DD6-B450-D026-053AC3F3E8D5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16" creationId="{69045C04-6370-A7CF-EAFF-95339BB850D1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17" creationId="{68455CC8-64C1-D837-45AA-B18229498E4B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18" creationId="{6FEC8438-AF88-BAC5-FC68-993222BE4661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19" creationId="{F5CC6E83-B60E-303E-26C5-6C26294EC296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20" creationId="{380F6A9C-14C5-295F-AD9B-10E1C2DE34A8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21" creationId="{88E24AE8-E429-5372-EBE9-AC7A49281C73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22" creationId="{D306FF88-DB48-0E73-5033-A9F95DED41D2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23" creationId="{C0D93708-2926-19B9-C1BE-B07614A52FE5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24" creationId="{BACB78BA-EA0F-56D4-0A45-81F4B1B69EBC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25" creationId="{451386F4-BCFA-AC02-76CC-FE12590BAC1F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26" creationId="{2FE5E4CB-E053-4C86-C534-2CBA85D86D64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28" creationId="{21D43929-AE7D-F277-5EA3-924EFF9B66F4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31" creationId="{08EBE6EE-A4B0-6373-1E8A-6D4EA995368F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32" creationId="{8C2FED7C-AAD8-55F9-9631-49F10DB888D3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33" creationId="{EC4931A2-04C5-C78B-9602-D4156A36EB31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35" creationId="{8E9EF806-1A54-7AE1-CD9F-C05D6988AACC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36" creationId="{1AD81AFF-FD71-D82B-EF0E-6E25AB10BC8B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37" creationId="{D13109A6-DF45-D0A3-44B8-9D0A2E6A0894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38" creationId="{CA6B40CE-D76D-DB6B-78C3-2C3135688991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39" creationId="{E1DA600C-AD94-CEA4-8A6A-D171CA8AFF9F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40" creationId="{40D31B7A-4E1F-5EF6-C38E-EDB01ED941D3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44" creationId="{921139AD-655C-D8FC-1BA2-412182571155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45" creationId="{5E01B492-1877-EC3D-6537-5A917A5F0D54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46" creationId="{F3C10C87-06E8-8F24-02BC-4F04AC15298D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47" creationId="{8B11AA5A-D387-0328-A553-9023FEE1FDA5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48" creationId="{16475770-776F-9924-39E7-BCB1313026A1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49" creationId="{4140DA16-FB7C-DECD-7829-F999FB9C7209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50" creationId="{B747E25B-F613-85EB-F569-CC3DCDB046B9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51" creationId="{0CE52E21-C746-E9FD-E501-35C32343303F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52" creationId="{498D86AA-07E3-C81D-DF65-54EC53C76189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53" creationId="{EE668441-4756-B5D2-B3B3-67C433820ADE}"/>
          </ac:spMkLst>
        </pc:spChg>
        <pc:spChg chg="add del mod">
          <ac:chgData name="Vincent Straub" userId="cc81dce8-242d-424d-a3c5-7390e8e80d05" providerId="ADAL" clId="{0E96C34D-F066-4D44-8866-B6B98CBDDE83}" dt="2023-05-12T09:00:59.786" v="171" actId="478"/>
          <ac:spMkLst>
            <pc:docMk/>
            <pc:sldMk cId="2594450314" sldId="267"/>
            <ac:spMk id="54" creationId="{A2B69806-4328-D4ED-74D6-6DB0BD4E5462}"/>
          </ac:spMkLst>
        </pc:spChg>
        <pc:picChg chg="add del mod">
          <ac:chgData name="Vincent Straub" userId="cc81dce8-242d-424d-a3c5-7390e8e80d05" providerId="ADAL" clId="{0E96C34D-F066-4D44-8866-B6B98CBDDE83}" dt="2023-05-12T09:00:59.786" v="171" actId="478"/>
          <ac:picMkLst>
            <pc:docMk/>
            <pc:sldMk cId="2594450314" sldId="267"/>
            <ac:picMk id="27" creationId="{B5809DA2-C0C8-0AA8-1E2A-275949D7D6FC}"/>
          </ac:picMkLst>
        </pc:picChg>
        <pc:picChg chg="add del mod">
          <ac:chgData name="Vincent Straub" userId="cc81dce8-242d-424d-a3c5-7390e8e80d05" providerId="ADAL" clId="{0E96C34D-F066-4D44-8866-B6B98CBDDE83}" dt="2023-05-12T09:00:59.786" v="171" actId="478"/>
          <ac:picMkLst>
            <pc:docMk/>
            <pc:sldMk cId="2594450314" sldId="267"/>
            <ac:picMk id="29" creationId="{9CBA5270-7DC0-F302-145A-8EBF82C7EE70}"/>
          </ac:picMkLst>
        </pc:picChg>
        <pc:picChg chg="add del mod">
          <ac:chgData name="Vincent Straub" userId="cc81dce8-242d-424d-a3c5-7390e8e80d05" providerId="ADAL" clId="{0E96C34D-F066-4D44-8866-B6B98CBDDE83}" dt="2023-05-12T09:00:59.786" v="171" actId="478"/>
          <ac:picMkLst>
            <pc:docMk/>
            <pc:sldMk cId="2594450314" sldId="267"/>
            <ac:picMk id="34" creationId="{ECA90B69-B9D8-544A-2B81-90392732F1AA}"/>
          </ac:picMkLst>
        </pc:picChg>
        <pc:picChg chg="add mod modCrop">
          <ac:chgData name="Vincent Straub" userId="cc81dce8-242d-424d-a3c5-7390e8e80d05" providerId="ADAL" clId="{0E96C34D-F066-4D44-8866-B6B98CBDDE83}" dt="2023-05-12T09:05:21.230" v="251" actId="14100"/>
          <ac:picMkLst>
            <pc:docMk/>
            <pc:sldMk cId="2594450314" sldId="267"/>
            <ac:picMk id="55" creationId="{AC1DF86B-7CF4-D08D-5FEF-746C8E5A905A}"/>
          </ac:picMkLst>
        </pc:picChg>
        <pc:cxnChg chg="add del mod">
          <ac:chgData name="Vincent Straub" userId="cc81dce8-242d-424d-a3c5-7390e8e80d05" providerId="ADAL" clId="{0E96C34D-F066-4D44-8866-B6B98CBDDE83}" dt="2023-05-12T09:00:59.786" v="171" actId="478"/>
          <ac:cxnSpMkLst>
            <pc:docMk/>
            <pc:sldMk cId="2594450314" sldId="267"/>
            <ac:cxnSpMk id="10" creationId="{46E88A79-9CA1-D8F9-ED49-EA7BE70BBCD1}"/>
          </ac:cxnSpMkLst>
        </pc:cxnChg>
        <pc:cxnChg chg="add del mod">
          <ac:chgData name="Vincent Straub" userId="cc81dce8-242d-424d-a3c5-7390e8e80d05" providerId="ADAL" clId="{0E96C34D-F066-4D44-8866-B6B98CBDDE83}" dt="2023-05-12T09:00:59.786" v="171" actId="478"/>
          <ac:cxnSpMkLst>
            <pc:docMk/>
            <pc:sldMk cId="2594450314" sldId="267"/>
            <ac:cxnSpMk id="30" creationId="{1B73FBD3-9FD8-4037-C2ED-547090AE05D6}"/>
          </ac:cxnSpMkLst>
        </pc:cxnChg>
        <pc:cxnChg chg="add del mod">
          <ac:chgData name="Vincent Straub" userId="cc81dce8-242d-424d-a3c5-7390e8e80d05" providerId="ADAL" clId="{0E96C34D-F066-4D44-8866-B6B98CBDDE83}" dt="2023-05-12T09:00:59.786" v="171" actId="478"/>
          <ac:cxnSpMkLst>
            <pc:docMk/>
            <pc:sldMk cId="2594450314" sldId="267"/>
            <ac:cxnSpMk id="41" creationId="{D2E6AD5A-35B0-7FC5-C1E7-3BCADECB87E2}"/>
          </ac:cxnSpMkLst>
        </pc:cxnChg>
        <pc:cxnChg chg="add del mod">
          <ac:chgData name="Vincent Straub" userId="cc81dce8-242d-424d-a3c5-7390e8e80d05" providerId="ADAL" clId="{0E96C34D-F066-4D44-8866-B6B98CBDDE83}" dt="2023-05-12T09:00:59.786" v="171" actId="478"/>
          <ac:cxnSpMkLst>
            <pc:docMk/>
            <pc:sldMk cId="2594450314" sldId="267"/>
            <ac:cxnSpMk id="42" creationId="{E1056C5D-B97B-0465-0340-DF70E970470B}"/>
          </ac:cxnSpMkLst>
        </pc:cxnChg>
        <pc:cxnChg chg="add del mod">
          <ac:chgData name="Vincent Straub" userId="cc81dce8-242d-424d-a3c5-7390e8e80d05" providerId="ADAL" clId="{0E96C34D-F066-4D44-8866-B6B98CBDDE83}" dt="2023-05-12T09:00:59.786" v="171" actId="478"/>
          <ac:cxnSpMkLst>
            <pc:docMk/>
            <pc:sldMk cId="2594450314" sldId="267"/>
            <ac:cxnSpMk id="43" creationId="{DC8A35D0-A5FA-FA4C-FCC8-157F539EECBB}"/>
          </ac:cxnSpMkLst>
        </pc:cxnChg>
      </pc:sldChg>
      <pc:sldChg chg="addSp delSp modSp add mod">
        <pc:chgData name="Vincent Straub" userId="cc81dce8-242d-424d-a3c5-7390e8e80d05" providerId="ADAL" clId="{0E96C34D-F066-4D44-8866-B6B98CBDDE83}" dt="2023-05-12T09:28:32.056" v="277" actId="1076"/>
        <pc:sldMkLst>
          <pc:docMk/>
          <pc:sldMk cId="1119496881" sldId="268"/>
        </pc:sldMkLst>
        <pc:spChg chg="del">
          <ac:chgData name="Vincent Straub" userId="cc81dce8-242d-424d-a3c5-7390e8e80d05" providerId="ADAL" clId="{0E96C34D-F066-4D44-8866-B6B98CBDDE83}" dt="2023-05-12T09:05:07.283" v="250" actId="478"/>
          <ac:spMkLst>
            <pc:docMk/>
            <pc:sldMk cId="1119496881" sldId="268"/>
            <ac:spMk id="8" creationId="{86552BC4-7A28-C7F8-F859-C2E52167A35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47" creationId="{080C3BD9-5B82-954D-0D29-32477633FB0E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48" creationId="{D2A600D9-6A8A-3B82-10F0-75976D6FEE0E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50" creationId="{5EDA21CF-B707-FC61-C17D-ABCC67CEE05A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51" creationId="{F28A1DD2-266D-22CF-5A12-AFF7A5C2556C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52" creationId="{F8E8A696-ECD4-29AD-CCEB-0B89727529EA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53" creationId="{831803EE-B2A6-7B3C-A58C-A08E1F603B56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54" creationId="{74318275-DA82-9C0E-7116-4176461A1B23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55" creationId="{2F9D140A-2832-46B9-1A7E-E71584645EFE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56" creationId="{51A9239E-116E-64F0-7A55-6E450DB03413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57" creationId="{7B5520F3-C696-EA5C-3726-FF4F048C180A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58" creationId="{AA1A2CA6-884C-DF90-B1B4-7C0344ECB372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59" creationId="{B70B2916-6888-A69D-7DBD-05182727CF40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60" creationId="{AA41D152-2EC5-970F-0B07-00F3B411C267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72" creationId="{117D5452-AC34-A425-398D-96FF8C9BD0F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74" creationId="{8B42FC69-C9B2-B950-C50D-E4D13795900A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75" creationId="{7C08FAB5-297D-DF6C-D69D-F1D2D7607141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76" creationId="{81A739B1-0A45-DF74-EAF5-DECAE7F94AA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77" creationId="{CE8874BC-D8F3-DC2B-D1F7-CB317728127A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78" creationId="{E3BC9C11-FCB7-9BFD-06D8-6A4ED60F9D1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79" creationId="{34C99668-A5B2-7C0A-BAC6-D3E316A8476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80" creationId="{7B9BAFDE-E3A1-E759-57A8-43D3763A4B2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88" creationId="{5DCDDF21-3858-3290-5BD5-DF3903722B4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90" creationId="{F8001362-861F-5760-172C-2A28F0B3E30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91" creationId="{E8747E57-A30A-F228-4CB7-47FC27F7EC7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92" creationId="{E2FD5478-3090-C47D-FA55-14526E2ADC03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93" creationId="{4559F7A2-E935-413D-A295-1F97F20D201A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94" creationId="{817600D5-679C-F675-ED04-179E900D0AD4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95" creationId="{C7EAD730-4CB6-E9A1-E0CF-AB7565D3E2D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96" creationId="{F57AFA61-344F-C478-5924-0E27ADCFD7C0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99" creationId="{AD3AED00-13CD-476F-AA2F-004E9591D1F1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00" creationId="{D05167D2-DFB9-4507-F151-F0734B9AC2B8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127" creationId="{909D77EB-5CCC-331E-1331-DDFEE28DCDD9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128" creationId="{980C17A1-ABC2-A032-C71E-18DEFF2B2696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129" creationId="{65912416-AD1B-D0B5-B569-70F3A109EA0F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133" creationId="{EB802D5C-C60D-942C-DC25-8A0D045DAB0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47" creationId="{FBF134E1-AFA8-C75C-10F7-EBE78BF2F4B0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48" creationId="{BBF2CB14-8FB2-1B3B-35F3-14C1AB1D7AD7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49" creationId="{6293F484-DE45-F9C3-3936-BC14D71605B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50" creationId="{7052B026-4B02-BA4D-0C63-4BAFC6DDB6C7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51" creationId="{25284F9D-6692-5232-5690-9FBA00ADD8A3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52" creationId="{1B184625-8AAB-A1DB-818C-06DFC423B7C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53" creationId="{E564E467-8A57-112D-08EF-489EBA3AB626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54" creationId="{464C21DA-8087-BA0A-0F39-10FEC442DAB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55" creationId="{E5177939-C2E5-2290-7679-C1E3D42B090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56" creationId="{227B71B6-4A17-B9EC-5166-72591A7DB9D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57" creationId="{143E08DC-F81A-7533-3DB1-28DF32B67DDF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58" creationId="{D09214B8-B281-091E-60CD-09B1075385A6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59" creationId="{A1FDD99F-2144-10B7-3172-C91D8BFB7A8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60" creationId="{63B42AB5-93EB-C575-D292-7BDB3C63934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61" creationId="{BFD005FF-84AA-AABE-C1DE-D4234CE87AB4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62" creationId="{DBE27CE8-2024-D0B1-2E5D-4FC59BDE8CE1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63" creationId="{1E97C902-CD3B-2D49-DDF4-8327EDC68BE3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64" creationId="{F44BBCD4-46ED-BDAA-F86A-65209E2E2F8A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65" creationId="{62D9B456-63B6-B1F2-A73C-F6FF2657B9C0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66" creationId="{D2478CA4-895B-C625-7B4C-DD7622682BAA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67" creationId="{F17F2EEE-2093-E174-E12E-A9ED5BDF9247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68" creationId="{72083488-A35F-50C2-D58A-8797C29576A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69" creationId="{BC338EF1-0C49-45A3-E1BB-0F04CAC94BF1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171" creationId="{3F505310-BE53-B6E6-1E16-DACC41F0F9B8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172" creationId="{7C6594C0-A3E9-89F3-F3D9-0ACD2FE06E9E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174" creationId="{CDD9A1D3-1D80-B746-EDA1-36E4ACD14459}"/>
          </ac:spMkLst>
        </pc:spChg>
        <pc:spChg chg="mod">
          <ac:chgData name="Vincent Straub" userId="cc81dce8-242d-424d-a3c5-7390e8e80d05" providerId="ADAL" clId="{0E96C34D-F066-4D44-8866-B6B98CBDDE83}" dt="2023-05-12T09:06:14.238" v="261"/>
          <ac:spMkLst>
            <pc:docMk/>
            <pc:sldMk cId="1119496881" sldId="268"/>
            <ac:spMk id="175" creationId="{C600E5F9-2EED-DB84-2E2B-6EA506D4472A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76" creationId="{5811DA4B-A685-29D6-256D-237A1B9822C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77" creationId="{B98CCD34-1D79-F487-1C46-C5EF409F198B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78" creationId="{E3D46092-B718-92D9-941A-85B0CFB6886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79" creationId="{3F15EBC4-9E9D-84EA-673B-9140F2C8FB2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80" creationId="{331A3110-6CDE-CEFE-10AD-BAC523294AF4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81" creationId="{8E835DEE-6900-E077-BD58-B9FF270975F3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82" creationId="{926A4404-3917-658A-4957-FB5141709CC6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83" creationId="{B8E9E811-FFE0-BF7A-3E34-DB1B1AB04864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84" creationId="{A7E771C5-5D08-4A0A-ADA6-87D44AF5970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85" creationId="{278CE424-D285-3F83-18A7-7CC6CA62335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86" creationId="{5B645A90-F5DD-9EF1-1E09-38499D3DCD0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87" creationId="{CFB92D14-4F1B-A1A9-7215-5A4DC3CD457C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88" creationId="{C48AEE68-2D71-3B56-F433-80C6383F3B07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89" creationId="{69A86C2D-4AF2-6B65-CD5E-A1E375F3A007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90" creationId="{EB641B67-35F2-349B-62EE-468D145FC54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91" creationId="{DB07BB2F-BCAB-4294-4FD9-66F89EFE451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92" creationId="{1DC489F9-CE6F-69AA-93AA-C613BDC66167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93" creationId="{F57194AB-EED0-CAAC-ACE5-EA1CFF6BBBAA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94" creationId="{C2473F6D-A89F-3C5F-569D-51FE774E8D5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95" creationId="{9601F8D3-E06C-DF18-A7F1-D2CD369B4EFE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96" creationId="{74BCB87F-A4EC-A65B-CFA6-A4A1D224177B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97" creationId="{451974EC-293F-AA5B-71D4-85F6849219B0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98" creationId="{F2D8827F-D5B5-6CCA-37E3-0200A0AA39BB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199" creationId="{B94B865D-8ADD-3A65-44CC-D7BE594B91B3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00" creationId="{66450782-8A6D-BCFB-4A66-288A634E7235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01" creationId="{89029DC1-7F37-6C92-8B1F-9AC5E547AC9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02" creationId="{187E0370-75EE-CBA3-4D19-324431ADA28E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03" creationId="{298ACCF2-B961-78EF-0315-DFB0DD83FD8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04" creationId="{F192F71D-79D7-B159-5393-20F7B67F7CAA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05" creationId="{3676295D-A46E-D7BF-3F2B-1D408DA1108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06" creationId="{99A0A411-969C-80F3-69F0-0778CFCC6FE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07" creationId="{E410322E-E589-BCDB-A73B-3F4A0351EB2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08" creationId="{B138C671-8C9A-8F4C-E491-B1C604DDBAFF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09" creationId="{0E92053A-482F-1556-F629-734E3D30B10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10" creationId="{CFB987C1-92A9-9B2B-267E-454A3FB3F421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11" creationId="{99EE1112-C13E-10B1-CEB3-272E68C7F793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12" creationId="{0432ACB1-7112-6588-59B0-E351CB4B74EF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13" creationId="{21CA5296-7920-2634-1BD6-ABA0E216748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14" creationId="{BC2CDFD7-9ACF-E6B4-E2CF-36C50C7A2283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15" creationId="{926FA6C7-73F7-4F04-D3DB-E4732A932B90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16" creationId="{97BE2DC3-075C-395D-D7D2-F493785721A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17" creationId="{109282F4-2914-D4F1-0E8E-C9EFC48A971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18" creationId="{8EB12F93-4B5C-8BC4-B387-0B52483305B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19" creationId="{FA0077F8-2D22-ADEC-7C66-5A24B510A6F1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20" creationId="{EB443665-AEAB-EBBB-ADF1-A849E2E6CFF5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21" creationId="{6421BB50-6A7D-71A8-8EF8-5ECB7D8E2D34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23" creationId="{F6C6D3A5-F391-87EF-E507-843F7B5E0A76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24" creationId="{81517606-B124-31A1-8A0B-96A407A911EE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25" creationId="{79278956-0F90-B776-210F-FC096E7038BD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26" creationId="{1598BA23-062B-4F39-F515-4948FA95A59C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27" creationId="{68062594-545C-075F-8522-9E660FCDEA7F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28" creationId="{3E59F872-874B-4DE1-3EE7-719AC141B78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29" creationId="{D5D11016-CB80-83D6-2CF1-B28C9B31E433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30" creationId="{C147B901-CFA3-774B-3D1D-252931CA06D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31" creationId="{FD63C52B-24DF-37AB-D774-B59FDAAE17E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34" creationId="{FE179ECD-3C8C-4950-3D07-B2976AB2012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36" creationId="{E373B928-E807-4146-16B5-D16A0D1D18FF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37" creationId="{02C0AE35-4884-D4B5-97BC-8E110BA6B600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38" creationId="{A6AA087F-AC96-CCC7-36D5-CA7BB7D07E9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39" creationId="{DB006563-7170-ECDE-4CA1-68FDCF9E3221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40" creationId="{CE3C0C29-ACFB-D7EA-9279-2208A91874C0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41" creationId="{EEAA75CF-7807-0C76-003F-62AE8928F673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42" creationId="{3A1557BC-461E-84E1-08B5-15434E92E11F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43" creationId="{93DA2242-58C6-EDBA-3958-3B4BEA87FEEB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44" creationId="{2502EF51-F795-EA6C-539B-246264D404E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45" creationId="{747BE2FB-FD5C-B4AB-36BB-F34004376F8E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46" creationId="{38872DCA-09D3-FC4C-F3F8-6219B6E5764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47" creationId="{7E4AD358-4A88-6C88-E251-91818187BBA1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48" creationId="{5F65AE6C-2729-B359-F6AD-E018F6366B03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49" creationId="{6DC576A9-ECC9-3625-BF15-C7EFF2911506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50" creationId="{773A7DF1-321A-588E-6569-26657D088F1A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51" creationId="{8DD66A9B-198B-5784-260F-5CE5ECD36C3F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52" creationId="{45721E58-997E-8A5B-8A9F-37C80B3AFA31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53" creationId="{DCC94C40-5F1F-9BD0-8AD9-C2F377CA28FF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54" creationId="{63C50347-114A-A808-96EC-CA06B823E784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55" creationId="{5E659305-34EF-98A5-0F7D-94B028FAC26E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56" creationId="{D5B5EF2B-BFA0-39C4-9362-750F55AC4947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57" creationId="{D58AD82B-BF9E-51EA-8240-AB05A0FA72AB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58" creationId="{8136C9F8-A348-FFA7-BF05-B8687F093A6C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59" creationId="{55BC5149-6C7D-DD84-069F-9222134B97D0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60" creationId="{404204CB-AFB0-1357-DD11-AD159C913D91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61" creationId="{30D56745-29C8-E2DC-07D0-FF344131409C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62" creationId="{FC36B83F-FA10-1855-C15C-2575B217F75E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63" creationId="{4FE03330-024C-DA40-E061-9BE23C6365B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64" creationId="{2BBCEC29-C85C-B92D-8D1B-662011E4541D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65" creationId="{0BAC689F-1D90-2D38-B3BD-53C14B3484F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66" creationId="{B2A61E90-14B5-6E20-2BDE-A649419ACBA1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67" creationId="{2523D729-0FEC-CED3-419C-9160DC1DF194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68" creationId="{430554BF-E31E-87A3-849A-155AA98585B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69" creationId="{6698EDF1-1EF2-D778-A04E-9620A528BA8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70" creationId="{1FEAE42F-3447-5210-141F-43F4F6B10036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71" creationId="{7BCEFC2A-28F6-5BD0-1386-73CC5F6327EA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72" creationId="{F926EA9D-0FCE-B606-B586-165CE9B83E6C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73" creationId="{ABEEB029-E52B-8AEB-C209-D00C28FCD890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74" creationId="{0B65945A-DA8F-BA80-AC96-A9C08EFB1A04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75" creationId="{BA9201BD-E552-9E17-2AA6-F6D3F4E7AFBC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76" creationId="{880F211A-038F-0537-E80F-1EDB64DE5EB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77" creationId="{6CE61AF8-F5A3-9E7F-DE6D-FC079BB98CD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78" creationId="{E81692A5-A8E3-D2C4-7914-9EDA93F94405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79" creationId="{08FBC556-67AF-2C3F-FBCA-F6DBD85CC466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80" creationId="{FFFA9D86-DEFD-A13D-2443-10B114F4EAE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81" creationId="{7C245013-C48C-1E5A-2DE1-72DC7497DCE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82" creationId="{5F4FE895-A246-3CF0-4549-4BDE93FB480E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83" creationId="{43DDAD09-CEAE-6212-AF20-95738E8359BD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84" creationId="{0637AF1D-A7E4-B5C2-A4B2-320B1B98355C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85" creationId="{50874EEE-4328-2C3F-2B1C-F036FD0721D4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86" creationId="{8E3071C5-1F6D-29CF-1442-077734354B15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87" creationId="{5ACA55E6-E8B6-5674-A434-8D1986F5B4AA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88" creationId="{3BD2DC66-DC91-6199-31B6-6394BB6E5F0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89" creationId="{3F64C401-6F13-DDC5-38B2-91B0C3597D0C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90" creationId="{2B7B5D62-2157-66A4-1F25-08B9A7F3C53D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91" creationId="{902655F6-1F24-F64B-B3CC-684104A4D140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92" creationId="{90A3D172-F2AE-A3F4-ED1E-33AB1FF809E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93" creationId="{9C45A9B7-C6B9-BD5C-51C7-C277D2D3488A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94" creationId="{4B509977-5A62-9B6D-0E5F-B6E64F7F7F95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95" creationId="{C6E98194-F1F4-71AD-4C72-1D3D4D7B6B60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97" creationId="{B2AEA3FC-2D72-4FF0-2DF8-4DEA95D26253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98" creationId="{D36B0886-D651-BCB9-1FBB-8C4C2CAC910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299" creationId="{4699B6C8-4776-0BA4-7339-F95BAF7B6C3E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00" creationId="{3C30EB4C-C0AA-3268-A92C-639C3FE5A07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01" creationId="{219FE8A9-778F-02D4-CA30-258F8D6C4876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02" creationId="{A18F987F-9F3E-952F-659D-77650DAD399B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03" creationId="{4B399F9A-596D-9B90-959E-E7CBA2FDEE0B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04" creationId="{AE9C5276-838E-242F-FAAE-6233524EA627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05" creationId="{773361F8-0C46-239E-69E5-2E47FFF8983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06" creationId="{CE3682F6-0ACA-56C4-1B41-3073AA38B864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07" creationId="{508149EA-CE17-488F-19A5-ED4234EF6D00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08" creationId="{474703F4-31E9-1078-C818-FAD13E4929ED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09" creationId="{4811C0B9-A2A2-FA84-4E6F-E7DE49D6E0FB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10" creationId="{92C4FA48-6F9B-41E9-02B5-BC4FF2DBAF2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11" creationId="{ED1C23B9-C65B-58DA-9A17-CE716EB163A3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12" creationId="{C13D75DD-3B70-3FFF-E7A1-1ACE5E16BE3B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13" creationId="{2D3607C5-AC92-D8F7-8AED-4DCEE37CE67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14" creationId="{93141D96-6B77-977E-7DC8-A5D13ACA8B2E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15" creationId="{DBE92EB5-0898-E3A7-B1A1-B5A5A4C97984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16" creationId="{70030A74-857C-5D07-AA4F-673A3B497178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17" creationId="{C47C7148-B2E4-AD81-1902-836ECC324826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18" creationId="{B46F16C0-131B-2895-996B-3C8645C54B04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19" creationId="{756772B9-1FA0-B48D-08D1-DF535B38195D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20" creationId="{D15F4E68-51A6-3F76-622A-DDE69AA6C84B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21" creationId="{78087598-E8A8-BEBC-A2E7-7F55FF91042F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22" creationId="{A90B31F1-EFCD-5E70-173E-35DE680AA576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23" creationId="{70B3FFF6-AFC1-3C21-909C-789685BED6B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24" creationId="{F32F1863-9DB3-F83E-D107-7DE3E9E08A2E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25" creationId="{57F12F02-8083-B6B9-CCAB-52EB434EF246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26" creationId="{CDBADFED-72D8-137B-98C7-2D21DDF2048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27" creationId="{89F3CA0F-B64B-7D1E-5269-2FB5D285FAB0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28" creationId="{316DBD8F-6484-4773-AD78-356ADF178EA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29" creationId="{BFD383A2-BCC6-BD21-8446-5D59F42DF5CA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31" creationId="{B2A9ACC7-89FC-17B6-250F-42D89449A350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32" creationId="{853C4DA7-61A9-0A3E-C3C3-97CD7F8154D3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34" creationId="{87268C5A-0315-0EA4-18FE-E11B1D0354C6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35" creationId="{45AE9815-D34E-2C0D-6179-562B4E0D129D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36" creationId="{3BB2BE77-CB93-B11C-37F2-458BE1481D84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37" creationId="{20824E24-DD58-F072-E8B8-F4ECEAEF4682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38" creationId="{763A2081-36BC-9125-9912-992230D2D0CB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39" creationId="{6C4EC3F6-778D-8383-405B-4124DD23FBF9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40" creationId="{82078EA5-601A-8A73-98C8-98E400BF8B2C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41" creationId="{8C0A7FAE-C03B-3233-5140-0619120642E5}"/>
          </ac:spMkLst>
        </pc:spChg>
        <pc:spChg chg="add del mod">
          <ac:chgData name="Vincent Straub" userId="cc81dce8-242d-424d-a3c5-7390e8e80d05" providerId="ADAL" clId="{0E96C34D-F066-4D44-8866-B6B98CBDDE83}" dt="2023-05-12T09:06:16.113" v="262"/>
          <ac:spMkLst>
            <pc:docMk/>
            <pc:sldMk cId="1119496881" sldId="268"/>
            <ac:spMk id="342" creationId="{BE7DC570-E5FE-E237-378E-98FA56BE658E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49" creationId="{AFAD1853-3B75-7923-9B63-ACD4AF885904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58" creationId="{BA96B9C2-68A5-E7BD-7396-770754D7D122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59" creationId="{A7F54C13-99E4-174E-4F0F-7DFE630F4D2E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60" creationId="{603C28C0-3402-30B9-98C3-712EE662E2C7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64" creationId="{5A3B915F-D2EB-E628-911E-84E1AB6AE49E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66" creationId="{FBBE137F-18BD-9012-99E1-E4D6C3281DDB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67" creationId="{80C3CF5E-F3EC-D925-962E-D41B8155B408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68" creationId="{082B366E-5933-B716-1743-08373EDB8435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69" creationId="{9CFE3DD8-D253-6A2B-4896-4CE90EA67A81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70" creationId="{CC73E262-E1EB-2D37-E691-1366CE47E7B2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71" creationId="{36A00231-4BB5-E7EB-1C7B-68EE45E280CD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72" creationId="{8BF7921D-9E04-F2C0-AB0F-81B3ACB9E95F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73" creationId="{A4E39A5A-73A7-10DA-39B0-00B2AC0C9031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74" creationId="{7B8192F7-838A-CF6E-6DD7-28B60AFFBE5D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75" creationId="{08BBE391-A65E-77C2-2F33-D33354064ECD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76" creationId="{2270E9AB-CF8F-1427-47CB-0EFEA909E7EE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77" creationId="{A0C6F137-4AE3-C79C-B293-F51A25E81B4E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78" creationId="{FE283AE7-CD92-6CAD-0F77-4574E21940FA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79" creationId="{D1AB29BA-D247-7D4F-86EB-52848DD0BB1A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80" creationId="{3918B7F0-2739-F4AD-5F11-7EFE037DC132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82" creationId="{482DA748-E119-68B9-A9E4-EAE2DB25C827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83" creationId="{B6B03B2D-7E54-3C01-301B-50B6841026AB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84" creationId="{56C6127E-09D3-B815-59EE-C6E429A2DD63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85" creationId="{44DE8FE6-5728-927B-4350-C947FDD3FFF5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86" creationId="{3F41355E-6157-BE88-1287-86A8191F6D34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87" creationId="{9727EE90-2482-BF6E-9FD1-0E6B90E90137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88" creationId="{056B6E11-0FFD-41BE-216F-415BA416DF7A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89" creationId="{39ADCD71-123A-2D2E-D4FF-AEBE13FDF298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90" creationId="{65FCCD5D-28AB-420B-E663-C5768DE18505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93" creationId="{2F444FF4-88FA-D3E3-FA1D-329B2A1555AF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94" creationId="{DD7C1E2D-D300-4071-4955-00140B57D831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95" creationId="{AC369479-D66E-55D1-C0BC-935A26165BC3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96" creationId="{C9FBDE3F-2A3B-3C09-2FF8-9930F13E6577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97" creationId="{54499D7C-4438-096B-55B2-0AA1A89841FC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398" creationId="{C38D21B0-74ED-4AF6-3130-A1412BC11BD1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00" creationId="{286CA8E6-5832-ABF0-4101-5CE78861ECBF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01" creationId="{137AF42B-F07A-3F9E-40C9-9D41B97E1032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02" creationId="{5F6D8310-1FA1-59FA-A0BD-1FE449983C53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03" creationId="{53E4F1CF-A6CA-43CC-2B59-BE564AA40CB2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04" creationId="{CA49613C-39C5-38A5-88CA-1EB33736ED6E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05" creationId="{D9415791-00DE-1E89-C8A0-5C0006F74855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06" creationId="{D0C1E81D-970F-4A88-E268-FC594CFA16F2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07" creationId="{3E18D376-2617-209E-788C-530B3DFF56AC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08" creationId="{24E55D50-C85F-59ED-B6EF-75F0C1F5F0C0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09" creationId="{1264DAE7-D719-C707-EB02-354E1CE4CC73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10" creationId="{604EF725-450D-7EB0-931B-D7FBF4745620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15" creationId="{88B6AF5A-1F51-52C6-FF7C-826190E5960C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16" creationId="{2B4D4FAA-B16A-AEB7-2FDC-6D7C5D496277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17" creationId="{CD2CA695-2E08-CCB0-D265-4BA64B006D0D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18" creationId="{91F65537-5A06-15BC-0003-B3B9F4572EAF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19" creationId="{9BB26ED4-73EA-FD85-E60E-49A03A3CDEBF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20" creationId="{FE7778C1-7B10-5DB5-53EE-0D6AC52E495F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21" creationId="{E780EE87-F687-76FA-32E1-7C94991B8970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22" creationId="{11BA9BCA-512F-71AA-F3AF-4A8BA3AD9159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23" creationId="{DEF7DD3F-FD7F-76B2-5BF7-6F0BCC6A597D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24" creationId="{B6255B12-344E-C89F-47C2-344F2FB51865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25" creationId="{7A20A49A-D1CD-FFBE-2C30-C1E67123F624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26" creationId="{AF5DF866-8FE0-A0FF-7BBB-FD0FBD830EB9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27" creationId="{ADD96BC7-0620-FAE7-3E2B-6F5C59229B3A}"/>
          </ac:spMkLst>
        </pc:spChg>
        <pc:spChg chg="add del mod">
          <ac:chgData name="Vincent Straub" userId="cc81dce8-242d-424d-a3c5-7390e8e80d05" providerId="ADAL" clId="{0E96C34D-F066-4D44-8866-B6B98CBDDE83}" dt="2023-05-12T09:27:48.657" v="264"/>
          <ac:spMkLst>
            <pc:docMk/>
            <pc:sldMk cId="1119496881" sldId="268"/>
            <ac:spMk id="431" creationId="{E5A94C38-F3E5-BE59-F206-239AB905A033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38" creationId="{733E9404-9BDE-CC70-0A57-E070500FF5BB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47" creationId="{DD339442-4F16-9FFB-1778-35351408AC91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48" creationId="{959F596E-B773-9AC7-34A9-06EAEB5C95CA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49" creationId="{63404551-0EEC-B1D9-DB03-FE0B73FF0867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53" creationId="{4C6782C9-498E-8AF2-7490-0B93FF8A5B4A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55" creationId="{BFD7659F-F458-2808-7094-169B6538647C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56" creationId="{180B6251-E78A-22B9-A587-191324FC6AFA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57" creationId="{40C92ACD-AE2E-B599-5FED-929272315791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58" creationId="{35F75187-D1A1-034E-9D64-4BD59BD7A1CF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59" creationId="{10BB9D51-7928-7256-50BB-8F437A4D0A06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60" creationId="{E5A767EE-5315-B169-AEB4-46EB4C2689C4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61" creationId="{99B3205E-0E1F-7992-369D-DF68E37244FB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62" creationId="{93D75DFA-B64C-2606-2195-096C79E5A50B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63" creationId="{C5774EC9-BB67-BB78-FFA8-0CD926C355AC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64" creationId="{906D0209-BF5A-1DBC-1DBA-FC3B63C18FD7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65" creationId="{9B57403F-1629-CA01-3FB0-100C9EBA284E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66" creationId="{24B66C9B-7091-D34B-8107-A705BE9E8236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67" creationId="{8365E693-464B-9B5E-795A-B8A399FF1DF0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68" creationId="{66B4DE78-C2AB-5674-860C-C86EE2A15968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69" creationId="{7D687E55-2B16-8069-9CCB-6CD3CA7BAFCB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71" creationId="{3D4017AD-62C3-1CD9-5406-1BCF20A80DFF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72" creationId="{B5B1A8E3-B019-C0EE-A8CE-676079A43B7E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73" creationId="{8AC5C422-E8FD-2F52-F132-9A613CEBAFE2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74" creationId="{1B818A6A-C8F4-6449-63F9-7065A6D8F53F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75" creationId="{6EC6B2F5-004F-5488-2E53-3D1718435C51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76" creationId="{29836DFF-49AE-EF85-1FD3-6AF5A8180CA2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77" creationId="{BD4C7617-DC40-EB71-35BD-3AD67DF72049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78" creationId="{99C94342-A649-97E2-A9F7-8659EE02B045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79" creationId="{9EB12C61-57AE-6A56-71AD-48D34973E064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82" creationId="{4C3E18A0-1980-0CA6-65B1-D37BD049BC85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83" creationId="{D25FE8E9-616E-11DC-1F7F-BFAB87755DAA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84" creationId="{DCB1918F-F188-0ABA-8A74-E80D720C2F74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85" creationId="{880F97D6-D342-5CFA-33B0-A842DB1EAB8B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86" creationId="{84ACAE61-2990-45C0-A0F0-24DE8BF07CBA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87" creationId="{0F38B135-28F9-6EF1-8C68-F11850D1CCF5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89" creationId="{7D4072F6-D91F-3D27-ED3D-EBF4D8315ED3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90" creationId="{BB51185E-064E-4637-D6D2-1D7893E97863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91" creationId="{0CF2826E-2EFB-274A-B4E3-45F01705F339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92" creationId="{6E8DCA8A-3E4E-A3BC-A79C-009DDCF69726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93" creationId="{39452706-CA07-0D1D-CFD3-82FDB79B0F30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94" creationId="{E97A1AA9-8787-44D8-448B-B8C256F6508F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95" creationId="{12FCF2B9-3E81-B7E5-3653-27BCEF359740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96" creationId="{D466AB7C-0698-824F-4DD4-982B9CB57A42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97" creationId="{034A5059-DC6A-D2E2-39B2-6426BD15A850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98" creationId="{8C2917C4-DDB9-AAC9-5352-CD4841E88C23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499" creationId="{045C3CA6-1342-2027-1B34-7257B6637D9A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504" creationId="{B5BB5477-6E51-5127-CD84-D3AB5EED60C6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505" creationId="{CCBA5CA1-3AF7-AA74-FD7E-8CAFA73801C1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506" creationId="{857DBA1B-67C5-2129-0CC6-CD1D0F30507F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507" creationId="{989C5105-5642-1005-493C-75CA12BE1860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508" creationId="{78BD119E-D139-07D3-5027-423DF932CDEF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509" creationId="{3E1DB10D-22A8-0A86-C456-D3436A513A81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510" creationId="{61EAD359-B72F-DA16-2F64-CD596D757797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511" creationId="{F2AB6912-6B7B-BF24-6A3B-643B1ED0A0E8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512" creationId="{6126F78F-C56A-7445-9603-DF72E3E00BA1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513" creationId="{68E09938-7883-0BB5-512C-BD9EEF08D9A9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514" creationId="{D30DC75D-8820-9940-4BD2-69892549C263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515" creationId="{2ED0B8AF-B96F-2F8D-8D9C-A85D85B175CA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516" creationId="{5155C54D-FB9B-F06D-26AA-2AD9AC0A9217}"/>
          </ac:spMkLst>
        </pc:spChg>
        <pc:spChg chg="add mod">
          <ac:chgData name="Vincent Straub" userId="cc81dce8-242d-424d-a3c5-7390e8e80d05" providerId="ADAL" clId="{0E96C34D-F066-4D44-8866-B6B98CBDDE83}" dt="2023-05-12T09:27:54.482" v="266" actId="164"/>
          <ac:spMkLst>
            <pc:docMk/>
            <pc:sldMk cId="1119496881" sldId="268"/>
            <ac:spMk id="520" creationId="{D3FC0E18-F2BB-E75D-0D30-9EA6429ACFFF}"/>
          </ac:spMkLst>
        </pc:spChg>
        <pc:grpChg chg="add del mod">
          <ac:chgData name="Vincent Straub" userId="cc81dce8-242d-424d-a3c5-7390e8e80d05" providerId="ADAL" clId="{0E96C34D-F066-4D44-8866-B6B98CBDDE83}" dt="2023-05-12T09:06:16.113" v="262"/>
          <ac:grpSpMkLst>
            <pc:docMk/>
            <pc:sldMk cId="1119496881" sldId="268"/>
            <ac:grpSpMk id="49" creationId="{521BF79E-694E-571C-7777-CF9D13D91948}"/>
          </ac:grpSpMkLst>
        </pc:grpChg>
        <pc:grpChg chg="add del mod">
          <ac:chgData name="Vincent Straub" userId="cc81dce8-242d-424d-a3c5-7390e8e80d05" providerId="ADAL" clId="{0E96C34D-F066-4D44-8866-B6B98CBDDE83}" dt="2023-05-12T09:06:16.113" v="262"/>
          <ac:grpSpMkLst>
            <pc:docMk/>
            <pc:sldMk cId="1119496881" sldId="268"/>
            <ac:grpSpMk id="126" creationId="{972C73C6-721C-67CF-D35D-643D1E5C3E7D}"/>
          </ac:grpSpMkLst>
        </pc:grpChg>
        <pc:grpChg chg="add del mod">
          <ac:chgData name="Vincent Straub" userId="cc81dce8-242d-424d-a3c5-7390e8e80d05" providerId="ADAL" clId="{0E96C34D-F066-4D44-8866-B6B98CBDDE83}" dt="2023-05-12T09:06:16.113" v="262"/>
          <ac:grpSpMkLst>
            <pc:docMk/>
            <pc:sldMk cId="1119496881" sldId="268"/>
            <ac:grpSpMk id="170" creationId="{70FEEFCD-EF12-5C5D-EEF2-87D1BD8D286E}"/>
          </ac:grpSpMkLst>
        </pc:grpChg>
        <pc:grpChg chg="add del mod">
          <ac:chgData name="Vincent Straub" userId="cc81dce8-242d-424d-a3c5-7390e8e80d05" providerId="ADAL" clId="{0E96C34D-F066-4D44-8866-B6B98CBDDE83}" dt="2023-05-12T09:06:16.113" v="262"/>
          <ac:grpSpMkLst>
            <pc:docMk/>
            <pc:sldMk cId="1119496881" sldId="268"/>
            <ac:grpSpMk id="173" creationId="{A1C2CF44-879C-D792-6433-773C08192E7E}"/>
          </ac:grpSpMkLst>
        </pc:grpChg>
        <pc:grpChg chg="add del mod">
          <ac:chgData name="Vincent Straub" userId="cc81dce8-242d-424d-a3c5-7390e8e80d05" providerId="ADAL" clId="{0E96C34D-F066-4D44-8866-B6B98CBDDE83}" dt="2023-05-12T09:28:12.940" v="272" actId="478"/>
          <ac:grpSpMkLst>
            <pc:docMk/>
            <pc:sldMk cId="1119496881" sldId="268"/>
            <ac:grpSpMk id="521" creationId="{69EB9A9E-B81F-5338-A0C6-9377CF494162}"/>
          </ac:grpSpMkLst>
        </pc:grpChg>
        <pc:picChg chg="add mod">
          <ac:chgData name="Vincent Straub" userId="cc81dce8-242d-424d-a3c5-7390e8e80d05" providerId="ADAL" clId="{0E96C34D-F066-4D44-8866-B6B98CBDDE83}" dt="2023-05-12T09:28:32.056" v="277" actId="1076"/>
          <ac:picMkLst>
            <pc:docMk/>
            <pc:sldMk cId="1119496881" sldId="268"/>
            <ac:picMk id="522" creationId="{6F490628-E2C2-7567-FC47-BE5CB3297E2A}"/>
          </ac:picMkLst>
        </pc:pic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2" creationId="{94582F99-2E5F-6585-BE80-7DB35D793C21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4" creationId="{B7137D72-2DE9-1C15-B5A4-772F7AC9B7B9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5" creationId="{640AD97E-9E8E-8FBB-346E-80E18A782C5A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7" creationId="{99A24723-B9D5-1722-A3B0-0FC9D041F3F6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9" creationId="{778B9ACB-4D37-2619-112F-02EBC00C3087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0" creationId="{FCF42A20-D016-8EDA-200C-5222C5E4BEB7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1" creationId="{945BC937-008D-E41B-8FE8-2179C05512A4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2" creationId="{9C00CD74-D4A9-85BD-CE27-534A6F58153A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3" creationId="{4ECBB403-377D-4002-849D-8C9B563DC7CC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4" creationId="{84E67709-5773-2F99-6AB8-C31F001FB88E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5" creationId="{1771BCB8-C838-87BC-8A9B-B3D4114C6A91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6" creationId="{D2EC9E1C-F61F-D207-949F-AA0824B73F67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7" creationId="{808FAA4C-7948-943C-0547-A1970BE0CC2C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8" creationId="{32692C99-FD3B-32AE-5241-7692BE25051A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9" creationId="{CD61853E-723A-3CAB-6435-F4C2D1B058C4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20" creationId="{9BF3E4CA-EBB1-81C7-3FB1-2C33B120A418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21" creationId="{57055BE6-7058-8036-1388-3E4FA81A9318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22" creationId="{28C382A3-2CA6-BE88-2D40-EACBC2E1FB94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23" creationId="{C5C1445D-A142-6E25-127F-D1FCD55AED8B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24" creationId="{ADAD74AD-BB0E-153D-461F-1EB17D208808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25" creationId="{2B2BE327-EBD3-B4C1-D9D4-8BD27E5C96A2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26" creationId="{C4E8A3B5-942D-2B41-DCD4-2131B325CDA3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27" creationId="{499EF378-3EA3-73F1-F07B-131E889540BC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28" creationId="{DB37F6FA-9C11-927A-C006-1D0D94505330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29" creationId="{653546C3-BAEA-BA7C-A3E0-8689C25E7C9C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30" creationId="{826C8AE4-D52B-EDA4-07A3-28875DC8FA78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31" creationId="{316A1AEB-7807-132A-372C-EEDE5360C7B9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32" creationId="{807BE6A5-CABB-79B6-9BE7-BACB027EEA2A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33" creationId="{572508BA-1B36-87F0-B835-08D0192BDADE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34" creationId="{FE7D3DB7-5295-8DFE-D1C6-7B90CCD3DDAC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35" creationId="{462FC616-948D-0956-695F-59E19EA1DCE5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36" creationId="{237CFB2C-6BE6-A232-10F3-ADF19FD8545C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37" creationId="{A6EAE489-A794-0D75-1884-03D8E3ED4ADC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38" creationId="{83C1CA4D-BF56-52DC-A972-8A5A39047733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39" creationId="{74C83D55-8C3D-23CA-81B3-715FA161A644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40" creationId="{67B74957-4416-F76C-20E7-3A2099A88397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41" creationId="{686FAE3C-2E51-463E-D532-D66F1AFB3464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42" creationId="{2186FD91-2924-5E12-CBDB-FB1DCA4E5D32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43" creationId="{A815DE35-4774-F7E1-A8E9-5EAB4CE94A96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44" creationId="{08AE66A7-EA07-40C3-0018-052362DF280A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45" creationId="{9EB83781-F54A-4AC6-42B3-7B0E48BAB5CE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46" creationId="{3EF28D7B-A712-83C2-B077-61C1FCAD3D76}"/>
          </ac:cxnSpMkLst>
        </pc:cxnChg>
        <pc:cxnChg chg="mod">
          <ac:chgData name="Vincent Straub" userId="cc81dce8-242d-424d-a3c5-7390e8e80d05" providerId="ADAL" clId="{0E96C34D-F066-4D44-8866-B6B98CBDDE83}" dt="2023-05-12T09:06:14.238" v="261"/>
          <ac:cxnSpMkLst>
            <pc:docMk/>
            <pc:sldMk cId="1119496881" sldId="268"/>
            <ac:cxnSpMk id="61" creationId="{A68B7C7F-0CA6-B9FC-9F84-7B4D73B764CB}"/>
          </ac:cxnSpMkLst>
        </pc:cxnChg>
        <pc:cxnChg chg="mod">
          <ac:chgData name="Vincent Straub" userId="cc81dce8-242d-424d-a3c5-7390e8e80d05" providerId="ADAL" clId="{0E96C34D-F066-4D44-8866-B6B98CBDDE83}" dt="2023-05-12T09:06:14.238" v="261"/>
          <ac:cxnSpMkLst>
            <pc:docMk/>
            <pc:sldMk cId="1119496881" sldId="268"/>
            <ac:cxnSpMk id="62" creationId="{1FC5799A-C8A1-A44D-C53E-B8E9E1F536DE}"/>
          </ac:cxnSpMkLst>
        </pc:cxnChg>
        <pc:cxnChg chg="mod">
          <ac:chgData name="Vincent Straub" userId="cc81dce8-242d-424d-a3c5-7390e8e80d05" providerId="ADAL" clId="{0E96C34D-F066-4D44-8866-B6B98CBDDE83}" dt="2023-05-12T09:06:14.238" v="261"/>
          <ac:cxnSpMkLst>
            <pc:docMk/>
            <pc:sldMk cId="1119496881" sldId="268"/>
            <ac:cxnSpMk id="63" creationId="{B98DAAF4-941A-D975-F3EC-CC57DB7F0731}"/>
          </ac:cxnSpMkLst>
        </pc:cxnChg>
        <pc:cxnChg chg="mod">
          <ac:chgData name="Vincent Straub" userId="cc81dce8-242d-424d-a3c5-7390e8e80d05" providerId="ADAL" clId="{0E96C34D-F066-4D44-8866-B6B98CBDDE83}" dt="2023-05-12T09:06:14.238" v="261"/>
          <ac:cxnSpMkLst>
            <pc:docMk/>
            <pc:sldMk cId="1119496881" sldId="268"/>
            <ac:cxnSpMk id="64" creationId="{DF39E4FE-5A0A-35F3-F504-374C9BB60419}"/>
          </ac:cxnSpMkLst>
        </pc:cxnChg>
        <pc:cxnChg chg="mod">
          <ac:chgData name="Vincent Straub" userId="cc81dce8-242d-424d-a3c5-7390e8e80d05" providerId="ADAL" clId="{0E96C34D-F066-4D44-8866-B6B98CBDDE83}" dt="2023-05-12T09:06:14.238" v="261"/>
          <ac:cxnSpMkLst>
            <pc:docMk/>
            <pc:sldMk cId="1119496881" sldId="268"/>
            <ac:cxnSpMk id="65" creationId="{0981CE58-B5FB-5D5C-7D37-09A01D49FE0A}"/>
          </ac:cxnSpMkLst>
        </pc:cxnChg>
        <pc:cxnChg chg="mod">
          <ac:chgData name="Vincent Straub" userId="cc81dce8-242d-424d-a3c5-7390e8e80d05" providerId="ADAL" clId="{0E96C34D-F066-4D44-8866-B6B98CBDDE83}" dt="2023-05-12T09:06:14.238" v="261"/>
          <ac:cxnSpMkLst>
            <pc:docMk/>
            <pc:sldMk cId="1119496881" sldId="268"/>
            <ac:cxnSpMk id="66" creationId="{036FC6D0-D0F2-DE09-808F-59ECC806CF81}"/>
          </ac:cxnSpMkLst>
        </pc:cxnChg>
        <pc:cxnChg chg="mod">
          <ac:chgData name="Vincent Straub" userId="cc81dce8-242d-424d-a3c5-7390e8e80d05" providerId="ADAL" clId="{0E96C34D-F066-4D44-8866-B6B98CBDDE83}" dt="2023-05-12T09:06:14.238" v="261"/>
          <ac:cxnSpMkLst>
            <pc:docMk/>
            <pc:sldMk cId="1119496881" sldId="268"/>
            <ac:cxnSpMk id="67" creationId="{9013FD66-5BAA-07F4-6658-55BA7D3F2290}"/>
          </ac:cxnSpMkLst>
        </pc:cxnChg>
        <pc:cxnChg chg="mod">
          <ac:chgData name="Vincent Straub" userId="cc81dce8-242d-424d-a3c5-7390e8e80d05" providerId="ADAL" clId="{0E96C34D-F066-4D44-8866-B6B98CBDDE83}" dt="2023-05-12T09:06:14.238" v="261"/>
          <ac:cxnSpMkLst>
            <pc:docMk/>
            <pc:sldMk cId="1119496881" sldId="268"/>
            <ac:cxnSpMk id="68" creationId="{006B7ECC-9DFE-3E52-FFEB-71978A287EAF}"/>
          </ac:cxnSpMkLst>
        </pc:cxnChg>
        <pc:cxnChg chg="mod">
          <ac:chgData name="Vincent Straub" userId="cc81dce8-242d-424d-a3c5-7390e8e80d05" providerId="ADAL" clId="{0E96C34D-F066-4D44-8866-B6B98CBDDE83}" dt="2023-05-12T09:06:14.238" v="261"/>
          <ac:cxnSpMkLst>
            <pc:docMk/>
            <pc:sldMk cId="1119496881" sldId="268"/>
            <ac:cxnSpMk id="69" creationId="{6D3092F1-3FD8-C1F4-EC85-577DC9C88C45}"/>
          </ac:cxnSpMkLst>
        </pc:cxnChg>
        <pc:cxnChg chg="mod">
          <ac:chgData name="Vincent Straub" userId="cc81dce8-242d-424d-a3c5-7390e8e80d05" providerId="ADAL" clId="{0E96C34D-F066-4D44-8866-B6B98CBDDE83}" dt="2023-05-12T09:06:14.238" v="261"/>
          <ac:cxnSpMkLst>
            <pc:docMk/>
            <pc:sldMk cId="1119496881" sldId="268"/>
            <ac:cxnSpMk id="70" creationId="{E7A0219F-239C-9D9F-5AC0-A659EAEFCD1D}"/>
          </ac:cxnSpMkLst>
        </pc:cxnChg>
        <pc:cxnChg chg="mod">
          <ac:chgData name="Vincent Straub" userId="cc81dce8-242d-424d-a3c5-7390e8e80d05" providerId="ADAL" clId="{0E96C34D-F066-4D44-8866-B6B98CBDDE83}" dt="2023-05-12T09:06:14.238" v="261"/>
          <ac:cxnSpMkLst>
            <pc:docMk/>
            <pc:sldMk cId="1119496881" sldId="268"/>
            <ac:cxnSpMk id="71" creationId="{EDAFDB04-C48E-5C0E-AB52-D9198B1881FB}"/>
          </ac:cxnSpMkLst>
        </pc:cxnChg>
        <pc:cxnChg chg="mod">
          <ac:chgData name="Vincent Straub" userId="cc81dce8-242d-424d-a3c5-7390e8e80d05" providerId="ADAL" clId="{0E96C34D-F066-4D44-8866-B6B98CBDDE83}" dt="2023-05-12T09:06:14.238" v="261"/>
          <ac:cxnSpMkLst>
            <pc:docMk/>
            <pc:sldMk cId="1119496881" sldId="268"/>
            <ac:cxnSpMk id="73" creationId="{91D8A8BF-9C1F-E51A-9C33-147C0442FEAB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81" creationId="{59708D28-4320-702C-6AB8-73EF00D7E8EB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82" creationId="{2A04DEAB-40B3-2C06-8605-E86D90BCD841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83" creationId="{2082DE06-96C3-B6D0-B857-936CA2C373BB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84" creationId="{F39246DF-914D-6F38-40F0-678E0A0A5DAE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85" creationId="{9896D4CB-F80C-71E5-41BF-9989960C5F9F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86" creationId="{D62D9B59-4BF5-CEC8-5B75-42541FC11165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87" creationId="{32795795-8BE0-BE91-85F1-D66519526CAD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89" creationId="{C5697D86-82DF-208E-F8C3-C12229EDC543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97" creationId="{6A601E33-766C-1F28-0626-DC89FC005946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98" creationId="{3292CF74-3FE2-C271-166A-F35C6AF83144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01" creationId="{9180AE7C-BA22-E253-412A-92320E059EE3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02" creationId="{5B0F2D2D-03A5-EC22-6CD1-CED9E3083ED7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03" creationId="{4F5DBE77-9FE0-8D3A-9853-54EC144985CC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04" creationId="{745381A4-5DFC-5BE6-DA07-8441D0CF0572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05" creationId="{B4225546-4250-D2B5-11F5-B78CE2940B69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06" creationId="{33A57C55-C593-F80F-BA02-3273AF1B5081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07" creationId="{D25062E3-FEFC-E60F-95C8-F4D633BC5A23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08" creationId="{A4C42334-5832-3F01-7502-CD22FDD3085E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09" creationId="{E441DC94-B15D-38C6-B8BE-C709AF413437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10" creationId="{00B1D43A-5209-8B5B-357A-2D9D5F7AE7B0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11" creationId="{A365B7AA-20AD-CD1E-DFA9-A1107BEFE3FD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12" creationId="{5A6D9875-AF2D-614A-73FB-8CBBB180B8E1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13" creationId="{652C578B-FA3A-8C9A-A027-7646078B989D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14" creationId="{A70A02BA-4B5F-FA47-7A46-3B95BA40EFFD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15" creationId="{4FA5E7C1-6E9E-20BF-2C30-D92EA44B8245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16" creationId="{5363365C-A6FC-75B8-588E-75537B161243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17" creationId="{DBB7D00A-7F8B-92D4-BE68-C821A7ED29BD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18" creationId="{FAE61593-E043-4581-A14A-46A98AEC4605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19" creationId="{5F7CBC83-B09A-F114-EF4E-357177B414E1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20" creationId="{6FC4FC61-2D83-8463-1B22-F24843D16954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21" creationId="{FE7403AC-CF77-A7D1-BAEF-8F9356A3E373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22" creationId="{0DA92DFD-8AA6-C344-A617-930D484D14E0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23" creationId="{EC17607C-D929-0221-C736-C50D0FC4DB9B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24" creationId="{6A794C81-F96A-6177-C206-683FB6F4C5BE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25" creationId="{3EF9E0E4-B5B6-C083-5A32-B5CE1CA6AEB4}"/>
          </ac:cxnSpMkLst>
        </pc:cxnChg>
        <pc:cxnChg chg="mod">
          <ac:chgData name="Vincent Straub" userId="cc81dce8-242d-424d-a3c5-7390e8e80d05" providerId="ADAL" clId="{0E96C34D-F066-4D44-8866-B6B98CBDDE83}" dt="2023-05-12T09:06:14.238" v="261"/>
          <ac:cxnSpMkLst>
            <pc:docMk/>
            <pc:sldMk cId="1119496881" sldId="268"/>
            <ac:cxnSpMk id="130" creationId="{14A13223-52CF-F349-CB93-C2A2A0ADADB6}"/>
          </ac:cxnSpMkLst>
        </pc:cxnChg>
        <pc:cxnChg chg="mod">
          <ac:chgData name="Vincent Straub" userId="cc81dce8-242d-424d-a3c5-7390e8e80d05" providerId="ADAL" clId="{0E96C34D-F066-4D44-8866-B6B98CBDDE83}" dt="2023-05-12T09:06:14.238" v="261"/>
          <ac:cxnSpMkLst>
            <pc:docMk/>
            <pc:sldMk cId="1119496881" sldId="268"/>
            <ac:cxnSpMk id="131" creationId="{72E01C8B-3E58-692C-E88C-5535D5EA750E}"/>
          </ac:cxnSpMkLst>
        </pc:cxnChg>
        <pc:cxnChg chg="mod">
          <ac:chgData name="Vincent Straub" userId="cc81dce8-242d-424d-a3c5-7390e8e80d05" providerId="ADAL" clId="{0E96C34D-F066-4D44-8866-B6B98CBDDE83}" dt="2023-05-12T09:06:14.238" v="261"/>
          <ac:cxnSpMkLst>
            <pc:docMk/>
            <pc:sldMk cId="1119496881" sldId="268"/>
            <ac:cxnSpMk id="132" creationId="{AF6D0AB0-BF60-CC41-744F-A31F1C55BC50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34" creationId="{BEAAC2E4-E3DB-3998-3CED-F17BBEE46B69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35" creationId="{9E9BC003-2B99-4A83-F125-623A2A126A15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36" creationId="{5F313635-6102-696D-BC49-D24F8726F50A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37" creationId="{FD60356C-8EF8-7142-C665-AEA9F4124CEB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38" creationId="{D00819D2-A1FD-C8B4-71D7-B2F23BBCF03B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39" creationId="{98F88716-CF6D-74AA-1814-3761CEB92CBC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40" creationId="{9EED2301-4F3E-3C3C-BCDE-7614C8A4E659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41" creationId="{4B2E9084-494D-ACFA-6709-E2867E58F994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42" creationId="{4488AA08-EC69-17A7-008F-8CAAE82074E9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43" creationId="{0251CDEA-E721-E423-7B77-0487701DD0DF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44" creationId="{593C551F-CAC3-3704-34E8-C8306DDE6161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45" creationId="{68CDCD31-C3CD-9FCA-60DA-EDA632EC86E7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146" creationId="{4CEF2904-3087-E079-E040-50EBD969DBFC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222" creationId="{C1C4CB40-EF95-CC35-A92D-82060B4AE73D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232" creationId="{37BB96FD-2C1A-D741-809C-6398CAC9C3D1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233" creationId="{845E8D34-6954-7913-E5E4-D69CD19A058A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235" creationId="{87A4BDF6-F18A-4BA0-692E-C450E5130D33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296" creationId="{172C03F5-1A37-5527-1604-29AB60D2F763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330" creationId="{01BEA4F6-4B90-DD72-FB4E-54066F58043F}"/>
          </ac:cxnSpMkLst>
        </pc:cxnChg>
        <pc:cxnChg chg="add del mod">
          <ac:chgData name="Vincent Straub" userId="cc81dce8-242d-424d-a3c5-7390e8e80d05" providerId="ADAL" clId="{0E96C34D-F066-4D44-8866-B6B98CBDDE83}" dt="2023-05-12T09:06:16.113" v="262"/>
          <ac:cxnSpMkLst>
            <pc:docMk/>
            <pc:sldMk cId="1119496881" sldId="268"/>
            <ac:cxnSpMk id="333" creationId="{9EAE9372-7084-CDE0-459D-625D3F67E66B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43" creationId="{2CAC686C-F80C-DEF1-4ABB-0EC875D6826F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44" creationId="{63EE45D8-905C-23D2-1123-A7866ACEA649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45" creationId="{61E7E05D-0E1E-C54D-8A0C-CB6BACAD410A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46" creationId="{293A9391-1725-660D-01AE-B75940955874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47" creationId="{47AF006E-BB7A-8B9E-864E-D79CB8A93C28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48" creationId="{50F2B712-C27C-3801-BBBC-340AAB91723D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50" creationId="{4AA74BBC-C9E7-24EB-5341-981ADE457552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51" creationId="{98E6AB46-77D1-D0CF-F30C-D1F21FF2646D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52" creationId="{4F3F6A8D-A2B1-E51D-E896-52E4E6E8BC25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53" creationId="{B03C463D-44E3-3660-20BE-D43A1473C817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54" creationId="{018266F5-B524-B6AB-48B5-9A329FFDB95B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55" creationId="{7B3C836E-FB19-C9F1-E085-9376DFA0EEB0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56" creationId="{70F23ED3-B752-F19D-789F-C49C4CB16D1D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57" creationId="{74D4F930-492B-980F-705A-E540BDCEDA73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61" creationId="{9AD7AA82-36FF-2937-7D5D-D9E9857CCF32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62" creationId="{DC5422E1-957F-9416-8A36-5D290D96C317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63" creationId="{A159BFC3-96A1-ECF1-AFED-E5D5DDE9129B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65" creationId="{5EE85597-0A7B-907D-43F0-81D5A69EA9FF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81" creationId="{ABD5498D-1E4F-FA15-7E08-4C0A49120E24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91" creationId="{866C61A4-BC50-25EF-DBF5-4BC89CBEED96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92" creationId="{9B28F158-7606-535C-93B6-4B72DA2EAC0F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399" creationId="{4D4233A8-B9C0-972A-1937-595479FEB135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411" creationId="{66920EF1-30CE-334A-4962-1C68FD5A4986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412" creationId="{7511695F-8AD1-0BF3-1098-2F6CE8D583DD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413" creationId="{F75291BB-A381-8236-8D9A-6D2A48EB8986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414" creationId="{34E48D97-0062-47AF-A6D5-DB3842A852DD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428" creationId="{8642A4F6-FC59-242F-7162-C96CB80D8096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429" creationId="{C6033B5F-136D-864C-C0F1-DF916D020B7A}"/>
          </ac:cxnSpMkLst>
        </pc:cxnChg>
        <pc:cxnChg chg="add del mod">
          <ac:chgData name="Vincent Straub" userId="cc81dce8-242d-424d-a3c5-7390e8e80d05" providerId="ADAL" clId="{0E96C34D-F066-4D44-8866-B6B98CBDDE83}" dt="2023-05-12T09:27:48.657" v="264"/>
          <ac:cxnSpMkLst>
            <pc:docMk/>
            <pc:sldMk cId="1119496881" sldId="268"/>
            <ac:cxnSpMk id="430" creationId="{E0CA6684-94EC-47B9-07DC-7B0590FA3AC9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432" creationId="{8F125221-2E8C-E1FF-4D53-0FD34D0C79D1}"/>
          </ac:cxnSpMkLst>
        </pc:cxnChg>
        <pc:cxnChg chg="add mod">
          <ac:chgData name="Vincent Straub" userId="cc81dce8-242d-424d-a3c5-7390e8e80d05" providerId="ADAL" clId="{0E96C34D-F066-4D44-8866-B6B98CBDDE83}" dt="2023-05-12T09:28:12.940" v="272" actId="478"/>
          <ac:cxnSpMkLst>
            <pc:docMk/>
            <pc:sldMk cId="1119496881" sldId="268"/>
            <ac:cxnSpMk id="433" creationId="{DA93DDC9-123A-DD70-4510-456BB5546FFC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434" creationId="{213CD0DE-32AD-7ECB-FE72-420C95B6C592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435" creationId="{F602619A-7BC4-E6A5-2425-9254E43E61CE}"/>
          </ac:cxnSpMkLst>
        </pc:cxnChg>
        <pc:cxnChg chg="add mod">
          <ac:chgData name="Vincent Straub" userId="cc81dce8-242d-424d-a3c5-7390e8e80d05" providerId="ADAL" clId="{0E96C34D-F066-4D44-8866-B6B98CBDDE83}" dt="2023-05-12T09:28:12.940" v="272" actId="478"/>
          <ac:cxnSpMkLst>
            <pc:docMk/>
            <pc:sldMk cId="1119496881" sldId="268"/>
            <ac:cxnSpMk id="436" creationId="{A70CC0F5-6D7B-4B50-A8AA-C51B4C8D95D3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437" creationId="{484FF369-9AE9-F967-5FFA-DE4B401B5443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439" creationId="{E829B737-5A2C-AE37-86E2-660077C7C4D4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440" creationId="{2972DA7D-063B-2610-D999-63A5274B7861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441" creationId="{3B965686-2781-8B8F-529A-45417E7688D6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442" creationId="{516A8808-0426-3D26-A3A9-682F1E5B5925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443" creationId="{96DC2B0A-C08B-5704-EE87-E4C2DD7A419A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444" creationId="{9954D42F-BB9A-1975-F3CD-B9C87B4C0FDD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445" creationId="{FDBD75D3-82CC-CB7C-90EB-4E23D5EA4513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446" creationId="{7DEFF02F-B86C-7004-761F-762652DEEA5A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450" creationId="{2D1AE38D-DC1F-CDE5-631A-BEAC0AB10A5F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451" creationId="{0EBEB1F4-01E8-EE86-837C-97C9D4BE422C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452" creationId="{66DF6004-E139-E37A-EB2F-01B302ABC919}"/>
          </ac:cxnSpMkLst>
        </pc:cxnChg>
        <pc:cxnChg chg="add mod">
          <ac:chgData name="Vincent Straub" userId="cc81dce8-242d-424d-a3c5-7390e8e80d05" providerId="ADAL" clId="{0E96C34D-F066-4D44-8866-B6B98CBDDE83}" dt="2023-05-12T09:28:12.940" v="272" actId="478"/>
          <ac:cxnSpMkLst>
            <pc:docMk/>
            <pc:sldMk cId="1119496881" sldId="268"/>
            <ac:cxnSpMk id="454" creationId="{01FB2EE2-D9DD-4A48-57AB-F4E76D24B57D}"/>
          </ac:cxnSpMkLst>
        </pc:cxnChg>
        <pc:cxnChg chg="add mod">
          <ac:chgData name="Vincent Straub" userId="cc81dce8-242d-424d-a3c5-7390e8e80d05" providerId="ADAL" clId="{0E96C34D-F066-4D44-8866-B6B98CBDDE83}" dt="2023-05-12T09:28:12.940" v="272" actId="478"/>
          <ac:cxnSpMkLst>
            <pc:docMk/>
            <pc:sldMk cId="1119496881" sldId="268"/>
            <ac:cxnSpMk id="470" creationId="{B4861CEA-2B36-7746-8C36-1C4F05C98962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480" creationId="{36377FE6-9D93-F913-CDB7-FC9598093915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481" creationId="{EC9725E9-7BC3-9422-337B-A33AC79A56E0}"/>
          </ac:cxnSpMkLst>
        </pc:cxnChg>
        <pc:cxnChg chg="add mod">
          <ac:chgData name="Vincent Straub" userId="cc81dce8-242d-424d-a3c5-7390e8e80d05" providerId="ADAL" clId="{0E96C34D-F066-4D44-8866-B6B98CBDDE83}" dt="2023-05-12T09:28:12.940" v="272" actId="478"/>
          <ac:cxnSpMkLst>
            <pc:docMk/>
            <pc:sldMk cId="1119496881" sldId="268"/>
            <ac:cxnSpMk id="488" creationId="{A2648EDD-A10B-D81B-203D-7BDD7E9140BB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500" creationId="{0B01C3DF-A8F0-20FE-234F-CEAB636DAFA3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501" creationId="{FEEECF9D-379D-C945-0811-C0896A0F1CFB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502" creationId="{BC73CD42-9342-72F6-2A75-4183E4A3469E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503" creationId="{2748DF92-A67F-1332-C8A0-BAF6DFDFA28A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517" creationId="{095C7186-53A7-AC41-49FA-9896A0A165C6}"/>
          </ac:cxnSpMkLst>
        </pc:cxnChg>
        <pc:cxnChg chg="add mod">
          <ac:chgData name="Vincent Straub" userId="cc81dce8-242d-424d-a3c5-7390e8e80d05" providerId="ADAL" clId="{0E96C34D-F066-4D44-8866-B6B98CBDDE83}" dt="2023-05-12T09:27:54.482" v="266" actId="164"/>
          <ac:cxnSpMkLst>
            <pc:docMk/>
            <pc:sldMk cId="1119496881" sldId="268"/>
            <ac:cxnSpMk id="518" creationId="{E735ACF2-45E4-945D-5C00-45F1657075F8}"/>
          </ac:cxnSpMkLst>
        </pc:cxnChg>
        <pc:cxnChg chg="add mod">
          <ac:chgData name="Vincent Straub" userId="cc81dce8-242d-424d-a3c5-7390e8e80d05" providerId="ADAL" clId="{0E96C34D-F066-4D44-8866-B6B98CBDDE83}" dt="2023-05-12T09:28:12.940" v="272" actId="478"/>
          <ac:cxnSpMkLst>
            <pc:docMk/>
            <pc:sldMk cId="1119496881" sldId="268"/>
            <ac:cxnSpMk id="519" creationId="{47B8EB17-536F-5FBA-9CD6-63B4D1F8FCCC}"/>
          </ac:cxnSpMkLst>
        </pc:cxnChg>
      </pc:sldChg>
      <pc:sldChg chg="delSp new del mod">
        <pc:chgData name="Vincent Straub" userId="cc81dce8-242d-424d-a3c5-7390e8e80d05" providerId="ADAL" clId="{0E96C34D-F066-4D44-8866-B6B98CBDDE83}" dt="2023-05-12T09:05:04.086" v="248" actId="2696"/>
        <pc:sldMkLst>
          <pc:docMk/>
          <pc:sldMk cId="3462799815" sldId="268"/>
        </pc:sldMkLst>
        <pc:spChg chg="del">
          <ac:chgData name="Vincent Straub" userId="cc81dce8-242d-424d-a3c5-7390e8e80d05" providerId="ADAL" clId="{0E96C34D-F066-4D44-8866-B6B98CBDDE83}" dt="2023-05-12T09:05:00.973" v="245" actId="478"/>
          <ac:spMkLst>
            <pc:docMk/>
            <pc:sldMk cId="3462799815" sldId="268"/>
            <ac:spMk id="2" creationId="{67EE51F3-7736-61C4-2F38-63CA7A9E86E8}"/>
          </ac:spMkLst>
        </pc:spChg>
        <pc:spChg chg="del">
          <ac:chgData name="Vincent Straub" userId="cc81dce8-242d-424d-a3c5-7390e8e80d05" providerId="ADAL" clId="{0E96C34D-F066-4D44-8866-B6B98CBDDE83}" dt="2023-05-12T09:04:52.840" v="244" actId="478"/>
          <ac:spMkLst>
            <pc:docMk/>
            <pc:sldMk cId="3462799815" sldId="268"/>
            <ac:spMk id="3" creationId="{312C4E06-B522-8A80-69F9-4E039BBDE2E1}"/>
          </ac:spMkLst>
        </pc:spChg>
        <pc:spChg chg="del">
          <ac:chgData name="Vincent Straub" userId="cc81dce8-242d-424d-a3c5-7390e8e80d05" providerId="ADAL" clId="{0E96C34D-F066-4D44-8866-B6B98CBDDE83}" dt="2023-05-12T09:04:52.840" v="244" actId="478"/>
          <ac:spMkLst>
            <pc:docMk/>
            <pc:sldMk cId="3462799815" sldId="268"/>
            <ac:spMk id="4" creationId="{7B2A7348-A55F-6E2F-3BFA-F45108CE514D}"/>
          </ac:spMkLst>
        </pc:spChg>
        <pc:spChg chg="del">
          <ac:chgData name="Vincent Straub" userId="cc81dce8-242d-424d-a3c5-7390e8e80d05" providerId="ADAL" clId="{0E96C34D-F066-4D44-8866-B6B98CBDDE83}" dt="2023-05-12T09:04:52.840" v="244" actId="478"/>
          <ac:spMkLst>
            <pc:docMk/>
            <pc:sldMk cId="3462799815" sldId="268"/>
            <ac:spMk id="5" creationId="{1906FC1C-0DE6-FFF2-EB25-6922FDCBF0E8}"/>
          </ac:spMkLst>
        </pc:spChg>
      </pc:sldChg>
      <pc:sldChg chg="modSp new del mod">
        <pc:chgData name="Vincent Straub" userId="cc81dce8-242d-424d-a3c5-7390e8e80d05" providerId="ADAL" clId="{0E96C34D-F066-4D44-8866-B6B98CBDDE83}" dt="2023-05-12T09:29:36.598" v="282" actId="2696"/>
        <pc:sldMkLst>
          <pc:docMk/>
          <pc:sldMk cId="26266071" sldId="269"/>
        </pc:sldMkLst>
        <pc:spChg chg="mod">
          <ac:chgData name="Vincent Straub" userId="cc81dce8-242d-424d-a3c5-7390e8e80d05" providerId="ADAL" clId="{0E96C34D-F066-4D44-8866-B6B98CBDDE83}" dt="2023-05-12T09:29:26.227" v="281" actId="27636"/>
          <ac:spMkLst>
            <pc:docMk/>
            <pc:sldMk cId="26266071" sldId="269"/>
            <ac:spMk id="3" creationId="{151330F8-1D22-332E-3767-1B0A02BB3E2B}"/>
          </ac:spMkLst>
        </pc:spChg>
      </pc:sldChg>
      <pc:sldChg chg="add del">
        <pc:chgData name="Vincent Straub" userId="cc81dce8-242d-424d-a3c5-7390e8e80d05" providerId="ADAL" clId="{0E96C34D-F066-4D44-8866-B6B98CBDDE83}" dt="2023-05-12T09:05:03.268" v="247" actId="2696"/>
        <pc:sldMkLst>
          <pc:docMk/>
          <pc:sldMk cId="3964178289" sldId="269"/>
        </pc:sldMkLst>
      </pc:sldChg>
    </pc:docChg>
  </pc:docChgLst>
  <pc:docChgLst>
    <pc:chgData name="Vincent Straub" userId="S::vstraub@turing.ac.uk::cc81dce8-242d-424d-a3c5-7390e8e80d05" providerId="AD" clId="Web-{C4C52D81-F65B-6EE4-60DF-5D0EEC75E14E}"/>
    <pc:docChg chg="addSld delSld modSld">
      <pc:chgData name="Vincent Straub" userId="S::vstraub@turing.ac.uk::cc81dce8-242d-424d-a3c5-7390e8e80d05" providerId="AD" clId="Web-{C4C52D81-F65B-6EE4-60DF-5D0EEC75E14E}" dt="2022-07-13T12:52:47.329" v="32" actId="20577"/>
      <pc:docMkLst>
        <pc:docMk/>
      </pc:docMkLst>
      <pc:sldChg chg="del">
        <pc:chgData name="Vincent Straub" userId="S::vstraub@turing.ac.uk::cc81dce8-242d-424d-a3c5-7390e8e80d05" providerId="AD" clId="Web-{C4C52D81-F65B-6EE4-60DF-5D0EEC75E14E}" dt="2022-07-12T10:52:40.475" v="11"/>
        <pc:sldMkLst>
          <pc:docMk/>
          <pc:sldMk cId="109857222" sldId="256"/>
        </pc:sldMkLst>
      </pc:sldChg>
      <pc:sldChg chg="new del">
        <pc:chgData name="Vincent Straub" userId="S::vstraub@turing.ac.uk::cc81dce8-242d-424d-a3c5-7390e8e80d05" providerId="AD" clId="Web-{C4C52D81-F65B-6EE4-60DF-5D0EEC75E14E}" dt="2022-07-12T10:52:44.632" v="12"/>
        <pc:sldMkLst>
          <pc:docMk/>
          <pc:sldMk cId="54759965" sldId="257"/>
        </pc:sldMkLst>
      </pc:sldChg>
      <pc:sldChg chg="modSp new">
        <pc:chgData name="Vincent Straub" userId="S::vstraub@turing.ac.uk::cc81dce8-242d-424d-a3c5-7390e8e80d05" providerId="AD" clId="Web-{C4C52D81-F65B-6EE4-60DF-5D0EEC75E14E}" dt="2022-07-13T12:52:47.329" v="32" actId="20577"/>
        <pc:sldMkLst>
          <pc:docMk/>
          <pc:sldMk cId="1731758384" sldId="258"/>
        </pc:sldMkLst>
        <pc:spChg chg="mod">
          <ac:chgData name="Vincent Straub" userId="S::vstraub@turing.ac.uk::cc81dce8-242d-424d-a3c5-7390e8e80d05" providerId="AD" clId="Web-{C4C52D81-F65B-6EE4-60DF-5D0EEC75E14E}" dt="2022-07-13T12:52:47.329" v="32" actId="20577"/>
          <ac:spMkLst>
            <pc:docMk/>
            <pc:sldMk cId="1731758384" sldId="258"/>
            <ac:spMk id="2" creationId="{CCED346B-BC23-D274-D500-49CEFA003C74}"/>
          </ac:spMkLst>
        </pc:spChg>
        <pc:spChg chg="mod">
          <ac:chgData name="Vincent Straub" userId="S::vstraub@turing.ac.uk::cc81dce8-242d-424d-a3c5-7390e8e80d05" providerId="AD" clId="Web-{C4C52D81-F65B-6EE4-60DF-5D0EEC75E14E}" dt="2022-07-13T10:05:28.020" v="16" actId="20577"/>
          <ac:spMkLst>
            <pc:docMk/>
            <pc:sldMk cId="1731758384" sldId="258"/>
            <ac:spMk id="3" creationId="{DF3E41C3-F427-8DEA-F0F1-E0A28E97CC96}"/>
          </ac:spMkLst>
        </pc:spChg>
      </pc:sldChg>
      <pc:sldChg chg="new">
        <pc:chgData name="Vincent Straub" userId="S::vstraub@turing.ac.uk::cc81dce8-242d-424d-a3c5-7390e8e80d05" providerId="AD" clId="Web-{C4C52D81-F65B-6EE4-60DF-5D0EEC75E14E}" dt="2022-07-12T10:52:22.396" v="2"/>
        <pc:sldMkLst>
          <pc:docMk/>
          <pc:sldMk cId="2843635817" sldId="259"/>
        </pc:sldMkLst>
      </pc:sldChg>
      <pc:sldChg chg="new">
        <pc:chgData name="Vincent Straub" userId="S::vstraub@turing.ac.uk::cc81dce8-242d-424d-a3c5-7390e8e80d05" providerId="AD" clId="Web-{C4C52D81-F65B-6EE4-60DF-5D0EEC75E14E}" dt="2022-07-12T10:52:22.646" v="3"/>
        <pc:sldMkLst>
          <pc:docMk/>
          <pc:sldMk cId="2709432554" sldId="260"/>
        </pc:sldMkLst>
      </pc:sldChg>
      <pc:sldChg chg="new">
        <pc:chgData name="Vincent Straub" userId="S::vstraub@turing.ac.uk::cc81dce8-242d-424d-a3c5-7390e8e80d05" providerId="AD" clId="Web-{C4C52D81-F65B-6EE4-60DF-5D0EEC75E14E}" dt="2022-07-12T10:52:23.083" v="4"/>
        <pc:sldMkLst>
          <pc:docMk/>
          <pc:sldMk cId="4283676588" sldId="261"/>
        </pc:sldMkLst>
      </pc:sldChg>
      <pc:sldChg chg="new">
        <pc:chgData name="Vincent Straub" userId="S::vstraub@turing.ac.uk::cc81dce8-242d-424d-a3c5-7390e8e80d05" providerId="AD" clId="Web-{C4C52D81-F65B-6EE4-60DF-5D0EEC75E14E}" dt="2022-07-12T10:52:23.427" v="5"/>
        <pc:sldMkLst>
          <pc:docMk/>
          <pc:sldMk cId="475634872" sldId="262"/>
        </pc:sldMkLst>
      </pc:sldChg>
      <pc:sldChg chg="new">
        <pc:chgData name="Vincent Straub" userId="S::vstraub@turing.ac.uk::cc81dce8-242d-424d-a3c5-7390e8e80d05" providerId="AD" clId="Web-{C4C52D81-F65B-6EE4-60DF-5D0EEC75E14E}" dt="2022-07-12T10:52:23.755" v="6"/>
        <pc:sldMkLst>
          <pc:docMk/>
          <pc:sldMk cId="2176064867" sldId="263"/>
        </pc:sldMkLst>
      </pc:sldChg>
      <pc:sldChg chg="new">
        <pc:chgData name="Vincent Straub" userId="S::vstraub@turing.ac.uk::cc81dce8-242d-424d-a3c5-7390e8e80d05" providerId="AD" clId="Web-{C4C52D81-F65B-6EE4-60DF-5D0EEC75E14E}" dt="2022-07-12T10:52:24.068" v="7"/>
        <pc:sldMkLst>
          <pc:docMk/>
          <pc:sldMk cId="2373704627" sldId="264"/>
        </pc:sldMkLst>
      </pc:sldChg>
      <pc:sldChg chg="delSp new">
        <pc:chgData name="Vincent Straub" userId="S::vstraub@turing.ac.uk::cc81dce8-242d-424d-a3c5-7390e8e80d05" providerId="AD" clId="Web-{C4C52D81-F65B-6EE4-60DF-5D0EEC75E14E}" dt="2022-07-12T10:52:37.756" v="10"/>
        <pc:sldMkLst>
          <pc:docMk/>
          <pc:sldMk cId="3973554406" sldId="265"/>
        </pc:sldMkLst>
        <pc:spChg chg="del">
          <ac:chgData name="Vincent Straub" userId="S::vstraub@turing.ac.uk::cc81dce8-242d-424d-a3c5-7390e8e80d05" providerId="AD" clId="Web-{C4C52D81-F65B-6EE4-60DF-5D0EEC75E14E}" dt="2022-07-12T10:52:37.756" v="10"/>
          <ac:spMkLst>
            <pc:docMk/>
            <pc:sldMk cId="3973554406" sldId="265"/>
            <ac:spMk id="2" creationId="{219B1C1D-04BD-1337-40CC-9260E7928093}"/>
          </ac:spMkLst>
        </pc:spChg>
        <pc:spChg chg="del">
          <ac:chgData name="Vincent Straub" userId="S::vstraub@turing.ac.uk::cc81dce8-242d-424d-a3c5-7390e8e80d05" providerId="AD" clId="Web-{C4C52D81-F65B-6EE4-60DF-5D0EEC75E14E}" dt="2022-07-12T10:52:37.756" v="9"/>
          <ac:spMkLst>
            <pc:docMk/>
            <pc:sldMk cId="3973554406" sldId="265"/>
            <ac:spMk id="3" creationId="{03964FB4-5E1E-7605-6FBA-059E780C197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D1446-61AF-0449-956F-450E5E04A413}" type="datetimeFigureOut">
              <a:rPr lang="en-US" smtClean="0"/>
              <a:t>5/12/23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DDED7-59FE-7E4B-AE54-8B00109F8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79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12/05/2023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12/05/2023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12/05/2023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12/05/2023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12/05/2023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12/05/2023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12/05/2023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5999" y="576000"/>
            <a:ext cx="7728000" cy="5376000"/>
          </a:xfrm>
        </p:spPr>
        <p:txBody>
          <a:bodyPr/>
          <a:lstStyle>
            <a:lvl1pPr>
              <a:lnSpc>
                <a:spcPct val="85000"/>
              </a:lnSpc>
              <a:defRPr sz="2800" b="0"/>
            </a:lvl1pPr>
            <a:lvl3pPr marL="311992" indent="-311992">
              <a:defRPr/>
            </a:lvl3pPr>
            <a:lvl4pPr marL="623984" indent="-311992">
              <a:defRPr/>
            </a:lvl4pPr>
            <a:lvl5pPr marL="935977" indent="-311992">
              <a:defRPr/>
            </a:lvl5pPr>
            <a:lvl6pPr>
              <a:defRPr/>
            </a:lvl6pPr>
          </a:lstStyle>
          <a:p>
            <a:pPr lvl="0"/>
            <a:r>
              <a:rPr lang="en-GB"/>
              <a:t>Click to add Master Intro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23/09/2016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20" hasCustomPrompt="1"/>
          </p:nvPr>
        </p:nvSpPr>
        <p:spPr>
          <a:xfrm>
            <a:off x="576000" y="456000"/>
            <a:ext cx="11040000" cy="38400"/>
          </a:xfrm>
          <a:solidFill>
            <a:schemeClr val="tx1"/>
          </a:solidFill>
        </p:spPr>
        <p:txBody>
          <a:bodyPr/>
          <a:lstStyle>
            <a:lvl1pPr>
              <a:defRPr sz="133" b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87573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5232000" cy="6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6000" y="1632000"/>
            <a:ext cx="5232000" cy="4320000"/>
          </a:xfrm>
        </p:spPr>
        <p:txBody>
          <a:bodyPr/>
          <a:lstStyle>
            <a:lvl1pPr>
              <a:defRPr sz="1733"/>
            </a:lvl1pPr>
            <a:lvl2pPr>
              <a:defRPr sz="1733"/>
            </a:lvl2pPr>
            <a:lvl3pPr indent="-239994">
              <a:defRPr sz="1733"/>
            </a:lvl3pPr>
            <a:lvl4pPr indent="-239994">
              <a:defRPr sz="1733"/>
            </a:lvl4pPr>
            <a:lvl5pPr indent="-239994">
              <a:defRPr sz="1733"/>
            </a:lvl5pPr>
            <a:lvl6pPr indent="-239994">
              <a:defRPr sz="1733" baseline="0"/>
            </a:lvl6pPr>
            <a:lvl7pPr indent="-239994">
              <a:defRPr sz="1733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23/09/2016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384000" y="576000"/>
            <a:ext cx="5232000" cy="5232000"/>
          </a:xfrm>
        </p:spPr>
        <p:txBody>
          <a:bodyPr/>
          <a:lstStyle>
            <a:lvl1pPr>
              <a:defRPr sz="16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025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with Polygon (light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5050368" y="0"/>
            <a:ext cx="7141633" cy="6096000"/>
          </a:xfrm>
          <a:custGeom>
            <a:avLst/>
            <a:gdLst>
              <a:gd name="connsiteX0" fmla="*/ 0 w 5356225"/>
              <a:gd name="connsiteY0" fmla="*/ 0 h 4572000"/>
              <a:gd name="connsiteX1" fmla="*/ 5356225 w 5356225"/>
              <a:gd name="connsiteY1" fmla="*/ 0 h 4572000"/>
              <a:gd name="connsiteX2" fmla="*/ 5356225 w 5356225"/>
              <a:gd name="connsiteY2" fmla="*/ 0 h 4572000"/>
              <a:gd name="connsiteX3" fmla="*/ 5356225 w 5356225"/>
              <a:gd name="connsiteY3" fmla="*/ 4572000 h 4572000"/>
              <a:gd name="connsiteX4" fmla="*/ 5356225 w 5356225"/>
              <a:gd name="connsiteY4" fmla="*/ 4572000 h 4572000"/>
              <a:gd name="connsiteX5" fmla="*/ 0 w 5356225"/>
              <a:gd name="connsiteY5" fmla="*/ 4572000 h 4572000"/>
              <a:gd name="connsiteX6" fmla="*/ 0 w 5356225"/>
              <a:gd name="connsiteY6" fmla="*/ 4572000 h 4572000"/>
              <a:gd name="connsiteX7" fmla="*/ 0 w 5356225"/>
              <a:gd name="connsiteY7" fmla="*/ 0 h 4572000"/>
              <a:gd name="connsiteX0" fmla="*/ 0 w 5356225"/>
              <a:gd name="connsiteY0" fmla="*/ 0 h 4572000"/>
              <a:gd name="connsiteX1" fmla="*/ 5356225 w 5356225"/>
              <a:gd name="connsiteY1" fmla="*/ 0 h 4572000"/>
              <a:gd name="connsiteX2" fmla="*/ 5356225 w 5356225"/>
              <a:gd name="connsiteY2" fmla="*/ 0 h 4572000"/>
              <a:gd name="connsiteX3" fmla="*/ 5356225 w 5356225"/>
              <a:gd name="connsiteY3" fmla="*/ 4572000 h 4572000"/>
              <a:gd name="connsiteX4" fmla="*/ 5356225 w 5356225"/>
              <a:gd name="connsiteY4" fmla="*/ 4572000 h 4572000"/>
              <a:gd name="connsiteX5" fmla="*/ 0 w 5356225"/>
              <a:gd name="connsiteY5" fmla="*/ 4572000 h 4572000"/>
              <a:gd name="connsiteX6" fmla="*/ 2925147 w 5356225"/>
              <a:gd name="connsiteY6" fmla="*/ 2430624 h 4572000"/>
              <a:gd name="connsiteX7" fmla="*/ 0 w 5356225"/>
              <a:gd name="connsiteY7" fmla="*/ 0 h 4572000"/>
              <a:gd name="connsiteX0" fmla="*/ 0 w 5356225"/>
              <a:gd name="connsiteY0" fmla="*/ 0 h 4572000"/>
              <a:gd name="connsiteX1" fmla="*/ 5356225 w 5356225"/>
              <a:gd name="connsiteY1" fmla="*/ 0 h 4572000"/>
              <a:gd name="connsiteX2" fmla="*/ 5356225 w 5356225"/>
              <a:gd name="connsiteY2" fmla="*/ 0 h 4572000"/>
              <a:gd name="connsiteX3" fmla="*/ 5356225 w 5356225"/>
              <a:gd name="connsiteY3" fmla="*/ 4572000 h 4572000"/>
              <a:gd name="connsiteX4" fmla="*/ 5356225 w 5356225"/>
              <a:gd name="connsiteY4" fmla="*/ 4572000 h 4572000"/>
              <a:gd name="connsiteX5" fmla="*/ 0 w 5356225"/>
              <a:gd name="connsiteY5" fmla="*/ 4572000 h 4572000"/>
              <a:gd name="connsiteX6" fmla="*/ 3289041 w 5356225"/>
              <a:gd name="connsiteY6" fmla="*/ 2206689 h 4572000"/>
              <a:gd name="connsiteX7" fmla="*/ 0 w 5356225"/>
              <a:gd name="connsiteY7" fmla="*/ 0 h 4572000"/>
              <a:gd name="connsiteX0" fmla="*/ 0 w 5356225"/>
              <a:gd name="connsiteY0" fmla="*/ 0 h 4572000"/>
              <a:gd name="connsiteX1" fmla="*/ 5356225 w 5356225"/>
              <a:gd name="connsiteY1" fmla="*/ 0 h 4572000"/>
              <a:gd name="connsiteX2" fmla="*/ 5356225 w 5356225"/>
              <a:gd name="connsiteY2" fmla="*/ 0 h 4572000"/>
              <a:gd name="connsiteX3" fmla="*/ 5356225 w 5356225"/>
              <a:gd name="connsiteY3" fmla="*/ 4572000 h 4572000"/>
              <a:gd name="connsiteX4" fmla="*/ 5356225 w 5356225"/>
              <a:gd name="connsiteY4" fmla="*/ 4572000 h 4572000"/>
              <a:gd name="connsiteX5" fmla="*/ 0 w 5356225"/>
              <a:gd name="connsiteY5" fmla="*/ 4572000 h 4572000"/>
              <a:gd name="connsiteX6" fmla="*/ 3820886 w 5356225"/>
              <a:gd name="connsiteY6" fmla="*/ 1870787 h 4572000"/>
              <a:gd name="connsiteX7" fmla="*/ 0 w 5356225"/>
              <a:gd name="connsiteY7" fmla="*/ 0 h 4572000"/>
              <a:gd name="connsiteX0" fmla="*/ 0 w 5356225"/>
              <a:gd name="connsiteY0" fmla="*/ 0 h 4572000"/>
              <a:gd name="connsiteX1" fmla="*/ 5356225 w 5356225"/>
              <a:gd name="connsiteY1" fmla="*/ 0 h 4572000"/>
              <a:gd name="connsiteX2" fmla="*/ 5356225 w 5356225"/>
              <a:gd name="connsiteY2" fmla="*/ 0 h 4572000"/>
              <a:gd name="connsiteX3" fmla="*/ 5356225 w 5356225"/>
              <a:gd name="connsiteY3" fmla="*/ 4572000 h 4572000"/>
              <a:gd name="connsiteX4" fmla="*/ 5356225 w 5356225"/>
              <a:gd name="connsiteY4" fmla="*/ 4572000 h 4572000"/>
              <a:gd name="connsiteX5" fmla="*/ 0 w 5356225"/>
              <a:gd name="connsiteY5" fmla="*/ 4572000 h 4572000"/>
              <a:gd name="connsiteX6" fmla="*/ 3359021 w 5356225"/>
              <a:gd name="connsiteY6" fmla="*/ 2006081 h 4572000"/>
              <a:gd name="connsiteX7" fmla="*/ 0 w 5356225"/>
              <a:gd name="connsiteY7" fmla="*/ 0 h 4572000"/>
              <a:gd name="connsiteX0" fmla="*/ 0 w 5356225"/>
              <a:gd name="connsiteY0" fmla="*/ 0 h 4572000"/>
              <a:gd name="connsiteX1" fmla="*/ 5356225 w 5356225"/>
              <a:gd name="connsiteY1" fmla="*/ 0 h 4572000"/>
              <a:gd name="connsiteX2" fmla="*/ 5356225 w 5356225"/>
              <a:gd name="connsiteY2" fmla="*/ 0 h 4572000"/>
              <a:gd name="connsiteX3" fmla="*/ 5356225 w 5356225"/>
              <a:gd name="connsiteY3" fmla="*/ 4572000 h 4572000"/>
              <a:gd name="connsiteX4" fmla="*/ 5356225 w 5356225"/>
              <a:gd name="connsiteY4" fmla="*/ 4572000 h 4572000"/>
              <a:gd name="connsiteX5" fmla="*/ 3359021 w 5356225"/>
              <a:gd name="connsiteY5" fmla="*/ 2006081 h 4572000"/>
              <a:gd name="connsiteX6" fmla="*/ 0 w 5356225"/>
              <a:gd name="connsiteY6" fmla="*/ 0 h 4572000"/>
              <a:gd name="connsiteX0" fmla="*/ 0 w 5356225"/>
              <a:gd name="connsiteY0" fmla="*/ 0 h 4572000"/>
              <a:gd name="connsiteX1" fmla="*/ 5356225 w 5356225"/>
              <a:gd name="connsiteY1" fmla="*/ 0 h 4572000"/>
              <a:gd name="connsiteX2" fmla="*/ 5356225 w 5356225"/>
              <a:gd name="connsiteY2" fmla="*/ 0 h 4572000"/>
              <a:gd name="connsiteX3" fmla="*/ 5356225 w 5356225"/>
              <a:gd name="connsiteY3" fmla="*/ 4572000 h 4572000"/>
              <a:gd name="connsiteX4" fmla="*/ 5356225 w 5356225"/>
              <a:gd name="connsiteY4" fmla="*/ 4572000 h 4572000"/>
              <a:gd name="connsiteX5" fmla="*/ 3399502 w 5356225"/>
              <a:gd name="connsiteY5" fmla="*/ 1975124 h 4572000"/>
              <a:gd name="connsiteX6" fmla="*/ 0 w 5356225"/>
              <a:gd name="connsiteY6" fmla="*/ 0 h 4572000"/>
              <a:gd name="connsiteX0" fmla="*/ 0 w 5356225"/>
              <a:gd name="connsiteY0" fmla="*/ 0 h 4572000"/>
              <a:gd name="connsiteX1" fmla="*/ 5356225 w 5356225"/>
              <a:gd name="connsiteY1" fmla="*/ 0 h 4572000"/>
              <a:gd name="connsiteX2" fmla="*/ 5356225 w 5356225"/>
              <a:gd name="connsiteY2" fmla="*/ 0 h 4572000"/>
              <a:gd name="connsiteX3" fmla="*/ 5356225 w 5356225"/>
              <a:gd name="connsiteY3" fmla="*/ 4572000 h 4572000"/>
              <a:gd name="connsiteX4" fmla="*/ 5356225 w 5356225"/>
              <a:gd name="connsiteY4" fmla="*/ 4572000 h 4572000"/>
              <a:gd name="connsiteX5" fmla="*/ 3359020 w 5356225"/>
              <a:gd name="connsiteY5" fmla="*/ 2013224 h 4572000"/>
              <a:gd name="connsiteX6" fmla="*/ 0 w 5356225"/>
              <a:gd name="connsiteY6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56225" h="4572000">
                <a:moveTo>
                  <a:pt x="0" y="0"/>
                </a:moveTo>
                <a:lnTo>
                  <a:pt x="5356225" y="0"/>
                </a:lnTo>
                <a:lnTo>
                  <a:pt x="5356225" y="0"/>
                </a:lnTo>
                <a:lnTo>
                  <a:pt x="5356225" y="4572000"/>
                </a:lnTo>
                <a:lnTo>
                  <a:pt x="5356225" y="4572000"/>
                </a:lnTo>
                <a:lnTo>
                  <a:pt x="3359020" y="20132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23/09/2016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Box 4"/>
          <p:cNvSpPr txBox="1"/>
          <p:nvPr userDrawn="1"/>
        </p:nvSpPr>
        <p:spPr>
          <a:xfrm>
            <a:off x="1728000" y="6297600"/>
            <a:ext cx="4800000" cy="192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GB" sz="1067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Alan Turing Institute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76000" y="6288000"/>
            <a:ext cx="1104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76000" y="2640000"/>
            <a:ext cx="11040000" cy="816000"/>
          </a:xfrm>
        </p:spPr>
        <p:txBody>
          <a:bodyPr/>
          <a:lstStyle>
            <a:lvl1pPr>
              <a:defRPr sz="7333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76000" y="3552000"/>
            <a:ext cx="11040000" cy="720000"/>
          </a:xfrm>
        </p:spPr>
        <p:txBody>
          <a:bodyPr/>
          <a:lstStyle>
            <a:lvl1pPr marL="0" indent="0" algn="l">
              <a:lnSpc>
                <a:spcPct val="85000"/>
              </a:lnSpc>
              <a:buNone/>
              <a:defRPr sz="4533" b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18" y="579967"/>
            <a:ext cx="1841733" cy="768000"/>
          </a:xfrm>
          <a:prstGeom prst="rect">
            <a:avLst/>
          </a:prstGeom>
        </p:spPr>
      </p:pic>
      <p:sp>
        <p:nvSpPr>
          <p:cNvPr id="16" name="Picture Placeholder 10"/>
          <p:cNvSpPr>
            <a:spLocks noGrp="1"/>
          </p:cNvSpPr>
          <p:nvPr>
            <p:ph type="pic" sz="quarter" idx="14" hasCustomPrompt="1"/>
          </p:nvPr>
        </p:nvSpPr>
        <p:spPr>
          <a:xfrm>
            <a:off x="576000" y="2472000"/>
            <a:ext cx="11040000" cy="38400"/>
          </a:xfrm>
          <a:solidFill>
            <a:schemeClr val="tx1"/>
          </a:solidFill>
        </p:spPr>
        <p:txBody>
          <a:bodyPr/>
          <a:lstStyle>
            <a:lvl1pPr>
              <a:defRPr sz="133" b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4372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with Polygon (dark bg)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5050368" y="0"/>
            <a:ext cx="7141633" cy="6096000"/>
          </a:xfrm>
          <a:custGeom>
            <a:avLst/>
            <a:gdLst>
              <a:gd name="connsiteX0" fmla="*/ 0 w 5356225"/>
              <a:gd name="connsiteY0" fmla="*/ 0 h 4572000"/>
              <a:gd name="connsiteX1" fmla="*/ 5356225 w 5356225"/>
              <a:gd name="connsiteY1" fmla="*/ 0 h 4572000"/>
              <a:gd name="connsiteX2" fmla="*/ 5356225 w 5356225"/>
              <a:gd name="connsiteY2" fmla="*/ 0 h 4572000"/>
              <a:gd name="connsiteX3" fmla="*/ 5356225 w 5356225"/>
              <a:gd name="connsiteY3" fmla="*/ 4572000 h 4572000"/>
              <a:gd name="connsiteX4" fmla="*/ 5356225 w 5356225"/>
              <a:gd name="connsiteY4" fmla="*/ 4572000 h 4572000"/>
              <a:gd name="connsiteX5" fmla="*/ 0 w 5356225"/>
              <a:gd name="connsiteY5" fmla="*/ 4572000 h 4572000"/>
              <a:gd name="connsiteX6" fmla="*/ 0 w 5356225"/>
              <a:gd name="connsiteY6" fmla="*/ 4572000 h 4572000"/>
              <a:gd name="connsiteX7" fmla="*/ 0 w 5356225"/>
              <a:gd name="connsiteY7" fmla="*/ 0 h 4572000"/>
              <a:gd name="connsiteX0" fmla="*/ 0 w 5356225"/>
              <a:gd name="connsiteY0" fmla="*/ 0 h 4572000"/>
              <a:gd name="connsiteX1" fmla="*/ 5356225 w 5356225"/>
              <a:gd name="connsiteY1" fmla="*/ 0 h 4572000"/>
              <a:gd name="connsiteX2" fmla="*/ 5356225 w 5356225"/>
              <a:gd name="connsiteY2" fmla="*/ 0 h 4572000"/>
              <a:gd name="connsiteX3" fmla="*/ 5356225 w 5356225"/>
              <a:gd name="connsiteY3" fmla="*/ 4572000 h 4572000"/>
              <a:gd name="connsiteX4" fmla="*/ 5356225 w 5356225"/>
              <a:gd name="connsiteY4" fmla="*/ 4572000 h 4572000"/>
              <a:gd name="connsiteX5" fmla="*/ 0 w 5356225"/>
              <a:gd name="connsiteY5" fmla="*/ 4572000 h 4572000"/>
              <a:gd name="connsiteX6" fmla="*/ 2925147 w 5356225"/>
              <a:gd name="connsiteY6" fmla="*/ 2430624 h 4572000"/>
              <a:gd name="connsiteX7" fmla="*/ 0 w 5356225"/>
              <a:gd name="connsiteY7" fmla="*/ 0 h 4572000"/>
              <a:gd name="connsiteX0" fmla="*/ 0 w 5356225"/>
              <a:gd name="connsiteY0" fmla="*/ 0 h 4572000"/>
              <a:gd name="connsiteX1" fmla="*/ 5356225 w 5356225"/>
              <a:gd name="connsiteY1" fmla="*/ 0 h 4572000"/>
              <a:gd name="connsiteX2" fmla="*/ 5356225 w 5356225"/>
              <a:gd name="connsiteY2" fmla="*/ 0 h 4572000"/>
              <a:gd name="connsiteX3" fmla="*/ 5356225 w 5356225"/>
              <a:gd name="connsiteY3" fmla="*/ 4572000 h 4572000"/>
              <a:gd name="connsiteX4" fmla="*/ 5356225 w 5356225"/>
              <a:gd name="connsiteY4" fmla="*/ 4572000 h 4572000"/>
              <a:gd name="connsiteX5" fmla="*/ 0 w 5356225"/>
              <a:gd name="connsiteY5" fmla="*/ 4572000 h 4572000"/>
              <a:gd name="connsiteX6" fmla="*/ 3289041 w 5356225"/>
              <a:gd name="connsiteY6" fmla="*/ 2206689 h 4572000"/>
              <a:gd name="connsiteX7" fmla="*/ 0 w 5356225"/>
              <a:gd name="connsiteY7" fmla="*/ 0 h 4572000"/>
              <a:gd name="connsiteX0" fmla="*/ 0 w 5356225"/>
              <a:gd name="connsiteY0" fmla="*/ 0 h 4572000"/>
              <a:gd name="connsiteX1" fmla="*/ 5356225 w 5356225"/>
              <a:gd name="connsiteY1" fmla="*/ 0 h 4572000"/>
              <a:gd name="connsiteX2" fmla="*/ 5356225 w 5356225"/>
              <a:gd name="connsiteY2" fmla="*/ 0 h 4572000"/>
              <a:gd name="connsiteX3" fmla="*/ 5356225 w 5356225"/>
              <a:gd name="connsiteY3" fmla="*/ 4572000 h 4572000"/>
              <a:gd name="connsiteX4" fmla="*/ 5356225 w 5356225"/>
              <a:gd name="connsiteY4" fmla="*/ 4572000 h 4572000"/>
              <a:gd name="connsiteX5" fmla="*/ 0 w 5356225"/>
              <a:gd name="connsiteY5" fmla="*/ 4572000 h 4572000"/>
              <a:gd name="connsiteX6" fmla="*/ 3820886 w 5356225"/>
              <a:gd name="connsiteY6" fmla="*/ 1870787 h 4572000"/>
              <a:gd name="connsiteX7" fmla="*/ 0 w 5356225"/>
              <a:gd name="connsiteY7" fmla="*/ 0 h 4572000"/>
              <a:gd name="connsiteX0" fmla="*/ 0 w 5356225"/>
              <a:gd name="connsiteY0" fmla="*/ 0 h 4572000"/>
              <a:gd name="connsiteX1" fmla="*/ 5356225 w 5356225"/>
              <a:gd name="connsiteY1" fmla="*/ 0 h 4572000"/>
              <a:gd name="connsiteX2" fmla="*/ 5356225 w 5356225"/>
              <a:gd name="connsiteY2" fmla="*/ 0 h 4572000"/>
              <a:gd name="connsiteX3" fmla="*/ 5356225 w 5356225"/>
              <a:gd name="connsiteY3" fmla="*/ 4572000 h 4572000"/>
              <a:gd name="connsiteX4" fmla="*/ 5356225 w 5356225"/>
              <a:gd name="connsiteY4" fmla="*/ 4572000 h 4572000"/>
              <a:gd name="connsiteX5" fmla="*/ 0 w 5356225"/>
              <a:gd name="connsiteY5" fmla="*/ 4572000 h 4572000"/>
              <a:gd name="connsiteX6" fmla="*/ 3359021 w 5356225"/>
              <a:gd name="connsiteY6" fmla="*/ 2006081 h 4572000"/>
              <a:gd name="connsiteX7" fmla="*/ 0 w 5356225"/>
              <a:gd name="connsiteY7" fmla="*/ 0 h 4572000"/>
              <a:gd name="connsiteX0" fmla="*/ 0 w 5356225"/>
              <a:gd name="connsiteY0" fmla="*/ 0 h 4572000"/>
              <a:gd name="connsiteX1" fmla="*/ 5356225 w 5356225"/>
              <a:gd name="connsiteY1" fmla="*/ 0 h 4572000"/>
              <a:gd name="connsiteX2" fmla="*/ 5356225 w 5356225"/>
              <a:gd name="connsiteY2" fmla="*/ 0 h 4572000"/>
              <a:gd name="connsiteX3" fmla="*/ 5356225 w 5356225"/>
              <a:gd name="connsiteY3" fmla="*/ 4572000 h 4572000"/>
              <a:gd name="connsiteX4" fmla="*/ 5356225 w 5356225"/>
              <a:gd name="connsiteY4" fmla="*/ 4572000 h 4572000"/>
              <a:gd name="connsiteX5" fmla="*/ 3359021 w 5356225"/>
              <a:gd name="connsiteY5" fmla="*/ 2006081 h 4572000"/>
              <a:gd name="connsiteX6" fmla="*/ 0 w 5356225"/>
              <a:gd name="connsiteY6" fmla="*/ 0 h 4572000"/>
              <a:gd name="connsiteX0" fmla="*/ 0 w 5356225"/>
              <a:gd name="connsiteY0" fmla="*/ 0 h 4572000"/>
              <a:gd name="connsiteX1" fmla="*/ 5356225 w 5356225"/>
              <a:gd name="connsiteY1" fmla="*/ 0 h 4572000"/>
              <a:gd name="connsiteX2" fmla="*/ 5356225 w 5356225"/>
              <a:gd name="connsiteY2" fmla="*/ 0 h 4572000"/>
              <a:gd name="connsiteX3" fmla="*/ 5356225 w 5356225"/>
              <a:gd name="connsiteY3" fmla="*/ 4572000 h 4572000"/>
              <a:gd name="connsiteX4" fmla="*/ 5356225 w 5356225"/>
              <a:gd name="connsiteY4" fmla="*/ 4572000 h 4572000"/>
              <a:gd name="connsiteX5" fmla="*/ 3399502 w 5356225"/>
              <a:gd name="connsiteY5" fmla="*/ 1975124 h 4572000"/>
              <a:gd name="connsiteX6" fmla="*/ 0 w 5356225"/>
              <a:gd name="connsiteY6" fmla="*/ 0 h 4572000"/>
              <a:gd name="connsiteX0" fmla="*/ 0 w 5356225"/>
              <a:gd name="connsiteY0" fmla="*/ 0 h 4572000"/>
              <a:gd name="connsiteX1" fmla="*/ 5356225 w 5356225"/>
              <a:gd name="connsiteY1" fmla="*/ 0 h 4572000"/>
              <a:gd name="connsiteX2" fmla="*/ 5356225 w 5356225"/>
              <a:gd name="connsiteY2" fmla="*/ 0 h 4572000"/>
              <a:gd name="connsiteX3" fmla="*/ 5356225 w 5356225"/>
              <a:gd name="connsiteY3" fmla="*/ 4572000 h 4572000"/>
              <a:gd name="connsiteX4" fmla="*/ 5356225 w 5356225"/>
              <a:gd name="connsiteY4" fmla="*/ 4572000 h 4572000"/>
              <a:gd name="connsiteX5" fmla="*/ 3359020 w 5356225"/>
              <a:gd name="connsiteY5" fmla="*/ 2013224 h 4572000"/>
              <a:gd name="connsiteX6" fmla="*/ 0 w 5356225"/>
              <a:gd name="connsiteY6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56225" h="4572000">
                <a:moveTo>
                  <a:pt x="0" y="0"/>
                </a:moveTo>
                <a:lnTo>
                  <a:pt x="5356225" y="0"/>
                </a:lnTo>
                <a:lnTo>
                  <a:pt x="5356225" y="0"/>
                </a:lnTo>
                <a:lnTo>
                  <a:pt x="5356225" y="4572000"/>
                </a:lnTo>
                <a:lnTo>
                  <a:pt x="5356225" y="4572000"/>
                </a:lnTo>
                <a:lnTo>
                  <a:pt x="3359020" y="20132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23/09/2016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Box 4"/>
          <p:cNvSpPr txBox="1"/>
          <p:nvPr userDrawn="1"/>
        </p:nvSpPr>
        <p:spPr>
          <a:xfrm>
            <a:off x="1728000" y="6297600"/>
            <a:ext cx="4800000" cy="192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GB" sz="1067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Alan Turing Institute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76000" y="6288000"/>
            <a:ext cx="11040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76000" y="2640000"/>
            <a:ext cx="11040000" cy="816000"/>
          </a:xfrm>
        </p:spPr>
        <p:txBody>
          <a:bodyPr/>
          <a:lstStyle>
            <a:lvl1pPr>
              <a:defRPr sz="7333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76000" y="3552000"/>
            <a:ext cx="11040000" cy="720000"/>
          </a:xfrm>
        </p:spPr>
        <p:txBody>
          <a:bodyPr/>
          <a:lstStyle>
            <a:lvl1pPr marL="0" indent="0" algn="l">
              <a:lnSpc>
                <a:spcPct val="85000"/>
              </a:lnSpc>
              <a:buNone/>
              <a:defRPr sz="4533" b="0">
                <a:solidFill>
                  <a:schemeClr val="bg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4" name="Picture 13" descr="ATI_logo_white.ai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01" y="576000"/>
            <a:ext cx="1841732" cy="768000"/>
          </a:xfrm>
          <a:prstGeom prst="rect">
            <a:avLst/>
          </a:prstGeom>
        </p:spPr>
      </p:pic>
      <p:sp>
        <p:nvSpPr>
          <p:cNvPr id="15" name="Picture Placeholder 10"/>
          <p:cNvSpPr>
            <a:spLocks noGrp="1"/>
          </p:cNvSpPr>
          <p:nvPr>
            <p:ph type="pic" sz="quarter" idx="14" hasCustomPrompt="1"/>
          </p:nvPr>
        </p:nvSpPr>
        <p:spPr>
          <a:xfrm>
            <a:off x="576000" y="2472000"/>
            <a:ext cx="11040000" cy="38400"/>
          </a:xfrm>
          <a:solidFill>
            <a:schemeClr val="bg1"/>
          </a:solidFill>
        </p:spPr>
        <p:txBody>
          <a:bodyPr/>
          <a:lstStyle>
            <a:lvl1pPr>
              <a:defRPr sz="133" b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681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Light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23/09/2016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76000" y="2280000"/>
            <a:ext cx="11040000" cy="816000"/>
          </a:xfrm>
        </p:spPr>
        <p:txBody>
          <a:bodyPr/>
          <a:lstStyle>
            <a:lvl1pPr>
              <a:defRPr sz="4533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4" hasCustomPrompt="1"/>
          </p:nvPr>
        </p:nvSpPr>
        <p:spPr>
          <a:xfrm>
            <a:off x="576000" y="2136000"/>
            <a:ext cx="11040000" cy="38400"/>
          </a:xfrm>
          <a:solidFill>
            <a:schemeClr val="tx1"/>
          </a:solidFill>
        </p:spPr>
        <p:txBody>
          <a:bodyPr/>
          <a:lstStyle>
            <a:lvl1pPr>
              <a:defRPr sz="133" b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6887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12/05/2023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vstraub@turing.ac.uk" TargetMode="Externa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EWAF, June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AFF0EC38-EA29-4994-B3B4-31D28A776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672169"/>
            <a:ext cx="9496688" cy="816000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GB" sz="4000" dirty="0">
                <a:ea typeface="+mj-lt"/>
                <a:cs typeface="+mj-lt"/>
              </a:rPr>
              <a:t>A Multidomain Relational Framework to Guide Institutional AI Research and Adoption </a:t>
            </a:r>
            <a:br>
              <a:rPr lang="en-GB" sz="4000" dirty="0"/>
            </a:br>
            <a:br>
              <a:rPr lang="en-GB" sz="2400" dirty="0"/>
            </a:br>
            <a:r>
              <a:rPr lang="en-GB" sz="2400" dirty="0"/>
              <a:t>Vincent Straub, Deborah Morgan, </a:t>
            </a:r>
            <a:r>
              <a:rPr lang="en-GB" sz="2400" dirty="0" err="1"/>
              <a:t>Youmna</a:t>
            </a:r>
            <a:r>
              <a:rPr lang="en-GB" sz="2400" dirty="0"/>
              <a:t> Hashem, John Francis, </a:t>
            </a:r>
            <a:br>
              <a:rPr lang="en-GB" sz="2400" dirty="0"/>
            </a:br>
            <a:r>
              <a:rPr lang="en-GB" sz="2400" dirty="0"/>
              <a:t>Saba </a:t>
            </a:r>
            <a:r>
              <a:rPr lang="en-GB" sz="2400" dirty="0" err="1"/>
              <a:t>Esnaashari</a:t>
            </a:r>
            <a:r>
              <a:rPr lang="en-GB" sz="2400" dirty="0"/>
              <a:t> and Jonathan Bright</a:t>
            </a:r>
            <a:br>
              <a:rPr lang="en-GB" sz="2400" dirty="0"/>
            </a:br>
            <a:br>
              <a:rPr lang="en-GB" sz="2000" dirty="0"/>
            </a:br>
            <a:endParaRPr lang="en-GB" sz="2000" dirty="0">
              <a:solidFill>
                <a:srgbClr val="000000"/>
              </a:solidFill>
              <a:cs typeface="Calibri Light"/>
            </a:endParaRPr>
          </a:p>
        </p:txBody>
      </p:sp>
      <p:pic>
        <p:nvPicPr>
          <p:cNvPr id="3" name="Picture 2" descr="A qr code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BB63702F-50FB-134D-FAC3-07A981992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026" y="4221516"/>
            <a:ext cx="1416732" cy="183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870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370875B-CE14-99AD-5A33-3E12F9B84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4586" y="6314310"/>
            <a:ext cx="7222599" cy="365125"/>
          </a:xfrm>
        </p:spPr>
        <p:txBody>
          <a:bodyPr/>
          <a:lstStyle/>
          <a:p>
            <a:pPr algn="l"/>
            <a:r>
              <a:rPr lang="en-GB" sz="11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Straub, V. J., Morgan, D., Hashem, Y., Francis, J., </a:t>
            </a:r>
            <a:r>
              <a:rPr lang="en-GB" sz="110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Esnaashari</a:t>
            </a:r>
            <a:r>
              <a:rPr lang="en-GB" sz="11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S., &amp; Bright, J. (2023). A multidomain relational framework to guide institutional AI research and adoption. </a:t>
            </a:r>
            <a:r>
              <a:rPr lang="en-GB" sz="1100" i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lang="en-GB" sz="11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preprint arXiv:2303.10106</a:t>
            </a:r>
            <a:r>
              <a:rPr lang="en-GB" sz="11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6B3ABAC-5CC9-33B2-158C-982FA3AB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B868178-02AE-42FC-958D-6B8F13B60175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552BC4-7A28-C7F8-F859-C2E52167A352}"/>
              </a:ext>
            </a:extLst>
          </p:cNvPr>
          <p:cNvSpPr txBox="1"/>
          <p:nvPr/>
        </p:nvSpPr>
        <p:spPr>
          <a:xfrm>
            <a:off x="1156138" y="2828835"/>
            <a:ext cx="105418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1" dirty="0"/>
              <a:t>How do we ensure that institutional AI research </a:t>
            </a:r>
            <a:r>
              <a:rPr lang="en-GB" sz="2400" i="1" dirty="0"/>
              <a:t>(on new metrics, technical standards, and governance mechanisms) </a:t>
            </a:r>
            <a:r>
              <a:rPr lang="en-GB" sz="2400" b="1" i="1" dirty="0"/>
              <a:t>better accounts for all the topics</a:t>
            </a:r>
            <a:r>
              <a:rPr lang="en-GB" sz="2400" i="1" dirty="0"/>
              <a:t>, issues, and methods potentially </a:t>
            </a:r>
            <a:r>
              <a:rPr lang="en-GB" sz="2400" b="1" i="1" dirty="0"/>
              <a:t>relevant to the institutional adoption of ethical AI?</a:t>
            </a:r>
          </a:p>
        </p:txBody>
      </p:sp>
    </p:spTree>
    <p:extLst>
      <p:ext uri="{BB962C8B-B14F-4D97-AF65-F5344CB8AC3E}">
        <p14:creationId xmlns:p14="http://schemas.microsoft.com/office/powerpoint/2010/main" val="1063637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370875B-CE14-99AD-5A33-3E12F9B84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4586" y="6314310"/>
            <a:ext cx="7222599" cy="365125"/>
          </a:xfrm>
        </p:spPr>
        <p:txBody>
          <a:bodyPr/>
          <a:lstStyle/>
          <a:p>
            <a:pPr algn="l"/>
            <a:r>
              <a:rPr lang="en-GB" sz="11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Straub, V. J., Morgan, D., Hashem, Y., Francis, J., </a:t>
            </a:r>
            <a:r>
              <a:rPr lang="en-GB" sz="110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Esnaashari</a:t>
            </a:r>
            <a:r>
              <a:rPr lang="en-GB" sz="11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S., &amp; Bright, J. (2023). A multidomain relational framework to guide institutional AI research and adoption. </a:t>
            </a:r>
            <a:r>
              <a:rPr lang="en-GB" sz="1100" i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lang="en-GB" sz="11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preprint arXiv:2303.10106</a:t>
            </a:r>
            <a:r>
              <a:rPr lang="en-GB" sz="11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6B3ABAC-5CC9-33B2-158C-982FA3AB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B868178-02AE-42FC-958D-6B8F13B60175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522" name="Picture 521">
            <a:extLst>
              <a:ext uri="{FF2B5EF4-FFF2-40B4-BE49-F238E27FC236}">
                <a16:creationId xmlns:a16="http://schemas.microsoft.com/office/drawing/2014/main" id="{6F490628-E2C2-7567-FC47-BE5CB3297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182" y="459849"/>
            <a:ext cx="6303636" cy="548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496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Picture 370">
            <a:extLst>
              <a:ext uri="{FF2B5EF4-FFF2-40B4-BE49-F238E27FC236}">
                <a16:creationId xmlns:a16="http://schemas.microsoft.com/office/drawing/2014/main" id="{8A5E28F6-BD74-2A2B-F837-8B8908D4F4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4"/>
          <a:stretch/>
        </p:blipFill>
        <p:spPr>
          <a:xfrm>
            <a:off x="5768312" y="1152986"/>
            <a:ext cx="6232230" cy="4525846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17E4D39-5608-45EF-917A-527BF7C94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4586" y="6314310"/>
            <a:ext cx="7222599" cy="365125"/>
          </a:xfrm>
        </p:spPr>
        <p:txBody>
          <a:bodyPr/>
          <a:lstStyle/>
          <a:p>
            <a:pPr algn="l"/>
            <a:r>
              <a:rPr lang="en-GB" sz="11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Straub, V. J., Morgan, D., Hashem, Y., Francis, J., </a:t>
            </a:r>
            <a:r>
              <a:rPr lang="en-GB" sz="110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Esnaashari</a:t>
            </a:r>
            <a:r>
              <a:rPr lang="en-GB" sz="11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S., &amp; Bright, J. (2023). A multidomain relational framework to guide institutional AI research and adoption. </a:t>
            </a:r>
            <a:r>
              <a:rPr lang="en-GB" sz="1100" i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lang="en-GB" sz="11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preprint arXiv:2303.10106</a:t>
            </a:r>
            <a:r>
              <a:rPr lang="en-GB" sz="11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BD99C90-62E3-4C11-2754-FABC563AC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B868178-02AE-42FC-958D-6B8F13B60175}" type="slidenum">
              <a:rPr lang="en-GB" smtClean="0"/>
              <a:pPr/>
              <a:t>4</a:t>
            </a:fld>
            <a:endParaRPr lang="en-GB" dirty="0"/>
          </a:p>
        </p:txBody>
      </p: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8FAD4DF8-D006-8157-4105-6C4A9D865E72}"/>
              </a:ext>
            </a:extLst>
          </p:cNvPr>
          <p:cNvGrpSpPr/>
          <p:nvPr/>
        </p:nvGrpSpPr>
        <p:grpSpPr>
          <a:xfrm>
            <a:off x="378370" y="1451181"/>
            <a:ext cx="5948858" cy="3986873"/>
            <a:chOff x="2884602" y="722803"/>
            <a:chExt cx="6871861" cy="4553192"/>
          </a:xfrm>
        </p:grpSpPr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6979FB91-625C-CA39-1402-C5AB3800320A}"/>
                </a:ext>
              </a:extLst>
            </p:cNvPr>
            <p:cNvSpPr/>
            <p:nvPr/>
          </p:nvSpPr>
          <p:spPr>
            <a:xfrm>
              <a:off x="5802770" y="2684380"/>
              <a:ext cx="2140848" cy="214084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DE944755-E81D-2BC7-8EF8-6FDFA312F644}"/>
                </a:ext>
              </a:extLst>
            </p:cNvPr>
            <p:cNvSpPr/>
            <p:nvPr/>
          </p:nvSpPr>
          <p:spPr>
            <a:xfrm>
              <a:off x="4185352" y="2691161"/>
              <a:ext cx="2140848" cy="214084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6BFBFC91-41D4-341B-051D-4F8781B10122}"/>
                </a:ext>
              </a:extLst>
            </p:cNvPr>
            <p:cNvSpPr/>
            <p:nvPr/>
          </p:nvSpPr>
          <p:spPr>
            <a:xfrm>
              <a:off x="4986262" y="1258234"/>
              <a:ext cx="2140848" cy="214084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solidFill>
                  <a:schemeClr val="tx1"/>
                </a:solidFill>
                <a:latin typeface="Helvetica" pitchFamily="2" charset="0"/>
              </a:endParaRPr>
            </a:p>
            <a:p>
              <a:pPr algn="ctr"/>
              <a:endParaRPr lang="en-US" sz="1200" b="1" dirty="0">
                <a:solidFill>
                  <a:schemeClr val="tx1"/>
                </a:solidFill>
                <a:latin typeface="Helvetica" pitchFamily="2" charset="0"/>
              </a:endParaRPr>
            </a:p>
            <a:p>
              <a:pPr algn="ctr"/>
              <a:endParaRPr lang="en-US" sz="1200" b="1" dirty="0">
                <a:solidFill>
                  <a:schemeClr val="tx1"/>
                </a:solidFill>
                <a:latin typeface="Helvetica" pitchFamily="2" charset="0"/>
              </a:endParaRP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Helvetica" pitchFamily="2" charset="0"/>
                </a:rPr>
                <a:t>Epistemic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Helvetica" pitchFamily="2" charset="0"/>
                </a:rPr>
                <a:t>concepts</a:t>
              </a:r>
              <a:endParaRPr lang="en-GB" sz="1200" b="1" dirty="0">
                <a:solidFill>
                  <a:schemeClr val="tx1"/>
                </a:solidFill>
              </a:endParaRPr>
            </a:p>
          </p:txBody>
        </p:sp>
        <p:pic>
          <p:nvPicPr>
            <p:cNvPr id="359" name="Picture 26">
              <a:extLst>
                <a:ext uri="{FF2B5EF4-FFF2-40B4-BE49-F238E27FC236}">
                  <a16:creationId xmlns:a16="http://schemas.microsoft.com/office/drawing/2014/main" id="{549957C9-5C99-441B-910F-EDDE87852E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8415" y="3197773"/>
              <a:ext cx="660822" cy="6608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796AC81D-C20F-E4AB-FF4E-11EEA85039B1}"/>
                </a:ext>
              </a:extLst>
            </p:cNvPr>
            <p:cNvSpPr txBox="1"/>
            <p:nvPr/>
          </p:nvSpPr>
          <p:spPr>
            <a:xfrm>
              <a:off x="4386964" y="3974115"/>
              <a:ext cx="1603724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200" b="1" dirty="0">
                  <a:latin typeface="Helvetica" pitchFamily="2" charset="0"/>
                  <a:ea typeface="Dotum" panose="020B0600000101010101" pitchFamily="34" charset="-127"/>
                  <a:cs typeface="Gautami" panose="020B0502040204020203" pitchFamily="34" charset="0"/>
                </a:rPr>
                <a:t>Operational </a:t>
              </a:r>
            </a:p>
            <a:p>
              <a:pPr algn="ctr"/>
              <a:r>
                <a:rPr lang="en-GB" sz="1200" b="1" dirty="0">
                  <a:latin typeface="Helvetica" pitchFamily="2" charset="0"/>
                  <a:ea typeface="Dotum" panose="020B0600000101010101" pitchFamily="34" charset="-127"/>
                  <a:cs typeface="Gautami" panose="020B0502040204020203" pitchFamily="34" charset="0"/>
                </a:rPr>
                <a:t>concepts</a:t>
              </a:r>
            </a:p>
          </p:txBody>
        </p:sp>
        <p:pic>
          <p:nvPicPr>
            <p:cNvPr id="361" name="Picture 24">
              <a:extLst>
                <a:ext uri="{FF2B5EF4-FFF2-40B4-BE49-F238E27FC236}">
                  <a16:creationId xmlns:a16="http://schemas.microsoft.com/office/drawing/2014/main" id="{FDE0DE00-05EB-73C9-2036-5FBB5E13B4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3521" y="1585318"/>
              <a:ext cx="646330" cy="646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2" name="Picture 18">
              <a:extLst>
                <a:ext uri="{FF2B5EF4-FFF2-40B4-BE49-F238E27FC236}">
                  <a16:creationId xmlns:a16="http://schemas.microsoft.com/office/drawing/2014/main" id="{DBFC21C3-F63A-7079-2612-C611C43CA1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2185" y="3224440"/>
              <a:ext cx="634155" cy="634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07A6C837-8019-2272-8960-79B46B773CE5}"/>
                </a:ext>
              </a:extLst>
            </p:cNvPr>
            <p:cNvSpPr txBox="1"/>
            <p:nvPr/>
          </p:nvSpPr>
          <p:spPr>
            <a:xfrm>
              <a:off x="6091297" y="3978523"/>
              <a:ext cx="1603724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200" b="1" dirty="0">
                  <a:latin typeface="Helvetica" pitchFamily="2" charset="0"/>
                  <a:ea typeface="Dotum" panose="020B0600000101010101" pitchFamily="34" charset="-127"/>
                  <a:cs typeface="Gautami" panose="020B0502040204020203" pitchFamily="34" charset="0"/>
                </a:rPr>
                <a:t>Normative </a:t>
              </a:r>
            </a:p>
            <a:p>
              <a:pPr algn="ctr"/>
              <a:r>
                <a:rPr lang="en-GB" sz="1200" b="1" dirty="0">
                  <a:latin typeface="Helvetica" pitchFamily="2" charset="0"/>
                  <a:ea typeface="Dotum" panose="020B0600000101010101" pitchFamily="34" charset="-127"/>
                  <a:cs typeface="Gautami" panose="020B0502040204020203" pitchFamily="34" charset="0"/>
                </a:rPr>
                <a:t>concepts</a:t>
              </a: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AF8968E7-E49A-D5AB-5CE5-FDE27CCA13BC}"/>
                </a:ext>
              </a:extLst>
            </p:cNvPr>
            <p:cNvSpPr txBox="1"/>
            <p:nvPr/>
          </p:nvSpPr>
          <p:spPr>
            <a:xfrm>
              <a:off x="2884602" y="4783902"/>
              <a:ext cx="2140849" cy="492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>
                  <a:latin typeface="Helvetica" pitchFamily="2" charset="0"/>
                </a:rPr>
                <a:t>Routine machine activities and technical functionality </a:t>
              </a:r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35F29B56-F55C-0732-A21B-0E0960E53C47}"/>
                </a:ext>
              </a:extLst>
            </p:cNvPr>
            <p:cNvSpPr txBox="1"/>
            <p:nvPr/>
          </p:nvSpPr>
          <p:spPr>
            <a:xfrm>
              <a:off x="7382761" y="4729712"/>
              <a:ext cx="2373702" cy="492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>
                  <a:latin typeface="Helvetica" pitchFamily="2" charset="0"/>
                </a:rPr>
                <a:t>Moral entitlements, principles and values of affected groups </a:t>
              </a:r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120828B6-0C81-C89A-0019-8E451F86C9D3}"/>
                </a:ext>
              </a:extLst>
            </p:cNvPr>
            <p:cNvSpPr txBox="1"/>
            <p:nvPr/>
          </p:nvSpPr>
          <p:spPr>
            <a:xfrm>
              <a:off x="5188826" y="722803"/>
              <a:ext cx="2506196" cy="492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>
                  <a:latin typeface="Helvetica" pitchFamily="2" charset="0"/>
                </a:rPr>
                <a:t>Knowledge-related issues </a:t>
              </a:r>
            </a:p>
            <a:p>
              <a:r>
                <a:rPr lang="en-GB" sz="1100" dirty="0">
                  <a:latin typeface="Helvetica" pitchFamily="2" charset="0"/>
                </a:rPr>
                <a:t>at human-machine interface</a:t>
              </a:r>
            </a:p>
          </p:txBody>
        </p:sp>
      </p:grpSp>
      <p:sp>
        <p:nvSpPr>
          <p:cNvPr id="374" name="Right Arrow 373">
            <a:extLst>
              <a:ext uri="{FF2B5EF4-FFF2-40B4-BE49-F238E27FC236}">
                <a16:creationId xmlns:a16="http://schemas.microsoft.com/office/drawing/2014/main" id="{C6B5D7E2-0151-7ED8-5682-BFFCC527E351}"/>
              </a:ext>
            </a:extLst>
          </p:cNvPr>
          <p:cNvSpPr/>
          <p:nvPr/>
        </p:nvSpPr>
        <p:spPr>
          <a:xfrm>
            <a:off x="4414585" y="2347707"/>
            <a:ext cx="1668942" cy="708333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528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ED0EF8C-939F-D4B9-6FAA-77B449A1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4586" y="6314310"/>
            <a:ext cx="7222599" cy="365125"/>
          </a:xfrm>
        </p:spPr>
        <p:txBody>
          <a:bodyPr/>
          <a:lstStyle/>
          <a:p>
            <a:pPr algn="l"/>
            <a:r>
              <a:rPr lang="en-GB" sz="11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Straub, V. J., Morgan, D., Hashem, Y., Francis, J., </a:t>
            </a:r>
            <a:r>
              <a:rPr lang="en-GB" sz="110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Esnaashari</a:t>
            </a:r>
            <a:r>
              <a:rPr lang="en-GB" sz="11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S., &amp; Bright, J. (2023). A multidomain relational framework to guide institutional AI research and adoption. </a:t>
            </a:r>
            <a:r>
              <a:rPr lang="en-GB" sz="1100" i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lang="en-GB" sz="11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preprint arXiv:2303.10106</a:t>
            </a:r>
            <a:r>
              <a:rPr lang="en-GB" sz="11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E679D9A-A710-F2BD-2B92-8AF4A84F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B868178-02AE-42FC-958D-6B8F13B60175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AC1DF86B-7CF4-D08D-5FEF-746C8E5A90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29" t="4259"/>
          <a:stretch/>
        </p:blipFill>
        <p:spPr>
          <a:xfrm>
            <a:off x="2530258" y="1027134"/>
            <a:ext cx="7932274" cy="50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45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8178-02AE-42FC-958D-6B8F13B60175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6000" dirty="0"/>
              <a:t>Thank you for listening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576000" y="3552000"/>
            <a:ext cx="11040000" cy="170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3600" dirty="0"/>
              <a:t>Vincent Straub </a:t>
            </a:r>
            <a:endParaRPr lang="en-GB" sz="3200" dirty="0">
              <a:cs typeface="Calibri"/>
            </a:endParaRPr>
          </a:p>
          <a:p>
            <a:r>
              <a:rPr lang="en-GB" sz="28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vstraub@turing.ac.uk</a:t>
            </a:r>
            <a:endParaRPr lang="en-GB" sz="2800">
              <a:solidFill>
                <a:srgbClr val="00B0F0"/>
              </a:solidFill>
              <a:cs typeface="Calibri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GB" sz="3600"/>
          </a:p>
          <a:p>
            <a:endParaRPr lang="en-GB" sz="360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9FCC01-5DCC-9555-28F3-9BDD74AE8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4586" y="6314310"/>
            <a:ext cx="7222599" cy="365125"/>
          </a:xfrm>
        </p:spPr>
        <p:txBody>
          <a:bodyPr/>
          <a:lstStyle/>
          <a:p>
            <a:pPr algn="l"/>
            <a:r>
              <a:rPr lang="en-GB" sz="11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Straub, V. J., Morgan, D., Hashem, Y., Francis, J., </a:t>
            </a:r>
            <a:r>
              <a:rPr lang="en-GB" sz="110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Esnaashari</a:t>
            </a:r>
            <a:r>
              <a:rPr lang="en-GB" sz="11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S., &amp; Bright, J. (2023). A multidomain relational framework to guide institutional AI research and adoption. </a:t>
            </a:r>
            <a:r>
              <a:rPr lang="en-GB" sz="1100" i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lang="en-GB" sz="11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preprint arXiv:2303.10106</a:t>
            </a:r>
            <a:r>
              <a:rPr lang="en-GB" sz="11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 descr="A qr code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702D7060-39F3-C223-267F-5916271CBD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661" y="3627400"/>
            <a:ext cx="1647908" cy="213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94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4ADA58BAB4BD43855D6AA36652C25E" ma:contentTypeVersion="15" ma:contentTypeDescription="Create a new document." ma:contentTypeScope="" ma:versionID="8b94cafbadffbbcd8332c15926060e06">
  <xsd:schema xmlns:xsd="http://www.w3.org/2001/XMLSchema" xmlns:xs="http://www.w3.org/2001/XMLSchema" xmlns:p="http://schemas.microsoft.com/office/2006/metadata/properties" xmlns:ns2="d67fce5f-2f04-4f7c-8e45-1ec614d56b91" xmlns:ns3="5cad2852-fd11-4253-a5dd-38f1c2375401" targetNamespace="http://schemas.microsoft.com/office/2006/metadata/properties" ma:root="true" ma:fieldsID="fddf22b5188d73b11f17dba2ac187494" ns2:_="" ns3:_="">
    <xsd:import namespace="d67fce5f-2f04-4f7c-8e45-1ec614d56b91"/>
    <xsd:import namespace="5cad2852-fd11-4253-a5dd-38f1c23754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7fce5f-2f04-4f7c-8e45-1ec614d56b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db5eb1a5-37e6-488e-b8f0-ddc5ba4663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ad2852-fd11-4253-a5dd-38f1c237540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613dac7-b86c-41e7-a0c6-7c72238b81ce}" ma:internalName="TaxCatchAll" ma:showField="CatchAllData" ma:web="5cad2852-fd11-4253-a5dd-38f1c23754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7fce5f-2f04-4f7c-8e45-1ec614d56b91">
      <Terms xmlns="http://schemas.microsoft.com/office/infopath/2007/PartnerControls"/>
    </lcf76f155ced4ddcb4097134ff3c332f>
    <TaxCatchAll xmlns="5cad2852-fd11-4253-a5dd-38f1c237540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7B6A02-154F-4971-BF17-BA3B29A794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7fce5f-2f04-4f7c-8e45-1ec614d56b91"/>
    <ds:schemaRef ds:uri="5cad2852-fd11-4253-a5dd-38f1c23754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0E7097D-E9E2-4367-B9CC-43E7472A06A8}">
  <ds:schemaRefs>
    <ds:schemaRef ds:uri="5cad2852-fd11-4253-a5dd-38f1c2375401"/>
    <ds:schemaRef ds:uri="http://schemas.microsoft.com/office/infopath/2007/PartnerControls"/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d67fce5f-2f04-4f7c-8e45-1ec614d56b91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DFF3FD5-BE07-45C9-87E2-7B4D3CB22E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363</Words>
  <Application>Microsoft Macintosh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office theme</vt:lpstr>
      <vt:lpstr>A Multidomain Relational Framework to Guide Institutional AI Research and Adoption   Vincent Straub, Deborah Morgan, Youmna Hashem, John Francis,  Saba Esnaashari and Jonathan Bright  </vt:lpstr>
      <vt:lpstr>PowerPoint Presentation</vt:lpstr>
      <vt:lpstr>PowerPoint Presentation</vt:lpstr>
      <vt:lpstr>PowerPoint Presentation</vt:lpstr>
      <vt:lpstr>PowerPoint Presentation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Vincent Straub</cp:lastModifiedBy>
  <cp:revision>79</cp:revision>
  <cp:lastPrinted>2022-07-19T12:41:54Z</cp:lastPrinted>
  <dcterms:created xsi:type="dcterms:W3CDTF">2022-07-12T10:51:19Z</dcterms:created>
  <dcterms:modified xsi:type="dcterms:W3CDTF">2023-05-12T09:33:51Z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0x0101008F4ADA58BAB4BD43855D6AA36652C25E</vt:lpwstr>
  </property>
  <property fmtid="{D5CDD505-2E9C-101B-9397-08002B2CF9AE}" pid="3" name="MediaServiceImageTags">
    <vt:lpwstr/>
  </property>
</Properties>
</file>